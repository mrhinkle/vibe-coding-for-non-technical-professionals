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d7e3d8ac05f46ce" /><Relationship Type="http://schemas.openxmlformats.org/officeDocument/2006/relationships/extended-properties" Target="/docProps/app.xml" Id="R5ba3516cc38e46cb" /><Relationship Type="http://schemas.openxmlformats.org/officeDocument/2006/relationships/officeDocument" Target="/ppt/presentation.xml" Id="Reda064fd9e1647e7" /></Relationships>
</file>

<file path=ppt/presentation.xml><?xml version="1.0" encoding="utf-8"?>
<p:presentation xmlns:p="http://schemas.openxmlformats.org/presentationml/2006/main">
  <p:sldMasterIdLst>
    <p:sldMasterId xmlns:r="http://schemas.openxmlformats.org/officeDocument/2006/relationships" id="2147483648" r:id="Rcf4707da648343f5"/>
  </p:sldMasterIdLst>
  <p:notesMasterIdLst>
    <p:notesMasterId xmlns:r="http://schemas.openxmlformats.org/officeDocument/2006/relationships" r:id="R4e1f029b5ceb4a81"/>
  </p:notesMasterIdLst>
  <p:sldIdLst>
    <p:sldId xmlns:r="http://schemas.openxmlformats.org/officeDocument/2006/relationships" id="256" r:id="Raa59caafe5b34f86"/>
    <p:sldId xmlns:r="http://schemas.openxmlformats.org/officeDocument/2006/relationships" id="257" r:id="R743d562859d449e3"/>
    <p:sldId xmlns:r="http://schemas.openxmlformats.org/officeDocument/2006/relationships" id="258" r:id="R56280da86b694cef"/>
    <p:sldId xmlns:r="http://schemas.openxmlformats.org/officeDocument/2006/relationships" id="259" r:id="R1003c354948541f2"/>
    <p:sldId xmlns:r="http://schemas.openxmlformats.org/officeDocument/2006/relationships" id="260" r:id="Rcab25eeaec5a498d"/>
    <p:sldId xmlns:r="http://schemas.openxmlformats.org/officeDocument/2006/relationships" id="261" r:id="Rb4fe9c32d9d6442b"/>
    <p:sldId xmlns:r="http://schemas.openxmlformats.org/officeDocument/2006/relationships" id="262" r:id="R93525cf9cefd4948"/>
    <p:sldId xmlns:r="http://schemas.openxmlformats.org/officeDocument/2006/relationships" id="263" r:id="R91b6c42f83454c1d"/>
    <p:sldId xmlns:r="http://schemas.openxmlformats.org/officeDocument/2006/relationships" id="264" r:id="R3db795fa9e9c46d4"/>
    <p:sldId xmlns:r="http://schemas.openxmlformats.org/officeDocument/2006/relationships" id="265" r:id="Re242403432234201"/>
    <p:sldId xmlns:r="http://schemas.openxmlformats.org/officeDocument/2006/relationships" id="266" r:id="R71340c9aca4a4562"/>
    <p:sldId xmlns:r="http://schemas.openxmlformats.org/officeDocument/2006/relationships" id="267" r:id="R31e9ea47fa2f4b26"/>
    <p:sldId xmlns:r="http://schemas.openxmlformats.org/officeDocument/2006/relationships" id="268" r:id="Rf39f4e30e1424f8c"/>
    <p:sldId xmlns:r="http://schemas.openxmlformats.org/officeDocument/2006/relationships" id="269" r:id="R4cee561c166042c6"/>
    <p:sldId xmlns:r="http://schemas.openxmlformats.org/officeDocument/2006/relationships" id="270" r:id="Rb835851055d84ca8"/>
    <p:sldId xmlns:r="http://schemas.openxmlformats.org/officeDocument/2006/relationships" id="271" r:id="R1c1e0fd995e9489a"/>
    <p:sldId xmlns:r="http://schemas.openxmlformats.org/officeDocument/2006/relationships" id="272" r:id="R84f993f73993432c"/>
    <p:sldId xmlns:r="http://schemas.openxmlformats.org/officeDocument/2006/relationships" id="273" r:id="R85f68233becc4194"/>
    <p:sldId xmlns:r="http://schemas.openxmlformats.org/officeDocument/2006/relationships" id="274" r:id="R8ef198bd702a42a9"/>
    <p:sldId xmlns:r="http://schemas.openxmlformats.org/officeDocument/2006/relationships" id="275" r:id="R371378a3d71f4ec6"/>
    <p:sldId xmlns:r="http://schemas.openxmlformats.org/officeDocument/2006/relationships" id="276" r:id="Rb13edab3b132415a"/>
    <p:sldId xmlns:r="http://schemas.openxmlformats.org/officeDocument/2006/relationships" id="277" r:id="Rf86a3e3d8d274935"/>
    <p:sldId xmlns:r="http://schemas.openxmlformats.org/officeDocument/2006/relationships" id="278" r:id="Rd2aec76ce27b46a4"/>
    <p:sldId xmlns:r="http://schemas.openxmlformats.org/officeDocument/2006/relationships" id="279" r:id="R728ffe3d18964828"/>
    <p:sldId xmlns:r="http://schemas.openxmlformats.org/officeDocument/2006/relationships" id="280" r:id="Reb03e74fa51c4804"/>
    <p:sldId xmlns:r="http://schemas.openxmlformats.org/officeDocument/2006/relationships" id="281" r:id="Ra4943f96551e4b4f"/>
    <p:sldId xmlns:r="http://schemas.openxmlformats.org/officeDocument/2006/relationships" id="282" r:id="Rdd4abcbd4832470d"/>
    <p:sldId xmlns:r="http://schemas.openxmlformats.org/officeDocument/2006/relationships" id="283" r:id="R901f0e3caae34cea"/>
    <p:sldId xmlns:r="http://schemas.openxmlformats.org/officeDocument/2006/relationships" id="284" r:id="R93e153e174214588"/>
    <p:sldId xmlns:r="http://schemas.openxmlformats.org/officeDocument/2006/relationships" id="285" r:id="R18259a40541f4eb7"/>
    <p:sldId xmlns:r="http://schemas.openxmlformats.org/officeDocument/2006/relationships" id="286" r:id="R5a9aeac33fa243b2"/>
    <p:sldId xmlns:r="http://schemas.openxmlformats.org/officeDocument/2006/relationships" id="287" r:id="R93e25f6cea6c4226"/>
    <p:sldId xmlns:r="http://schemas.openxmlformats.org/officeDocument/2006/relationships" id="288" r:id="R687b911cd02c4943"/>
    <p:sldId xmlns:r="http://schemas.openxmlformats.org/officeDocument/2006/relationships" id="289" r:id="Ra2dad30ea7864cfd"/>
    <p:sldId xmlns:r="http://schemas.openxmlformats.org/officeDocument/2006/relationships" id="290" r:id="Rec82706f6c4745cc"/>
    <p:sldId xmlns:r="http://schemas.openxmlformats.org/officeDocument/2006/relationships" id="291" r:id="R38ebe74ba15446c5"/>
    <p:sldId xmlns:r="http://schemas.openxmlformats.org/officeDocument/2006/relationships" id="292" r:id="Rbabc0739afc94fe7"/>
    <p:sldId xmlns:r="http://schemas.openxmlformats.org/officeDocument/2006/relationships" id="293" r:id="R1a3421ac6b9b4b73"/>
    <p:sldId xmlns:r="http://schemas.openxmlformats.org/officeDocument/2006/relationships" id="294" r:id="R0e6c292d9c6a447b"/>
    <p:sldId xmlns:r="http://schemas.openxmlformats.org/officeDocument/2006/relationships" id="295" r:id="Ra18f094099a74083"/>
    <p:sldId xmlns:r="http://schemas.openxmlformats.org/officeDocument/2006/relationships" id="296" r:id="R1fa0b60035fa4546"/>
    <p:sldId xmlns:r="http://schemas.openxmlformats.org/officeDocument/2006/relationships" id="297" r:id="R47a6e73694bb456f"/>
    <p:sldId xmlns:r="http://schemas.openxmlformats.org/officeDocument/2006/relationships" id="298" r:id="Rad41241f2837421b"/>
    <p:sldId xmlns:r="http://schemas.openxmlformats.org/officeDocument/2006/relationships" id="299" r:id="Rd1cb6521f103401a"/>
    <p:sldId xmlns:r="http://schemas.openxmlformats.org/officeDocument/2006/relationships" id="300" r:id="Rbdeb4e830ba841b7"/>
    <p:sldId xmlns:r="http://schemas.openxmlformats.org/officeDocument/2006/relationships" id="301" r:id="R1534933bb0394ff4"/>
    <p:sldId xmlns:r="http://schemas.openxmlformats.org/officeDocument/2006/relationships" id="302" r:id="Rbbff33dd71584558"/>
    <p:sldId xmlns:r="http://schemas.openxmlformats.org/officeDocument/2006/relationships" id="303" r:id="R188c2d31432f4954"/>
    <p:sldId xmlns:r="http://schemas.openxmlformats.org/officeDocument/2006/relationships" id="304" r:id="R5d2137d357ad486a"/>
    <p:sldId xmlns:r="http://schemas.openxmlformats.org/officeDocument/2006/relationships" id="305" r:id="R0cd02f9f89944a3c"/>
    <p:sldId xmlns:r="http://schemas.openxmlformats.org/officeDocument/2006/relationships" id="306" r:id="Raf095a2e2c1b4c22"/>
    <p:sldId xmlns:r="http://schemas.openxmlformats.org/officeDocument/2006/relationships" id="307" r:id="Raac1859525354a63"/>
    <p:sldId xmlns:r="http://schemas.openxmlformats.org/officeDocument/2006/relationships" id="308" r:id="Rc2cffd2e80674680"/>
    <p:sldId xmlns:r="http://schemas.openxmlformats.org/officeDocument/2006/relationships" id="309" r:id="Raeb865fe91ea4443"/>
    <p:sldId xmlns:r="http://schemas.openxmlformats.org/officeDocument/2006/relationships" id="310" r:id="R52acde6b53894c31"/>
    <p:sldId xmlns:r="http://schemas.openxmlformats.org/officeDocument/2006/relationships" id="311" r:id="Rb3a0ec542b9348cb"/>
    <p:sldId xmlns:r="http://schemas.openxmlformats.org/officeDocument/2006/relationships" id="312" r:id="R68c59c1980bf4434"/>
    <p:sldId xmlns:r="http://schemas.openxmlformats.org/officeDocument/2006/relationships" id="313" r:id="Rb73d4e9de7a44800"/>
    <p:sldId xmlns:r="http://schemas.openxmlformats.org/officeDocument/2006/relationships" id="314" r:id="R45ab2a03fc284017"/>
    <p:sldId xmlns:r="http://schemas.openxmlformats.org/officeDocument/2006/relationships" id="315" r:id="R7b620744e4f04dd0"/>
    <p:sldId xmlns:r="http://schemas.openxmlformats.org/officeDocument/2006/relationships" id="316" r:id="Rb1c0a501e96e4405"/>
    <p:sldId xmlns:r="http://schemas.openxmlformats.org/officeDocument/2006/relationships" id="317" r:id="Rf7c1731b45a2420c"/>
    <p:sldId xmlns:r="http://schemas.openxmlformats.org/officeDocument/2006/relationships" id="318" r:id="R693573c967ea4a5b"/>
  </p:sldIdLst>
  <p:sldSz cx="12192000" cy="68580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9ee38f898e8049d4" /><Relationship Type="http://schemas.openxmlformats.org/officeDocument/2006/relationships/slideMaster" Target="/ppt/slideMasters/slideMaster1.xml" Id="Rcf4707da648343f5" /><Relationship Type="http://schemas.openxmlformats.org/officeDocument/2006/relationships/notesMaster" Target="/ppt/notesMasters/notesMaster1.xml" Id="R4e1f029b5ceb4a81" /><Relationship Type="http://schemas.openxmlformats.org/officeDocument/2006/relationships/presProps" Target="/ppt/presProps.xml" Id="R974d3d2d4b2d49b4" /><Relationship Type="http://schemas.openxmlformats.org/officeDocument/2006/relationships/viewProps" Target="/ppt/viewProps.xml" Id="Re65e8affe19343f8" /><Relationship Type="http://schemas.openxmlformats.org/officeDocument/2006/relationships/tableStyles" Target="/ppt/tableStyles.xml" Id="Rad963a5d3cc74347" /><Relationship Type="http://schemas.openxmlformats.org/officeDocument/2006/relationships/slide" Target="/ppt/slides/slide1.xml" Id="Raa59caafe5b34f86" /><Relationship Type="http://schemas.openxmlformats.org/officeDocument/2006/relationships/slide" Target="/ppt/slides/slide2.xml" Id="R743d562859d449e3" /><Relationship Type="http://schemas.openxmlformats.org/officeDocument/2006/relationships/slide" Target="/ppt/slides/slide3.xml" Id="R56280da86b694cef" /><Relationship Type="http://schemas.openxmlformats.org/officeDocument/2006/relationships/slide" Target="/ppt/slides/slide4.xml" Id="R1003c354948541f2" /><Relationship Type="http://schemas.openxmlformats.org/officeDocument/2006/relationships/slide" Target="/ppt/slides/slide5.xml" Id="Rcab25eeaec5a498d" /><Relationship Type="http://schemas.openxmlformats.org/officeDocument/2006/relationships/slide" Target="/ppt/slides/slide6.xml" Id="Rb4fe9c32d9d6442b" /><Relationship Type="http://schemas.openxmlformats.org/officeDocument/2006/relationships/slide" Target="/ppt/slides/slide7.xml" Id="R93525cf9cefd4948" /><Relationship Type="http://schemas.openxmlformats.org/officeDocument/2006/relationships/slide" Target="/ppt/slides/slide8.xml" Id="R91b6c42f83454c1d" /><Relationship Type="http://schemas.openxmlformats.org/officeDocument/2006/relationships/slide" Target="/ppt/slides/slide9.xml" Id="R3db795fa9e9c46d4" /><Relationship Type="http://schemas.openxmlformats.org/officeDocument/2006/relationships/slide" Target="/ppt/slides/slide10.xml" Id="Re242403432234201" /><Relationship Type="http://schemas.openxmlformats.org/officeDocument/2006/relationships/slide" Target="/ppt/slides/slide11.xml" Id="R71340c9aca4a4562" /><Relationship Type="http://schemas.openxmlformats.org/officeDocument/2006/relationships/slide" Target="/ppt/slides/slide12.xml" Id="R31e9ea47fa2f4b26" /><Relationship Type="http://schemas.openxmlformats.org/officeDocument/2006/relationships/slide" Target="/ppt/slides/slide13.xml" Id="Rf39f4e30e1424f8c" /><Relationship Type="http://schemas.openxmlformats.org/officeDocument/2006/relationships/slide" Target="/ppt/slides/slide14.xml" Id="R4cee561c166042c6" /><Relationship Type="http://schemas.openxmlformats.org/officeDocument/2006/relationships/slide" Target="/ppt/slides/slide15.xml" Id="Rb835851055d84ca8" /><Relationship Type="http://schemas.openxmlformats.org/officeDocument/2006/relationships/slide" Target="/ppt/slides/slide16.xml" Id="R1c1e0fd995e9489a" /><Relationship Type="http://schemas.openxmlformats.org/officeDocument/2006/relationships/slide" Target="/ppt/slides/slide17.xml" Id="R84f993f73993432c" /><Relationship Type="http://schemas.openxmlformats.org/officeDocument/2006/relationships/slide" Target="/ppt/slides/slide18.xml" Id="R85f68233becc4194" /><Relationship Type="http://schemas.openxmlformats.org/officeDocument/2006/relationships/slide" Target="/ppt/slides/slide19.xml" Id="R8ef198bd702a42a9" /><Relationship Type="http://schemas.openxmlformats.org/officeDocument/2006/relationships/slide" Target="/ppt/slides/slide20.xml" Id="R371378a3d71f4ec6" /><Relationship Type="http://schemas.openxmlformats.org/officeDocument/2006/relationships/slide" Target="/ppt/slides/slide21.xml" Id="Rb13edab3b132415a" /><Relationship Type="http://schemas.openxmlformats.org/officeDocument/2006/relationships/slide" Target="/ppt/slides/slide22.xml" Id="Rf86a3e3d8d274935" /><Relationship Type="http://schemas.openxmlformats.org/officeDocument/2006/relationships/slide" Target="/ppt/slides/slide23.xml" Id="Rd2aec76ce27b46a4" /><Relationship Type="http://schemas.openxmlformats.org/officeDocument/2006/relationships/slide" Target="/ppt/slides/slide24.xml" Id="R728ffe3d18964828" /><Relationship Type="http://schemas.openxmlformats.org/officeDocument/2006/relationships/slide" Target="/ppt/slides/slide25.xml" Id="Reb03e74fa51c4804" /><Relationship Type="http://schemas.openxmlformats.org/officeDocument/2006/relationships/slide" Target="/ppt/slides/slide26.xml" Id="Ra4943f96551e4b4f" /><Relationship Type="http://schemas.openxmlformats.org/officeDocument/2006/relationships/slide" Target="/ppt/slides/slide27.xml" Id="Rdd4abcbd4832470d" /><Relationship Type="http://schemas.openxmlformats.org/officeDocument/2006/relationships/slide" Target="/ppt/slides/slide28.xml" Id="R901f0e3caae34cea" /><Relationship Type="http://schemas.openxmlformats.org/officeDocument/2006/relationships/slide" Target="/ppt/slides/slide29.xml" Id="R93e153e174214588" /><Relationship Type="http://schemas.openxmlformats.org/officeDocument/2006/relationships/slide" Target="/ppt/slides/slide30.xml" Id="R18259a40541f4eb7" /><Relationship Type="http://schemas.openxmlformats.org/officeDocument/2006/relationships/slide" Target="/ppt/slides/slide31.xml" Id="R5a9aeac33fa243b2" /><Relationship Type="http://schemas.openxmlformats.org/officeDocument/2006/relationships/slide" Target="/ppt/slides/slide32.xml" Id="R93e25f6cea6c4226" /><Relationship Type="http://schemas.openxmlformats.org/officeDocument/2006/relationships/slide" Target="/ppt/slides/slide33.xml" Id="R687b911cd02c4943" /><Relationship Type="http://schemas.openxmlformats.org/officeDocument/2006/relationships/slide" Target="/ppt/slides/slide34.xml" Id="Ra2dad30ea7864cfd" /><Relationship Type="http://schemas.openxmlformats.org/officeDocument/2006/relationships/slide" Target="/ppt/slides/slide35.xml" Id="Rec82706f6c4745cc" /><Relationship Type="http://schemas.openxmlformats.org/officeDocument/2006/relationships/slide" Target="/ppt/slides/slide36.xml" Id="R38ebe74ba15446c5" /><Relationship Type="http://schemas.openxmlformats.org/officeDocument/2006/relationships/slide" Target="/ppt/slides/slide37.xml" Id="Rbabc0739afc94fe7" /><Relationship Type="http://schemas.openxmlformats.org/officeDocument/2006/relationships/slide" Target="/ppt/slides/slide38.xml" Id="R1a3421ac6b9b4b73" /><Relationship Type="http://schemas.openxmlformats.org/officeDocument/2006/relationships/slide" Target="/ppt/slides/slide39.xml" Id="R0e6c292d9c6a447b" /><Relationship Type="http://schemas.openxmlformats.org/officeDocument/2006/relationships/slide" Target="/ppt/slides/slide40.xml" Id="Ra18f094099a74083" /><Relationship Type="http://schemas.openxmlformats.org/officeDocument/2006/relationships/slide" Target="/ppt/slides/slide41.xml" Id="R1fa0b60035fa4546" /><Relationship Type="http://schemas.openxmlformats.org/officeDocument/2006/relationships/slide" Target="/ppt/slides/slide42.xml" Id="R47a6e73694bb456f" /><Relationship Type="http://schemas.openxmlformats.org/officeDocument/2006/relationships/slide" Target="/ppt/slides/slide43.xml" Id="Rad41241f2837421b" /><Relationship Type="http://schemas.openxmlformats.org/officeDocument/2006/relationships/slide" Target="/ppt/slides/slide44.xml" Id="Rd1cb6521f103401a" /><Relationship Type="http://schemas.openxmlformats.org/officeDocument/2006/relationships/slide" Target="/ppt/slides/slide45.xml" Id="Rbdeb4e830ba841b7" /><Relationship Type="http://schemas.openxmlformats.org/officeDocument/2006/relationships/slide" Target="/ppt/slides/slide46.xml" Id="R1534933bb0394ff4" /><Relationship Type="http://schemas.openxmlformats.org/officeDocument/2006/relationships/slide" Target="/ppt/slides/slide47.xml" Id="Rbbff33dd71584558" /><Relationship Type="http://schemas.openxmlformats.org/officeDocument/2006/relationships/slide" Target="/ppt/slides/slide48.xml" Id="R188c2d31432f4954" /><Relationship Type="http://schemas.openxmlformats.org/officeDocument/2006/relationships/slide" Target="/ppt/slides/slide49.xml" Id="R5d2137d357ad486a" /><Relationship Type="http://schemas.openxmlformats.org/officeDocument/2006/relationships/slide" Target="/ppt/slides/slide50.xml" Id="R0cd02f9f89944a3c" /><Relationship Type="http://schemas.openxmlformats.org/officeDocument/2006/relationships/slide" Target="/ppt/slides/slide51.xml" Id="Raf095a2e2c1b4c22" /><Relationship Type="http://schemas.openxmlformats.org/officeDocument/2006/relationships/slide" Target="/ppt/slides/slide52.xml" Id="Raac1859525354a63" /><Relationship Type="http://schemas.openxmlformats.org/officeDocument/2006/relationships/slide" Target="/ppt/slides/slide53.xml" Id="Rc2cffd2e80674680" /><Relationship Type="http://schemas.openxmlformats.org/officeDocument/2006/relationships/slide" Target="/ppt/slides/slide54.xml" Id="Raeb865fe91ea4443" /><Relationship Type="http://schemas.openxmlformats.org/officeDocument/2006/relationships/slide" Target="/ppt/slides/slide55.xml" Id="R52acde6b53894c31" /><Relationship Type="http://schemas.openxmlformats.org/officeDocument/2006/relationships/slide" Target="/ppt/slides/slide56.xml" Id="Rb3a0ec542b9348cb" /><Relationship Type="http://schemas.openxmlformats.org/officeDocument/2006/relationships/slide" Target="/ppt/slides/slide57.xml" Id="R68c59c1980bf4434" /><Relationship Type="http://schemas.openxmlformats.org/officeDocument/2006/relationships/slide" Target="/ppt/slides/slide58.xml" Id="Rb73d4e9de7a44800" /><Relationship Type="http://schemas.openxmlformats.org/officeDocument/2006/relationships/slide" Target="/ppt/slides/slide59.xml" Id="R45ab2a03fc284017" /><Relationship Type="http://schemas.openxmlformats.org/officeDocument/2006/relationships/slide" Target="/ppt/slides/slide60.xml" Id="R7b620744e4f04dd0" /><Relationship Type="http://schemas.openxmlformats.org/officeDocument/2006/relationships/slide" Target="/ppt/slides/slide61.xml" Id="Rb1c0a501e96e4405" /><Relationship Type="http://schemas.openxmlformats.org/officeDocument/2006/relationships/slide" Target="/ppt/slides/slide62.xml" Id="Rf7c1731b45a2420c" /><Relationship Type="http://schemas.openxmlformats.org/officeDocument/2006/relationships/slide" Target="/ppt/slides/slide63.xml" Id="R693573c967ea4a5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9545299505b4f1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Montserrat"/>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Montserrat"/>
        <a:font script="Hebr" typeface="Montserrat"/>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Montserrat"/>
        <a:font script="Uigh" typeface="Microsoft Uighur"/>
        <a:font script="Geor" typeface="Sylfaen"/>
        <a:font script="Armn" typeface="Montserrat"/>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f53863d2def4aac" /><Relationship Type="http://schemas.openxmlformats.org/officeDocument/2006/relationships/notesMaster" Target="/ppt/notesMasters/notesMaster1.xml" Id="Rcf5275bbd5604938" /></Relationships>
</file>

<file path=ppt/notesSlides/_rels/notesSlide2.xml.rels>&#65279;<?xml version="1.0" encoding="utf-8"?><Relationships xmlns="http://schemas.openxmlformats.org/package/2006/relationships"><Relationship Type="http://schemas.openxmlformats.org/officeDocument/2006/relationships/slide" Target="/ppt/slides/slide2.xml" Id="Radbbcd58826b40c1" /><Relationship Type="http://schemas.openxmlformats.org/officeDocument/2006/relationships/notesMaster" Target="/ppt/notesMasters/notesMaster1.xml" Id="Re2a26652fae849c3" /></Relationships>
</file>

<file path=ppt/notesSlides/_rels/notesSlide3.xml.rels>&#65279;<?xml version="1.0" encoding="utf-8"?><Relationships xmlns="http://schemas.openxmlformats.org/package/2006/relationships"><Relationship Type="http://schemas.openxmlformats.org/officeDocument/2006/relationships/slide" Target="/ppt/slides/slide3.xml" Id="R63198ccc9a6e44d4" /><Relationship Type="http://schemas.openxmlformats.org/officeDocument/2006/relationships/notesMaster" Target="/ppt/notesMasters/notesMaster1.xml" Id="R9f4b923e75e24f55" /></Relationships>
</file>

<file path=ppt/notesSlides/_rels/notesSlide4.xml.rels>&#65279;<?xml version="1.0" encoding="utf-8"?><Relationships xmlns="http://schemas.openxmlformats.org/package/2006/relationships"><Relationship Type="http://schemas.openxmlformats.org/officeDocument/2006/relationships/slide" Target="/ppt/slides/slide4.xml" Id="Rc20b39be435840ad" /><Relationship Type="http://schemas.openxmlformats.org/officeDocument/2006/relationships/notesMaster" Target="/ppt/notesMasters/notesMaster1.xml" Id="R726243aa8774442d" /></Relationships>
</file>

<file path=ppt/notesSlides/_rels/notesSlide5.xml.rels>&#65279;<?xml version="1.0" encoding="utf-8"?><Relationships xmlns="http://schemas.openxmlformats.org/package/2006/relationships"><Relationship Type="http://schemas.openxmlformats.org/officeDocument/2006/relationships/slide" Target="/ppt/slides/slide5.xml" Id="R0f9e68a35810414b" /><Relationship Type="http://schemas.openxmlformats.org/officeDocument/2006/relationships/notesMaster" Target="/ppt/notesMasters/notesMaster1.xml" Id="R2f3f2bf9c84f4c96" /></Relationships>
</file>

<file path=ppt/notesSlides/_rels/notesSlide6.xml.rels>&#65279;<?xml version="1.0" encoding="utf-8"?><Relationships xmlns="http://schemas.openxmlformats.org/package/2006/relationships"><Relationship Type="http://schemas.openxmlformats.org/officeDocument/2006/relationships/slide" Target="/ppt/slides/slide6.xml" Id="R45a1ee821d304e41" /><Relationship Type="http://schemas.openxmlformats.org/officeDocument/2006/relationships/notesMaster" Target="/ppt/notesMasters/notesMaster1.xml" Id="Rfe39b445154d46a7" /></Relationships>
</file>

<file path=ppt/notesSlides/_rels/notesSlide7.xml.rels>&#65279;<?xml version="1.0" encoding="utf-8"?><Relationships xmlns="http://schemas.openxmlformats.org/package/2006/relationships"><Relationship Type="http://schemas.openxmlformats.org/officeDocument/2006/relationships/slide" Target="/ppt/slides/slide7.xml" Id="R72a8f750df3a4ec2" /><Relationship Type="http://schemas.openxmlformats.org/officeDocument/2006/relationships/notesMaster" Target="/ppt/notesMasters/notesMaster1.xml" Id="R5d800632f792465a" /></Relationships>
</file>

<file path=ppt/notesSlides/_rels/notesSlide8.xml.rels>&#65279;<?xml version="1.0" encoding="utf-8"?><Relationships xmlns="http://schemas.openxmlformats.org/package/2006/relationships"><Relationship Type="http://schemas.openxmlformats.org/officeDocument/2006/relationships/slide" Target="/ppt/slides/slide8.xml" Id="R1e15d86fe8e74b22" /><Relationship Type="http://schemas.openxmlformats.org/officeDocument/2006/relationships/notesMaster" Target="/ppt/notesMasters/notesMaster1.xml" Id="R92107c1618254ae6" /></Relationships>
</file>

<file path=ppt/notesSlides/_rels/notesSlide9.xml.rels>&#65279;<?xml version="1.0" encoding="utf-8"?><Relationships xmlns="http://schemas.openxmlformats.org/package/2006/relationships"><Relationship Type="http://schemas.openxmlformats.org/officeDocument/2006/relationships/slide" Target="/ppt/slides/slide9.xml" Id="R19e348f1fc3d4ab3" /><Relationship Type="http://schemas.openxmlformats.org/officeDocument/2006/relationships/notesMaster" Target="/ppt/notesMasters/notesMaster1.xml" Id="R8de3b2b285a647a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ceffa07c80f4ed8" /><Relationship Type="http://schemas.openxmlformats.org/officeDocument/2006/relationships/notesMaster" Target="/ppt/notesMasters/notesMaster1.xml" Id="R72cf25e43e6645f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6d3b9990e954060" /><Relationship Type="http://schemas.openxmlformats.org/officeDocument/2006/relationships/notesMaster" Target="/ppt/notesMasters/notesMaster1.xml" Id="R47be5cc778ce4e7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506073f7edf4acf" /><Relationship Type="http://schemas.openxmlformats.org/officeDocument/2006/relationships/notesMaster" Target="/ppt/notesMasters/notesMaster1.xml" Id="Ra00b0a3570054f9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acf6a2ae85b4724" /><Relationship Type="http://schemas.openxmlformats.org/officeDocument/2006/relationships/notesMaster" Target="/ppt/notesMasters/notesMaster1.xml" Id="Rd7084589978b454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18f74446bfe487f" /><Relationship Type="http://schemas.openxmlformats.org/officeDocument/2006/relationships/notesMaster" Target="/ppt/notesMasters/notesMaster1.xml" Id="R709d9bc0576048a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528feccefc14d20" /><Relationship Type="http://schemas.openxmlformats.org/officeDocument/2006/relationships/notesMaster" Target="/ppt/notesMasters/notesMaster1.xml" Id="R3b45ae37571548d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b726106cf314a0e" /><Relationship Type="http://schemas.openxmlformats.org/officeDocument/2006/relationships/notesMaster" Target="/ppt/notesMasters/notesMaster1.xml" Id="R95b53187c76046d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413b115a52a4e52" /><Relationship Type="http://schemas.openxmlformats.org/officeDocument/2006/relationships/notesMaster" Target="/ppt/notesMasters/notesMaster1.xml" Id="R330ced046f564fc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594ff249a5145c0" /><Relationship Type="http://schemas.openxmlformats.org/officeDocument/2006/relationships/notesMaster" Target="/ppt/notesMasters/notesMaster1.xml" Id="R07a2109dc6dd4c6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b057e0097e74623" /><Relationship Type="http://schemas.openxmlformats.org/officeDocument/2006/relationships/notesMaster" Target="/ppt/notesMasters/notesMaster1.xml" Id="Rf1ff53163beb4d8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8bd2cbc335f4626" /><Relationship Type="http://schemas.openxmlformats.org/officeDocument/2006/relationships/notesMaster" Target="/ppt/notesMasters/notesMaster1.xml" Id="Rfe42404c766c4c4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7ef7698e05241e0" /><Relationship Type="http://schemas.openxmlformats.org/officeDocument/2006/relationships/notesMaster" Target="/ppt/notesMasters/notesMaster1.xml" Id="Rbed1d9e3fa354cc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b304e685a87412b" /><Relationship Type="http://schemas.openxmlformats.org/officeDocument/2006/relationships/notesMaster" Target="/ppt/notesMasters/notesMaster1.xml" Id="R0b91620017f8427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f6eeff65dd24f85" /><Relationship Type="http://schemas.openxmlformats.org/officeDocument/2006/relationships/notesMaster" Target="/ppt/notesMasters/notesMaster1.xml" Id="R85d4b3e60ce649d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ec84bfcc7dc4ab6" /><Relationship Type="http://schemas.openxmlformats.org/officeDocument/2006/relationships/notesMaster" Target="/ppt/notesMasters/notesMaster1.xml" Id="R35450651c3b04e4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4db2bedab844e97" /><Relationship Type="http://schemas.openxmlformats.org/officeDocument/2006/relationships/notesMaster" Target="/ppt/notesMasters/notesMaster1.xml" Id="R87aceb4991ba440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42a8a851bbb4cc6" /><Relationship Type="http://schemas.openxmlformats.org/officeDocument/2006/relationships/notesMaster" Target="/ppt/notesMasters/notesMaster1.xml" Id="R34c208e225a847e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133ca490a28405d" /><Relationship Type="http://schemas.openxmlformats.org/officeDocument/2006/relationships/notesMaster" Target="/ppt/notesMasters/notesMaster1.xml" Id="Rf823b45fd2ab4ee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3962e12c653406b" /><Relationship Type="http://schemas.openxmlformats.org/officeDocument/2006/relationships/notesMaster" Target="/ppt/notesMasters/notesMaster1.xml" Id="R8aece4a986db441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fe38c814f3a45c4" /><Relationship Type="http://schemas.openxmlformats.org/officeDocument/2006/relationships/notesMaster" Target="/ppt/notesMasters/notesMaster1.xml" Id="R9baed55c7b4d4bc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0688116955f432b" /><Relationship Type="http://schemas.openxmlformats.org/officeDocument/2006/relationships/notesMaster" Target="/ppt/notesMasters/notesMaster1.xml" Id="R21e2d85d12f34f1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cb3fd7ced2847e6" /><Relationship Type="http://schemas.openxmlformats.org/officeDocument/2006/relationships/notesMaster" Target="/ppt/notesMasters/notesMaster1.xml" Id="R782f2064ffc44e45"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17499e3aa0d4b36" /><Relationship Type="http://schemas.openxmlformats.org/officeDocument/2006/relationships/notesMaster" Target="/ppt/notesMasters/notesMaster1.xml" Id="Rb4d6f0d91372455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a17f0f932354ed9" /><Relationship Type="http://schemas.openxmlformats.org/officeDocument/2006/relationships/notesMaster" Target="/ppt/notesMasters/notesMaster1.xml" Id="Rec4abda5b2bf4fa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c5a3c8bd40c9483e" /><Relationship Type="http://schemas.openxmlformats.org/officeDocument/2006/relationships/notesMaster" Target="/ppt/notesMasters/notesMaster1.xml" Id="R16eeb4be1c0f4a7a"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4f852d98754487a" /><Relationship Type="http://schemas.openxmlformats.org/officeDocument/2006/relationships/notesMaster" Target="/ppt/notesMasters/notesMaster1.xml" Id="R3915944c38674bfa"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98b2412e88184192" /><Relationship Type="http://schemas.openxmlformats.org/officeDocument/2006/relationships/notesMaster" Target="/ppt/notesMasters/notesMaster1.xml" Id="R390d9a34cfca4ca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3a1a1a3b755c48a9" /><Relationship Type="http://schemas.openxmlformats.org/officeDocument/2006/relationships/notesMaster" Target="/ppt/notesMasters/notesMaster1.xml" Id="R5da3d5724039420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438e1a5c35942c9" /><Relationship Type="http://schemas.openxmlformats.org/officeDocument/2006/relationships/notesMaster" Target="/ppt/notesMasters/notesMaster1.xml" Id="Re1cdb2049ebb4527"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e6e41a31b2c641fe" /><Relationship Type="http://schemas.openxmlformats.org/officeDocument/2006/relationships/notesMaster" Target="/ppt/notesMasters/notesMaster1.xml" Id="Ra7a33018433643d9"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96a8317bd1d34028" /><Relationship Type="http://schemas.openxmlformats.org/officeDocument/2006/relationships/notesMaster" Target="/ppt/notesMasters/notesMaster1.xml" Id="R7aa046b5698e4e6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47d544299e464fc0" /><Relationship Type="http://schemas.openxmlformats.org/officeDocument/2006/relationships/notesMaster" Target="/ppt/notesMasters/notesMaster1.xml" Id="R34a56b0e04154497"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c9bb3f59c15f4e64" /><Relationship Type="http://schemas.openxmlformats.org/officeDocument/2006/relationships/notesMaster" Target="/ppt/notesMasters/notesMaster1.xml" Id="R0303298aa35c4e4d"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db41bd0862a24baa" /><Relationship Type="http://schemas.openxmlformats.org/officeDocument/2006/relationships/notesMaster" Target="/ppt/notesMasters/notesMaster1.xml" Id="Rff713406e1f948e7"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369373ad283e442f" /><Relationship Type="http://schemas.openxmlformats.org/officeDocument/2006/relationships/notesMaster" Target="/ppt/notesMasters/notesMaster1.xml" Id="R8bd80460534442f6"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72305b433a7e4adf" /><Relationship Type="http://schemas.openxmlformats.org/officeDocument/2006/relationships/notesMaster" Target="/ppt/notesMasters/notesMaster1.xml" Id="R421db4a1b8894ff6"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8319f18ce03745b3" /><Relationship Type="http://schemas.openxmlformats.org/officeDocument/2006/relationships/notesMaster" Target="/ppt/notesMasters/notesMaster1.xml" Id="Ra8663a4b0a044622"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5ece3c947747424c" /><Relationship Type="http://schemas.openxmlformats.org/officeDocument/2006/relationships/notesMaster" Target="/ppt/notesMasters/notesMaster1.xml" Id="R885a445da18a44a9"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d1bfb66e28694a77" /><Relationship Type="http://schemas.openxmlformats.org/officeDocument/2006/relationships/notesMaster" Target="/ppt/notesMasters/notesMaster1.xml" Id="R5d556b45d3194b19"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db43accdb14141d4" /><Relationship Type="http://schemas.openxmlformats.org/officeDocument/2006/relationships/notesMaster" Target="/ppt/notesMasters/notesMaster1.xml" Id="Rbfe68990fcd94bc5"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fc942df1ceea4b62" /><Relationship Type="http://schemas.openxmlformats.org/officeDocument/2006/relationships/notesMaster" Target="/ppt/notesMasters/notesMaster1.xml" Id="R4eff561bec344103"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a71b419ffa1f4878" /><Relationship Type="http://schemas.openxmlformats.org/officeDocument/2006/relationships/notesMaster" Target="/ppt/notesMasters/notesMaster1.xml" Id="Rcb894423075f4b0c"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6134a1f236ca46a3" /><Relationship Type="http://schemas.openxmlformats.org/officeDocument/2006/relationships/notesMaster" Target="/ppt/notesMasters/notesMaster1.xml" Id="Rc78d91c65c6a435b"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5e04808e284f41d7" /><Relationship Type="http://schemas.openxmlformats.org/officeDocument/2006/relationships/notesMaster" Target="/ppt/notesMasters/notesMaster1.xml" Id="R9d9eda9b5d934b6f"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20fe6d83e6054c1d" /><Relationship Type="http://schemas.openxmlformats.org/officeDocument/2006/relationships/notesMaster" Target="/ppt/notesMasters/notesMaster1.xml" Id="R68b2bd9f4e8c4d03"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2fb4d434c5d0401a" /><Relationship Type="http://schemas.openxmlformats.org/officeDocument/2006/relationships/notesMaster" Target="/ppt/notesMasters/notesMaster1.xml" Id="Rf5e8303e8a944eb2"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c3d4844bbfff4e02" /><Relationship Type="http://schemas.openxmlformats.org/officeDocument/2006/relationships/notesMaster" Target="/ppt/notesMasters/notesMaster1.xml" Id="Rb4cbeb7686224352"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2a8fecf611ac4802" /><Relationship Type="http://schemas.openxmlformats.org/officeDocument/2006/relationships/notesMaster" Target="/ppt/notesMasters/notesMaster1.xml" Id="R45b3c1f5a5774999"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b221b625109a44ff" /><Relationship Type="http://schemas.openxmlformats.org/officeDocument/2006/relationships/notesMaster" Target="/ppt/notesMasters/notesMaster1.xml" Id="R9b5c4b8849434ad1"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abf909817840473e" /><Relationship Type="http://schemas.openxmlformats.org/officeDocument/2006/relationships/notesMaster" Target="/ppt/notesMasters/notesMaster1.xml" Id="Rdb2755473f2c4a50"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036ec30c330f45ef" /><Relationship Type="http://schemas.openxmlformats.org/officeDocument/2006/relationships/notesMaster" Target="/ppt/notesMasters/notesMaster1.xml" Id="R06084458ef91441a"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68c84ecba376414d" /><Relationship Type="http://schemas.openxmlformats.org/officeDocument/2006/relationships/notesMaster" Target="/ppt/notesMasters/notesMaster1.xml" Id="Rd214a35867654f49"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4210f8b7fe8249ba" /><Relationship Type="http://schemas.openxmlformats.org/officeDocument/2006/relationships/notesMaster" Target="/ppt/notesMasters/notesMaster1.xml" Id="Rc3900465e03e4734"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ebc71d22c9f549c5" /><Relationship Type="http://schemas.openxmlformats.org/officeDocument/2006/relationships/notesMaster" Target="/ppt/notesMasters/notesMaster1.xml" Id="R90942029a3f745e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slide for the All Things Open 2026 extended workshop.</a:t>
            </a:r>
            <a:endParaRPr/>
          </a:p>
          <a:p xmlns:a="http://schemas.openxmlformats.org/drawingml/2006/main">
            <a:r>
              <a:t>Event page: https://2026.allthingsopen.org/ai-agents-vibe-coding</a:t>
            </a:r>
            <a:endParaRPr/>
          </a:p>
          <a:p xmlns:a="http://schemas.openxmlformats.org/drawingml/2006/main">
            <a:r>
              <a:t>Organizer card image: https://2026.allthingsopen.org/wp-content/uploads/2026/09/2026_ATO_ExtendedWorkshop_AIAgentsVibeCoding.jpg</a:t>
            </a:r>
            <a:endParaRPr/>
          </a:p>
          <a:p xmlns:a="http://schemas.openxmlformats.org/drawingml/2006/main">
            <a:r>
              <a:t>Sources accessed October 16, 2026.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this to two minutes. The credential that matters today is that I have shipped the mistakes I am about to show you.</a:t>
            </a:r>
            <a:endParaRPr/>
          </a:p>
          <a:p xmlns:a="http://schemas.openxmlformats.org/drawingml/2006/main">
            <a:r>
              <a:t>I have spent more than 30 years working through the internet, Linux, open source, cloud, DevOps, and now AI. The pattern repeats: the toy gets useful faster than the experts expect.</a:t>
            </a:r>
            <a:endParaRPr/>
          </a:p>
          <a:p xmlns:a="http://schemas.openxmlformats.org/drawingml/2006/main">
            <a:r>
              <a:t>Current speaker biography and training background, accessed October 18, 2026: https://2026.allthingsai.org/speakers/mark-hinkle</a:t>
            </a:r>
            <a:endParaRPr/>
          </a:p>
          <a:p xmlns:a="http://schemas.openxmlformats.org/drawingml/2006/main">
            <a:r>
              <a:t>Current Peripety Labs, AIE Network, and All Things AI roles, accessed October 18, 2026: https://2026.allthingsai.org/meet-the-organizers</a:t>
            </a:r>
            <a:endParaRPr/>
          </a:p>
          <a:p xmlns:a="http://schemas.openxmlformats.org/drawingml/2006/main">
            <a:r>
              <a:t>The organizer biography reports that The AIE Network reaches more than 250,000 subscribers: https://2026.allthingsai.org/meet-the-organizers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the promise plainly: this is a workshop, not passive training and not programmer certification.</a:t>
            </a:r>
            <a:endParaRPr/>
          </a:p>
          <a:p xmlns:a="http://schemas.openxmlformats.org/drawingml/2006/main">
            <a:r>
              <a:t>Success is confidence grounded in observable work: two projects, two repositories, two Vercel projects, and two checked URLs.</a:t>
            </a:r>
            <a:endParaRPr/>
          </a:p>
          <a:p xmlns:a="http://schemas.openxmlformats.org/drawingml/2006/main">
            <a:r>
              <a:t>Treat the workshop materials as a living project. A useful question can become an issue, an edit, a review, and an accepted update to the course repository.</a:t>
            </a:r>
            <a:endParaRPr/>
          </a:p>
          <a:p xmlns:a="http://schemas.openxmlformats.org/drawingml/2006/main">
            <a:r>
              <a:t>Choose your own adventure means the room can shape the explanation and examples. The website and game remain the two core builds so the workshop still has a clear finish line.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living workshop. We will use participant questions as input, update the material, review the change, and keep useful improvements in the repository.</a:t>
            </a:r>
            <a:endParaRPr/>
          </a:p>
          <a:p xmlns:a="http://schemas.openxmlformats.org/drawingml/2006/main">
            <a:r>
              <a:t>The finish line remains stable: a website and a game, each built through the same six-step process and published from the participant's own accounts.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destination before the vocabulary. Both builds are required workshop exercises.</a:t>
            </a:r>
            <a:endParaRPr/>
          </a:p>
          <a:p xmlns:a="http://schemas.openxmlformats.org/drawingml/2006/main">
            <a:r>
              <a:t>The website image is the ATA Orbit starter. The game image is the featured Alien Tic-Tac-Toe concept.</a:t>
            </a:r>
            <a:endParaRPr/>
          </a:p>
          <a:p xmlns:a="http://schemas.openxmlformats.org/drawingml/2006/main">
            <a:r>
              <a:t>Each project ends in its own learner-owned GitHub repository, Vercel project, and checked URL.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definition concrete. The model supplies judgment. Tools let the agent act. Memory helps it continue without starting from zero.</a:t>
            </a:r>
            <a:endParaRPr/>
          </a:p>
          <a:p xmlns:a="http://schemas.openxmlformats.org/drawingml/2006/main">
            <a:r>
              <a:t>Memory may live in the current conversation, saved project instructions, repository files, or a product memory system. Useful memory still needs verification against the current project.</a:t>
            </a:r>
            <a:endParaRPr/>
          </a:p>
          <a:p xmlns:a="http://schemas.openxmlformats.org/drawingml/2006/main">
            <a:r>
              <a:t>The light concept illustration was generated for this workshop. Treat it as an illustration, not a product screenshot.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coding harness is the software around the model. It assembles context, offers tools, applies permissions, manages the work loop, and reports evidence.</a:t>
            </a:r>
            <a:endParaRPr/>
          </a:p>
          <a:p xmlns:a="http://schemas.openxmlformats.org/drawingml/2006/main">
            <a:r>
              <a:t>This distinction matters: changing the model can change the judgment, while changing the harness changes what the agent can see, do, remember, and prove.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coding-agent products and harnesses, not single model names. Their available models, surfaces, permissions, and features can change by plan and version.</a:t>
            </a:r>
            <a:endParaRPr/>
          </a:p>
          <a:p xmlns:a="http://schemas.openxmlformats.org/drawingml/2006/main">
            <a:r>
              <a:t>Claude Code setup and product description, accessed October 18, 2026: https://docs.anthropic.com/en/docs/claude-code/getting-started</a:t>
            </a:r>
            <a:endParaRPr/>
          </a:p>
          <a:p xmlns:a="http://schemas.openxmlformats.org/drawingml/2006/main">
            <a:r>
              <a:t>OpenAI Codex product description, accessed October 18, 2026: https://openai.com/codex/</a:t>
            </a:r>
            <a:endParaRPr/>
          </a:p>
          <a:p xmlns:a="http://schemas.openxmlformats.org/drawingml/2006/main">
            <a:r>
              <a:t>xAI Grok Build product description, accessed October 18, 2026: https://x.ai/build</a:t>
            </a:r>
            <a:endParaRPr/>
          </a:p>
          <a:p xmlns:a="http://schemas.openxmlformats.org/drawingml/2006/main">
            <a:r>
              <a:t>Product marks are included for recognition only and do not imply endorsement. Claude mark: claude.com. OpenAI wordmark: openai.com/brand. xAI mark: x.ai/legal/brand-guidelines.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ask the same agent to grade its own work. A useful review uses a different model family or provider and starts from the same written goal.</a:t>
            </a:r>
            <a:endParaRPr/>
          </a:p>
          <a:p xmlns:a="http://schemas.openxmlformats.org/drawingml/2006/main">
            <a:r>
              <a:t>Give the reviewer a compact review packet: the goal, the exact revision or changed files, the checks already run, and the question: what could still fail?</a:t>
            </a:r>
            <a:endParaRPr/>
          </a:p>
          <a:p xmlns:a="http://schemas.openxmlformats.org/drawingml/2006/main">
            <a:r>
              <a:t>Ask for one of two outcomes: PASS, with the evidence it checked; or CHANGES, with concrete findings and file locations. The reviewer reports. It does not fix.</a:t>
            </a:r>
            <a:endParaRPr/>
          </a:p>
          <a:p xmlns:a="http://schemas.openxmlformats.org/drawingml/2006/main">
            <a:r>
              <a:t>The person still decides. A second model is another set of eyes, not an authority transfer.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commands are starting points, not magic spells. Run them only after the builder has stopped and the current work is saved. Use a separate worktree for a review that runs at the same time as the build.</a:t>
            </a:r>
            <a:endParaRPr/>
          </a:p>
          <a:p xmlns:a="http://schemas.openxmlformats.org/drawingml/2006/main">
            <a:r>
              <a:t>Codex's read-only sandbox blocks filesystem writes. Claude Code and Grok Build plan modes are useful guardrails, but they are not identical to Codex's enforced read-only sandbox.</a:t>
            </a:r>
            <a:endParaRPr/>
          </a:p>
          <a:p xmlns:a="http://schemas.openxmlformats.org/drawingml/2006/main">
            <a:r>
              <a:t>For the strongest Claude or Grok boundary, give the reviewer only a saved diff and remove its tools. The visible commands stay short so a first-time participant can understand the pattern.</a:t>
            </a:r>
            <a:endParaRPr/>
          </a:p>
          <a:p xmlns:a="http://schemas.openxmlformats.org/drawingml/2006/main">
            <a:r>
              <a:t>OpenRouter Chat is the no-CLI path: select a reviewer from a different model family, such as Kimi K3, and paste the same compact review packet. Do not paste secrets. A remote review may use paid model credits.</a:t>
            </a:r>
            <a:endParaRPr/>
          </a:p>
          <a:p xmlns:a="http://schemas.openxmlformats.org/drawingml/2006/main">
            <a:r>
              <a:t>Verified against the installed Codex, Claude Code, and Grok Build help on October 18, 2026.</a:t>
            </a:r>
            <a:endParaRPr/>
          </a:p>
          <a:p xmlns:a="http://schemas.openxmlformats.org/drawingml/2006/main">
            <a:r>
              <a:t>OpenRouter Chat: https://openrouter.ai/chat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MCP stands for Model Context Protocol. It is an open standard for connecting an AI application to external context and actions.</a:t>
            </a:r>
            <a:endParaRPr/>
          </a:p>
          <a:p xmlns:a="http://schemas.openxmlformats.org/drawingml/2006/main">
            <a:r>
              <a:t>The technical pattern has a host, a client, and a server. For this workshop, the useful idea is simpler: the agent gets a defined connector instead of a custom integration for every system.</a:t>
            </a:r>
            <a:endParaRPr/>
          </a:p>
          <a:p xmlns:a="http://schemas.openxmlformats.org/drawingml/2006/main">
            <a:r>
              <a:t>Official MCP server concepts and the resources, tools, and prompts primitives, accessed October 18, 2026: https://modelcontextprotocol.io/specification/draft/server/index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Codex or Claude Code, the native Composio plugin is the shortest path when it is available. MCP-compatible clients can use Composio Connect.</a:t>
            </a:r>
            <a:endParaRPr/>
          </a:p>
          <a:p xmlns:a="http://schemas.openxmlformats.org/drawingml/2006/main">
            <a:r>
              <a:t>The first time the agent needs an app, Composio can generate an OAuth link. The user approves access in the browser and the connection can persist for later work.</a:t>
            </a:r>
            <a:endParaRPr/>
          </a:p>
          <a:p xmlns:a="http://schemas.openxmlformats.org/drawingml/2006/main">
            <a:r>
              <a:t>For a command-line demonstration, link an app, search for the action, inspect the schema, and use a dry run where the tool supports one. Keep credentials out of slides and chat.</a:t>
            </a:r>
            <a:endParaRPr/>
          </a:p>
          <a:p xmlns:a="http://schemas.openxmlformats.org/drawingml/2006/main">
            <a:r>
              <a:t>Official Composio Connect guide, accessed October 18, 2026: https://docs.composio.dev/docs/composio-connect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context window is the information the model can actively use in one conversation. More text is not always more useful; stale or unrelated text competes with the current goal.</a:t>
            </a:r>
            <a:endParaRPr/>
          </a:p>
          <a:p xmlns:a="http://schemas.openxmlformats.org/drawingml/2006/main">
            <a:r>
              <a:t>Compaction replaces a long thread with a shorter summary. Before compacting, preserve exact file names, decisions, open risks, tests, and the next action. Save durable facts in the repository.</a:t>
            </a:r>
            <a:endParaRPr/>
          </a:p>
          <a:p xmlns:a="http://schemas.openxmlformats.org/drawingml/2006/main">
            <a:r>
              <a:t>Caveman is a deliberately terse communication mode. It reduces commentary and repeated explanation while preserving the instructions and evidence needed to do the work.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exact filenames. Anthropic's persistent project-instruction file is CLAUDE.md. In this course repo, CLAUDE.md imports @AGENTS.md so the durable rules have one source of truth.</a:t>
            </a:r>
            <a:endParaRPr/>
          </a:p>
          <a:p xmlns:a="http://schemas.openxmlformats.org/drawingml/2006/main">
            <a:r>
              <a:t>Codex reads AGENTS.md. Other tools vary. If a client does not load the file or the CLAUDE.md import, open, attach, or paste the instructions explicitly.</a:t>
            </a:r>
            <a:endParaRPr/>
          </a:p>
          <a:p xmlns:a="http://schemas.openxmlformats.org/drawingml/2006/main">
            <a:r>
              <a:t>Anthropic recommends keeping CLAUDE.md under a page because it is always loaded. The same discipline applies to AGENTS.md: keep only durable, useful project rules.</a:t>
            </a:r>
            <a:endParaRPr/>
          </a:p>
          <a:p xmlns:a="http://schemas.openxmlformats.org/drawingml/2006/main">
            <a:r>
              <a:t>A skill is a folder with a singular SKILL.md file. Its description helps the agent decide when to use it, and its instructions explain the repeatable procedure.</a:t>
            </a:r>
            <a:endParaRPr/>
          </a:p>
          <a:p xmlns:a="http://schemas.openxmlformats.org/drawingml/2006/main">
            <a:r>
              <a:t>Anthropic guidance on CLAUDE.md, spec.md, and skills, accessed October 18, 2026: https://claude.com/resources/articles/the-ai-native-sdlc-playbook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complete artifact chain named in Anthropic's playbook: intent.md, spec.md, plan.md, the code diff and its tests, the PR with review findings, and the incident record.</a:t>
            </a:r>
            <a:endParaRPr/>
          </a:p>
          <a:p xmlns:a="http://schemas.openxmlformats.org/drawingml/2006/main">
            <a:r>
              <a:t>CLAUDE.md and SKILL.md are persistent operating context. They are important, but they are not additional stage-output artifacts in this six-item chain.</a:t>
            </a:r>
            <a:endParaRPr/>
          </a:p>
          <a:p xmlns:a="http://schemas.openxmlformats.org/drawingml/2006/main">
            <a:r>
              <a:t>An incident record can generate the next intent.md, closing the loop from Maintain back to Plan.</a:t>
            </a:r>
            <a:endParaRPr/>
          </a:p>
          <a:p xmlns:a="http://schemas.openxmlformats.org/drawingml/2006/main">
            <a:r>
              <a:t>Anthropic AI-native SDLC playbook, accessed October 18, 2026: https://claude.com/resources/articles/the-ai-native-sdlc-playbook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Vibe coding means guiding software with natural language and visible feedback. It does not mean accepting the first output without checking it.</a:t>
            </a:r>
            <a:endParaRPr/>
          </a:p>
          <a:p xmlns:a="http://schemas.openxmlformats.org/drawingml/2006/main">
            <a:r>
              <a:t>Do not ask participants to read code. Ask them to explain the result and try the important action.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lifecycle before account setup. Participants should know why each tool appears before they create the account.</a:t>
            </a:r>
            <a:endParaRPr/>
          </a:p>
          <a:p xmlns:a="http://schemas.openxmlformats.org/drawingml/2006/main">
            <a:r>
              <a:t>Companion source: Claude by Anthropic, The AI-Native SDLC Playbook. https://claude.com/resources/articles/the-ai-native-sdlc-playbook</a:t>
            </a:r>
            <a:endParaRPr/>
          </a:p>
          <a:p xmlns:a="http://schemas.openxmlformats.org/drawingml/2006/main">
            <a:r>
              <a:t>The footer, exercises, review slides, and take-home checklist use the source framework consistently: Plan, Design, Build, Test, Deploy, Maintain.</a:t>
            </a:r>
            <a:endParaRPr/>
          </a:p>
          <a:p xmlns:a="http://schemas.openxmlformats.org/drawingml/2006/main">
            <a:r>
              <a:t>The light lifecycle illustration was generated for this workshop. Use it as a visual mnemonic for repetition, not as a literal product interface.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comparison of typical starting points, not a feature matrix or product ranking. Hosted builders increasingly include planning, testing, code views, checkpoints, deployment controls, and GitHub workflows.</a:t>
            </a:r>
            <a:endParaRPr/>
          </a:p>
          <a:p xmlns:a="http://schemas.openxmlformats.org/drawingml/2006/main">
            <a:r>
              <a:t>Lovable overview, accessed October 18, 2026: https://lovable.dev/build/no-code-app-builder</a:t>
            </a:r>
            <a:endParaRPr/>
          </a:p>
          <a:p xmlns:a="http://schemas.openxmlformats.org/drawingml/2006/main">
            <a:r>
              <a:t>Bolt overview, accessed October 18, 2026: https://support.bolt.new/building/intro-bolt</a:t>
            </a:r>
            <a:endParaRPr/>
          </a:p>
          <a:p xmlns:a="http://schemas.openxmlformats.org/drawingml/2006/main">
            <a:r>
              <a:t>Base44 overview, accessed October 18, 2026: https://base44.com/blog/what-is-base44</a:t>
            </a:r>
            <a:endParaRPr/>
          </a:p>
          <a:p xmlns:a="http://schemas.openxmlformats.org/drawingml/2006/main">
            <a:r>
              <a:t>Replit version-control overview, accessed October 18, 2026: https://docs.replit.com/replit-workspace/workspace-features/version-control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website block comes first. The game block repeats the same lifecycle with more visible states and behavior.</a:t>
            </a:r>
            <a:endParaRPr/>
          </a:p>
          <a:p xmlns:a="http://schemas.openxmlformats.org/drawingml/2006/main">
            <a:r>
              <a:t>Setup and the final demonstration are support structure, not extra exercises.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jobs distinct. If participants can repeat this sentence, the later setup screens have a place in the mental model.</a:t>
            </a:r>
            <a:endParaRPr/>
          </a:p>
          <a:p xmlns:a="http://schemas.openxmlformats.org/drawingml/2006/main">
            <a:r>
              <a:t>Official Vercel Git deployment documentation, accessed October 18, 2026: https://vercel.com/docs/git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Course repository: https://github.com/mrhinkle/Vibe-Coding-for-Non-Technical-Professionals</a:t>
            </a:r>
            <a:endParaRPr/>
          </a:p>
          <a:p xmlns:a="http://schemas.openxmlformats.org/drawingml/2006/main">
            <a:r>
              <a:t>Repository access is required. If the course repository does not open for the learner or agent, use the current AI-COURSE-PACK.md instead.</a:t>
            </a:r>
            <a:endParaRPr/>
          </a:p>
          <a:p xmlns:a="http://schemas.openxmlformats.org/drawingml/2006/main">
            <a:r>
              <a:t>Do not accept a connection badge as proof. Ask the agent to name the exact files it opened.</a:t>
            </a:r>
            <a:endParaRPr/>
          </a:p>
          <a:p xmlns:a="http://schemas.openxmlformats.org/drawingml/2006/main">
            <a:r>
              <a:t>The screenshot is a sanitized GitHub repository example captured October 18, 2026. The clickable text points to the current course repository.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nouns tied to visible work. A repository is the project. An issue names work. A pull request proposes changes. A merge accepts them into the main version.</a:t>
            </a:r>
            <a:endParaRPr/>
          </a:p>
          <a:p xmlns:a="http://schemas.openxmlformats.org/drawingml/2006/main">
            <a:r>
              <a:t>Star, fork, and watch are different actions: bookmark or show interest, create your own copy, and receive notifications.</a:t>
            </a:r>
            <a:endParaRPr/>
          </a:p>
          <a:p xmlns:a="http://schemas.openxmlformats.org/drawingml/2006/main">
            <a:r>
              <a:t>Use the workshop itself as the example: a participant question may become an issue; the material change is reviewed before it merges.</a:t>
            </a:r>
            <a:endParaRPr/>
          </a:p>
          <a:p xmlns:a="http://schemas.openxmlformats.org/drawingml/2006/main">
            <a:r>
              <a:t>Official GitHub account and repository guidance: https://docs.github.com/en/get-started/onboarding/getting-started-with-your-github-account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Vercel account documentation, accessed October 18, 2026: https://vercel.com/docs/accounts</a:t>
            </a:r>
            <a:endParaRPr/>
          </a:p>
          <a:p xmlns:a="http://schemas.openxmlformats.org/drawingml/2006/main">
            <a:r>
              <a:t>Vercel Hobby is restricted to personal, noncommercial use. Official fair-use guidance: https://vercel.com/docs/limits/fair-use-guidelines</a:t>
            </a:r>
            <a:endParaRPr/>
          </a:p>
          <a:p xmlns:a="http://schemas.openxmlformats.org/drawingml/2006/main">
            <a:r>
              <a:t>Account creation and any plan choice belong to the participant. Do not enter billing information during class.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live Vercel dashboard during the workshop and rehearse the exact button labels before the event.</a:t>
            </a:r>
            <a:endParaRPr/>
          </a:p>
          <a:p xmlns:a="http://schemas.openxmlformats.org/drawingml/2006/main">
            <a:r>
              <a:t>Official Vercel Git deployment flow, accessed October 18, 2026: https://vercel.com/docs/git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setup check, not exercise one. Pair participants before the build if one account path remains blocked.</a:t>
            </a:r>
            <a:endParaRPr/>
          </a:p>
          <a:p xmlns:a="http://schemas.openxmlformats.org/drawingml/2006/main">
            <a:r>
              <a:t>Students keep credentials private. Helpers can point at the screen but do not take over passwords or authentication codes.</a:t>
            </a:r>
            <a:endParaRPr/>
          </a:p>
          <a:p xmlns:a="http://schemas.openxmlformats.org/drawingml/2006/main">
            <a:r>
              <a:t>The second project never overwrites the first. The website and game each get a separate folder, repository, Vercel project, live URL, and check record.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every exercise with the learning outcomes. This is the first of exactly two exercises.</a:t>
            </a:r>
            <a:endParaRPr/>
          </a:p>
          <a:p xmlns:a="http://schemas.openxmlformats.org/drawingml/2006/main">
            <a:r>
              <a:t>The website walkthrough allows about 90 minutes; the slide version uses a prepared starter and instructor checkpoints to fit the workshop block.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starter is website-starters/ata-orbit/index.html. Participants may choose another course starter or a similarly small idea.</a:t>
            </a:r>
            <a:endParaRPr/>
          </a:p>
          <a:p xmlns:a="http://schemas.openxmlformats.org/drawingml/2006/main">
            <a:r>
              <a:t>Do not ask the class to build from an empty folder unless they explicitly choose that route.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learner's own idea or the selected starter. Save the result as a short project brief.</a:t>
            </a:r>
            <a:endParaRPr/>
          </a:p>
          <a:p xmlns:a="http://schemas.openxmlformats.org/drawingml/2006/main">
            <a:r>
              <a:t>Course source: docs/website-walkthrough.md and templates/website-plan.md.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plan bridges the brief and the build. Ask the AI to inspect the actual current HTML before proposing the change.</a:t>
            </a:r>
            <a:endParaRPr/>
          </a:p>
          <a:p xmlns:a="http://schemas.openxmlformats.org/drawingml/2006/main">
            <a:r>
              <a:t>Keep forms, payments, accounts, databases, and email outside this first website.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core route uses one self-contained index.html so the class can inspect a real file without installing anything.</a:t>
            </a:r>
            <a:endParaRPr/>
          </a:p>
          <a:p xmlns:a="http://schemas.openxmlformats.org/drawingml/2006/main">
            <a:r>
              <a:t>A chatbot preview is not the checkpoint. Open the exported file in the browser.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 the browser and exact file. A narrow window is useful but not proof of a real phone test.</a:t>
            </a:r>
            <a:endParaRPr/>
          </a:p>
          <a:p xmlns:a="http://schemas.openxmlformats.org/drawingml/2006/main">
            <a:r>
              <a:t>Course source: docs/website-walkthrough.md, step 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human-use check, not a code review ritual. Watch before explaining.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upload the ZIP instead of its files. Do not upload the full course repository as the learner website.</a:t>
            </a:r>
            <a:endParaRPr/>
          </a:p>
          <a:p xmlns:a="http://schemas.openxmlformats.org/drawingml/2006/main">
            <a:r>
              <a:t>Official GitHub file and repository guidance should be rehearsed against the live interface before class.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Vercel Git deployment guidance, accessed October 18, 2026: https://vercel.com/docs/git</a:t>
            </a:r>
            <a:endParaRPr/>
          </a:p>
          <a:p xmlns:a="http://schemas.openxmlformats.org/drawingml/2006/main">
            <a:r>
              <a:t>The first deployment is production in this course flow. Later changes should use a branch and preview before merge.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Maintain closes the loop. The next change begins with a new plan, not an extra feature squeezed into this one.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closes exercise one. Ask two participants to show evidence, not to narrate the code.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website block ends before lunch. Preserve unresolved work instead of silently switching projects or claiming the deployment succeeded.</a:t>
            </a:r>
            <a:endParaRPr/>
          </a:p>
          <a:p xmlns:a="http://schemas.openxmlformats.org/drawingml/2006/main">
            <a:r>
              <a:t>The light pathway illustration was generated for this workshop and marks the transition into the second build.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second and final exercise. The game does not overwrite the website.</a:t>
            </a:r>
            <a:endParaRPr/>
          </a:p>
          <a:p xmlns:a="http://schemas.openxmlformats.org/drawingml/2006/main">
            <a:r>
              <a:t>Use Alien Tic-Tac-Toe as the featured example. The five-question quiz is the scope-reduction fallback.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image is the featured classroom concept. The exercise builds a small portable static game with no account, database, payment, or external API.</a:t>
            </a:r>
            <a:endParaRPr/>
          </a:p>
          <a:p xmlns:a="http://schemas.openxmlformats.org/drawingml/2006/main">
            <a:r>
              <a:t>Course source: docs/alien-tic-tac-toe.md.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first version deterministic. The fixed Laser, Shield, Claw sequence makes the battle observable and repeatable.</a:t>
            </a:r>
            <a:endParaRPr/>
          </a:p>
          <a:p xmlns:a="http://schemas.openxmlformats.org/drawingml/2006/main">
            <a:r>
              <a:t>Course source: docs/alien-tic-tac-toe.md and game-skills/vc-game-brief.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means the situation the game remembers and the actions it allows. Keep that explanation in plain language.</a:t>
            </a:r>
            <a:endParaRPr/>
          </a:p>
          <a:p xmlns:a="http://schemas.openxmlformats.org/drawingml/2006/main">
            <a:r>
              <a:t>Course source: docs/alien-tic-tac-toe.md, Plan the states and controls.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board prototype may use temporary win and loss buttons. Remove them from the final game after the real battle is connected.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Correct answers damage only the alien. Incorrect answers damage only the player. No automatic retaliation or simultaneous damage.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distinctive rule participants often misunderstand. The alien does not take another board turn after the battle.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time is short, switch to the five-question quiz fallback and record the scope change honestly. Do not claim the unfinished game passed.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what they expected when something surprised them. Preserve their words in the game test note.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website repository remains unchanged. Keep board and battle checkpoints outside the final upload folder.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Vercel Git deployment guidance, accessed October 18, 2026: https://vercel.com/docs/git</a:t>
            </a:r>
            <a:endParaRPr/>
          </a:p>
          <a:p xmlns:a="http://schemas.openxmlformats.org/drawingml/2006/main">
            <a:r>
              <a:t>Save the game URL and observed checks in game-release.md or the participant workbook.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short player observation is more useful than adding a new mechanic before the core loop is understood.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closes exercise two. The final demonstration later shows both projects together, but it does not add a third build.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checkpoint to compare the projects. The lifecycle stays stable while the important behavior changes.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Vercel automatically creates preview deployments for branch pushes and production deployments from the production branch. https://vercel.com/docs/git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recovery explanation provider-neutral on the slide. Demonstrate the live Vercel deployment controls only after rehearsing the current interface.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core class deliberately avoids secrets. This slide names the boundary before participants build more ambitious projects later.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Vercel fair-use guidance, accessed October 18, 2026: https://vercel.com/docs/limits/fair-use-guidelines</a:t>
            </a:r>
            <a:endParaRPr/>
          </a:p>
          <a:p xmlns:a="http://schemas.openxmlformats.org/drawingml/2006/main">
            <a:r>
              <a:t>Do not quote prices from memory. Plans and limits change.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Ownership means the participant can identify the files, source history, hosting project, and observed behavior. It does not mean every external service is portable without work.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threshold is risk and dependence, not the participant's identity as a coder or non-coder.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checklist can become a saved skill or project instruction later. The slide keeps the plain-language behavior visible; filenames and installation details belong in the participant guide.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final demonstration, not a third exercise. Invite short paired demos before asking for one or two room-wide examples.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evidence back from participant screens where possible. Keep incomplete items visible.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send participants home with a backlog. Ask for one concrete next loop on one project.</a:t>
            </a:r>
            <a:endParaRPr/>
          </a:p>
          <a:p xmlns:a="http://schemas.openxmlformats.org/drawingml/2006/main">
            <a:r>
              <a:t>The light working illustration was generated for this workshop and gives the take-home plan a human scale.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wrote this because non-programmers deserve a path from an idea to something they can own.</a:t>
            </a:r>
          </a:p>
          <a:p xmlns:a="http://schemas.openxmlformats.org/drawingml/2006/main">
            <a:r>
              <a:t>If you want the advance copy, ask me for one. Read it, mark it up, and tell me where I lost you.</a:t>
            </a:r>
          </a:p>
          <a:p xmlns:a="http://schemas.openxmlformats.org/drawingml/2006/main">
            <a:r>
              <a:t>Ask for an honest review. A useful review beats a polite one; do not imply that a favorable review is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5:50–6:00. Before people leave, ask them to tell the person next to them one thing they learned and one thing they will try next. Take two or three answers out loud.</a:t>
            </a:r>
            <a:endParaRPr/>
          </a:p>
          <a:p xmlns:a="http://schemas.openxmlformats.org/drawingml/2006/main">
            <a:r>
              <a:t>Offer the advance-release book copy on the preceding slide and ask only for an honest review.</a:t>
            </a:r>
            <a:endParaRPr/>
          </a:p>
          <a:p xmlns:a="http://schemas.openxmlformats.org/drawingml/2006/main">
            <a:r>
              <a:t>Close with: You don’t have to be a programmer. You do have to own the work.</a:t>
            </a:r>
            <a:endParaRPr/>
          </a:p>
          <a:p xmlns:a="http://schemas.openxmlformats.org/drawingml/2006/main">
            <a:r>
              <a:t>Then read the evidence back: the repo, domain, deployment history, data, and operating checklist leave with the participant.</a:t>
            </a:r>
            <a:endParaRPr/>
          </a:p>
          <a:p xmlns:a="http://schemas.openxmlformats.org/drawingml/2006/main">
            <a:r>
              <a:t>VERIFY BEFORE STAGE: confirm the All Things AI April 18–20, 2027 dates and Raleigh location on allthingsai.org.</a:t>
            </a:r>
            <a:endParaRPr/>
          </a:p>
          <a:p xmlns:a="http://schemas.openxmlformats.org/drawingml/2006/main">
            <a:r>
              <a:t/>
            </a:r>
            <a:endParaRPr/>
          </a:p>
          <a:p xmlns:a="http://schemas.openxmlformats.org/drawingml/2006/main">
            <a:r>
              <a:t>TRADEMARK NOTICE: Vercel, the Vercel design, Next.js and related marks, designs and logos are trademarks or registered trademarks of Vercel, Inc. or its affiliates in the US and other countries. GitHub and the GitHub logo are trademarks of GitHub, Inc. Git and the Git logo are trademarks of Software Freedom Conservancy, Inc., corporate home of the Git Project.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79e2bc2614a4955"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a2299465291447f" /><Relationship Type="http://schemas.openxmlformats.org/officeDocument/2006/relationships/slideLayout" Target="/ppt/slideLayouts/slideLayout1.xml" Id="Rc7da96481b304ddf"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7da96481b304ddf"/>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Montserrat"/>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Montserrat"/>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Montserrat"/>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Montserrat"/>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Montserrat"/>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Montserrat"/>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Montserrat"/>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Montserrat"/>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Montserrat"/>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Montserrat"/>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Montserrat"/>
        <a:font script="Hebr" typeface="Montserrat"/>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Montserrat"/>
        <a:font script="Uigh" typeface="Microsoft Uighur"/>
        <a:font script="Geor" typeface="Sylfaen"/>
        <a:font script="Armn" typeface="Montserrat"/>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fcae1ac04a04451" /><Relationship Type="http://schemas.openxmlformats.org/officeDocument/2006/relationships/image" Target="/ppt/media/image.jpeg" Id="R65083840c3b5405d" /><Relationship Type="http://schemas.openxmlformats.org/officeDocument/2006/relationships/notesSlide" Target="/ppt/notesSlides/notesSlide1.xml" Id="R26978c4428e24cf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82bcb5404fe48a8" /><Relationship Type="http://schemas.openxmlformats.org/officeDocument/2006/relationships/image" Target="/ppt/media/image.png" Id="R88ea09ef087e4ff2" /><Relationship Type="http://schemas.openxmlformats.org/officeDocument/2006/relationships/image" Target="/ppt/media/image2.png" Id="R0db88d223b454d6d" /><Relationship Type="http://schemas.openxmlformats.org/officeDocument/2006/relationships/notesSlide" Target="/ppt/notesSlides/notesSlide2.xml" Id="R756f86ef7314410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bfcb60f163f488c" /><Relationship Type="http://schemas.openxmlformats.org/officeDocument/2006/relationships/image" Target="/ppt/media/image.png" Id="R2508aa7c7e2c4e07" /><Relationship Type="http://schemas.openxmlformats.org/officeDocument/2006/relationships/notesSlide" Target="/ppt/notesSlides/notesSlide3.xml" Id="R426461c268a546c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e44c9cf171942be" /><Relationship Type="http://schemas.openxmlformats.org/officeDocument/2006/relationships/image" Target="/ppt/media/image.png" Id="R8e50b8ef5cb842db" /><Relationship Type="http://schemas.openxmlformats.org/officeDocument/2006/relationships/notesSlide" Target="/ppt/notesSlides/notesSlide4.xml" Id="R73b607c4111e4bb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f6ba8bc6a054e30" /><Relationship Type="http://schemas.openxmlformats.org/officeDocument/2006/relationships/image" Target="/ppt/media/image3.png" Id="R3272a0f4a55b4c2d" /><Relationship Type="http://schemas.openxmlformats.org/officeDocument/2006/relationships/image" Target="/ppt/media/image4.png" Id="Rcacabd93f4d04c6f" /><Relationship Type="http://schemas.openxmlformats.org/officeDocument/2006/relationships/image" Target="/ppt/media/image5.png" Id="R81a3b85f4a104ed0" /><Relationship Type="http://schemas.openxmlformats.org/officeDocument/2006/relationships/notesSlide" Target="/ppt/notesSlides/notesSlide5.xml" Id="Rf4d3a86ad2b6478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f86ffcc783849ad" /><Relationship Type="http://schemas.openxmlformats.org/officeDocument/2006/relationships/image" Target="/ppt/media/image6.png" Id="R0b4c50b498d74242" /><Relationship Type="http://schemas.openxmlformats.org/officeDocument/2006/relationships/image" Target="/ppt/media/image7.png" Id="R236fcf23e65941df" /><Relationship Type="http://schemas.openxmlformats.org/officeDocument/2006/relationships/notesSlide" Target="/ppt/notesSlides/notesSlide6.xml" Id="R2b6a3348a866441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ccb80366bcc47ff" /><Relationship Type="http://schemas.openxmlformats.org/officeDocument/2006/relationships/image" Target="/ppt/media/image8.png" Id="Rffa5471a3fe74b38" /><Relationship Type="http://schemas.openxmlformats.org/officeDocument/2006/relationships/notesSlide" Target="/ppt/notesSlides/notesSlide7.xml" Id="R79c703971625476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f80f0c0960e47c2" /><Relationship Type="http://schemas.openxmlformats.org/officeDocument/2006/relationships/image" Target="/ppt/media/image9.png" Id="Rfedd19698d894377" /><Relationship Type="http://schemas.openxmlformats.org/officeDocument/2006/relationships/image" Target="/ppt/media/image10.png" Id="Rbf8e9fe3cc4c4d69" /><Relationship Type="http://schemas.openxmlformats.org/officeDocument/2006/relationships/image" Target="/ppt/media/image11.png" Id="R9b8dd53bc7a24184" /><Relationship Type="http://schemas.openxmlformats.org/officeDocument/2006/relationships/image" Target="/ppt/media/image12.png" Id="R6e1210ed83fc4c31" /><Relationship Type="http://schemas.openxmlformats.org/officeDocument/2006/relationships/notesSlide" Target="/ppt/notesSlides/notesSlide8.xml" Id="Rbff9baa4679b493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b6195af1e0a43f0" /><Relationship Type="http://schemas.openxmlformats.org/officeDocument/2006/relationships/image" Target="/ppt/media/image.png" Id="R7bc6e89be61747a4" /><Relationship Type="http://schemas.openxmlformats.org/officeDocument/2006/relationships/notesSlide" Target="/ppt/notesSlides/notesSlide9.xml" Id="Rc2fd18ac5d9d4e5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8406be78da641db" /><Relationship Type="http://schemas.openxmlformats.org/officeDocument/2006/relationships/image" Target="/ppt/media/image.png" Id="R3a5e83ebfcb444d0" /><Relationship Type="http://schemas.openxmlformats.org/officeDocument/2006/relationships/notesSlide" Target="/ppt/notesSlides/notesSlide10.xml" Id="Reedeefac3e5841e5" /><Relationship Id="rId1" Type="http://schemas.openxmlformats.org/officeDocument/2006/relationships/hyperlink" Target="https://openrouter.ai/chat" TargetMode="External"/></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a859ffec4384daf" /><Relationship Type="http://schemas.openxmlformats.org/officeDocument/2006/relationships/image" Target="/ppt/media/image.png" Id="R3774e15303cf4c38" /><Relationship Type="http://schemas.openxmlformats.org/officeDocument/2006/relationships/notesSlide" Target="/ppt/notesSlides/notesSlide11.xml" Id="Rfd3476e977304cb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6197475421344bf" /><Relationship Type="http://schemas.openxmlformats.org/officeDocument/2006/relationships/image" Target="/ppt/media/image.png" Id="R5a17f1b3af8a4aee" /><Relationship Type="http://schemas.openxmlformats.org/officeDocument/2006/relationships/notesSlide" Target="/ppt/notesSlides/notesSlide12.xml" Id="R2e94fef4c12a44ab" /><Relationship Id="rId1" Type="http://schemas.openxmlformats.org/officeDocument/2006/relationships/hyperlink" Target="https://docs.composio.dev/docs/composio-connect" TargetMode="External"/></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7e7bd2411d24d26" /><Relationship Type="http://schemas.openxmlformats.org/officeDocument/2006/relationships/image" Target="/ppt/media/image.png" Id="R0c059d5bbf714732" /><Relationship Type="http://schemas.openxmlformats.org/officeDocument/2006/relationships/notesSlide" Target="/ppt/notesSlides/notesSlide13.xml" Id="R4bae67dfb1434fe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659b1d9c2c64778" /><Relationship Type="http://schemas.openxmlformats.org/officeDocument/2006/relationships/image" Target="/ppt/media/image.png" Id="R859e480cb68d4976" /><Relationship Type="http://schemas.openxmlformats.org/officeDocument/2006/relationships/notesSlide" Target="/ppt/notesSlides/notesSlide14.xml" Id="R759aedfb483c429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e7143fc7258425c" /><Relationship Type="http://schemas.openxmlformats.org/officeDocument/2006/relationships/image" Target="/ppt/media/image.png" Id="R2bac33e8c46a44a9" /><Relationship Type="http://schemas.openxmlformats.org/officeDocument/2006/relationships/notesSlide" Target="/ppt/notesSlides/notesSlide15.xml" Id="Re96c5a1786f1490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25a1e2e20834ad0" /><Relationship Type="http://schemas.openxmlformats.org/officeDocument/2006/relationships/image" Target="/ppt/media/image6.png" Id="R43e959adfb8c40eb" /><Relationship Type="http://schemas.openxmlformats.org/officeDocument/2006/relationships/notesSlide" Target="/ppt/notesSlides/notesSlide16.xml" Id="R50e5e207f2f74db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a72fed1ae0c47bc" /><Relationship Type="http://schemas.openxmlformats.org/officeDocument/2006/relationships/image" Target="/ppt/media/image9.png" Id="R8b7cc5e70b3b4851" /><Relationship Type="http://schemas.openxmlformats.org/officeDocument/2006/relationships/image" Target="/ppt/media/image13.png" Id="R20020c20f5b94b35" /><Relationship Type="http://schemas.openxmlformats.org/officeDocument/2006/relationships/notesSlide" Target="/ppt/notesSlides/notesSlide17.xml" Id="Rd12ada4d85fd4b96" /><Relationship Id="rId1" Type="http://schemas.openxmlformats.org/officeDocument/2006/relationships/hyperlink" Target="https://claude.com/resources/articles/the-ai-native-sdlc-playbook" TargetMode="External"/></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145f025d3ab475d" /><Relationship Type="http://schemas.openxmlformats.org/officeDocument/2006/relationships/image" Target="/ppt/media/image14.png" Id="R51d065af4f23411c" /><Relationship Type="http://schemas.openxmlformats.org/officeDocument/2006/relationships/notesSlide" Target="/ppt/notesSlides/notesSlide18.xml" Id="R52f39203c5a74b4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4ac67b834804cdf" /><Relationship Type="http://schemas.openxmlformats.org/officeDocument/2006/relationships/image" Target="/ppt/media/image15.png" Id="R8111904c809044c6" /><Relationship Type="http://schemas.openxmlformats.org/officeDocument/2006/relationships/notesSlide" Target="/ppt/notesSlides/notesSlide19.xml" Id="R76b7b03f3c9b402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e36248dd602470e" /><Relationship Type="http://schemas.openxmlformats.org/officeDocument/2006/relationships/image" Target="/ppt/media/image16.png" Id="R27f4082bc9f44bb2" /><Relationship Type="http://schemas.openxmlformats.org/officeDocument/2006/relationships/image" Target="/ppt/media/image17.png" Id="R2c1115e60c6f4e2d" /><Relationship Type="http://schemas.openxmlformats.org/officeDocument/2006/relationships/image" Target="/ppt/media/image18.png" Id="Re7fcb1bdc579498d" /><Relationship Type="http://schemas.openxmlformats.org/officeDocument/2006/relationships/image" Target="/ppt/media/image19.png" Id="R6a3310d8ba8d4ff1" /><Relationship Type="http://schemas.openxmlformats.org/officeDocument/2006/relationships/notesSlide" Target="/ppt/notesSlides/notesSlide20.xml" Id="Rb760d9765d8d4c0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228a53f82464dda" /><Relationship Type="http://schemas.openxmlformats.org/officeDocument/2006/relationships/image" Target="/ppt/media/image20.png" Id="Red87c5ca170d4c44" /><Relationship Type="http://schemas.openxmlformats.org/officeDocument/2006/relationships/image" Target="/ppt/media/image2.jpeg" Id="R43b304af3fcd4ef2" /><Relationship Type="http://schemas.openxmlformats.org/officeDocument/2006/relationships/notesSlide" Target="/ppt/notesSlides/notesSlide21.xml" Id="Rc5104d5ddcb24d4a" /><Relationship Id="rId1" Type="http://schemas.openxmlformats.org/officeDocument/2006/relationships/hyperlink" Target="https://github.com/mrhinkle/Vibe-Coding-for-Non-Technical-Professionals" TargetMode="External"/></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4e1460b91e64e83" /><Relationship Type="http://schemas.openxmlformats.org/officeDocument/2006/relationships/image" Target="/ppt/media/image21.png" Id="Rddc9a93e986d4973" /><Relationship Type="http://schemas.openxmlformats.org/officeDocument/2006/relationships/notesSlide" Target="/ppt/notesSlides/notesSlide22.xml" Id="R3f82fe3c016f409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bb412c009e04c6f" /><Relationship Type="http://schemas.openxmlformats.org/officeDocument/2006/relationships/image" Target="/ppt/media/image22.png" Id="Rd0b96aeb3e834715" /><Relationship Type="http://schemas.openxmlformats.org/officeDocument/2006/relationships/image" Target="/ppt/media/image23.png" Id="R0aba73cd46864008" /><Relationship Type="http://schemas.openxmlformats.org/officeDocument/2006/relationships/notesSlide" Target="/ppt/notesSlides/notesSlide23.xml" Id="R39beb9b76a014f2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d678202d41e4517" /><Relationship Type="http://schemas.openxmlformats.org/officeDocument/2006/relationships/image" Target="/ppt/media/image24.png" Id="R82a85a33ec00444a" /><Relationship Type="http://schemas.openxmlformats.org/officeDocument/2006/relationships/image" Target="/ppt/media/image3.jpeg" Id="R698fbb861fb747df" /><Relationship Type="http://schemas.openxmlformats.org/officeDocument/2006/relationships/notesSlide" Target="/ppt/notesSlides/notesSlide24.xml" Id="R1be778dfce5a453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11f27a8c7f904454" /><Relationship Type="http://schemas.openxmlformats.org/officeDocument/2006/relationships/image" Target="/ppt/media/image25.png" Id="R30e4a119faed43ae" /><Relationship Type="http://schemas.openxmlformats.org/officeDocument/2006/relationships/notesSlide" Target="/ppt/notesSlides/notesSlide25.xml" Id="R00053c14f1334cb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0f5c8227f21641af" /><Relationship Type="http://schemas.openxmlformats.org/officeDocument/2006/relationships/image" Target="/ppt/media/image26.png" Id="Rcb8194b5161b4e5e" /><Relationship Type="http://schemas.openxmlformats.org/officeDocument/2006/relationships/notesSlide" Target="/ppt/notesSlides/notesSlide26.xml" Id="Rb532f9f13bcd492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6409de59536a4d4e" /><Relationship Type="http://schemas.openxmlformats.org/officeDocument/2006/relationships/image" Target="/ppt/media/image27.png" Id="Rd8d65172b8f4497f" /><Relationship Type="http://schemas.openxmlformats.org/officeDocument/2006/relationships/image" Target="/ppt/media/image28.png" Id="R0178d6a067494f3e" /><Relationship Type="http://schemas.openxmlformats.org/officeDocument/2006/relationships/notesSlide" Target="/ppt/notesSlides/notesSlide27.xml" Id="Rec18cd2702a046c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d2f17bddd38b4c2b" /><Relationship Type="http://schemas.openxmlformats.org/officeDocument/2006/relationships/image" Target="/ppt/media/image29.png" Id="Rdec51b2388444675" /><Relationship Type="http://schemas.openxmlformats.org/officeDocument/2006/relationships/notesSlide" Target="/ppt/notesSlides/notesSlide28.xml" Id="R2c87ffda0181426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1506d5a264d4492c" /><Relationship Type="http://schemas.openxmlformats.org/officeDocument/2006/relationships/image" Target="/ppt/media/image30.png" Id="Rbc5ae6357e684f8b" /><Relationship Type="http://schemas.openxmlformats.org/officeDocument/2006/relationships/notesSlide" Target="/ppt/notesSlides/notesSlide29.xml" Id="R76db8889a1b043b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3863bba0d9d3466d" /><Relationship Type="http://schemas.openxmlformats.org/officeDocument/2006/relationships/image" Target="/ppt/media/image31.png" Id="Rc109d1391e0143e3" /><Relationship Type="http://schemas.openxmlformats.org/officeDocument/2006/relationships/notesSlide" Target="/ppt/notesSlides/notesSlide30.xml" Id="R6260e89003bd406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ebc8ee97add046dd" /><Relationship Type="http://schemas.openxmlformats.org/officeDocument/2006/relationships/image" Target="/ppt/media/image32.png" Id="Re16073e6546645ce" /><Relationship Type="http://schemas.openxmlformats.org/officeDocument/2006/relationships/notesSlide" Target="/ppt/notesSlides/notesSlide31.xml" Id="Rb1fc0757c68b4fe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a77d83c426114d43" /><Relationship Type="http://schemas.openxmlformats.org/officeDocument/2006/relationships/image" Target="/ppt/media/image33.png" Id="R013e65c0728a4ee7" /><Relationship Type="http://schemas.openxmlformats.org/officeDocument/2006/relationships/notesSlide" Target="/ppt/notesSlides/notesSlide32.xml" Id="Rf19cea57e99d47d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cc6f1b8337b740e7" /><Relationship Type="http://schemas.openxmlformats.org/officeDocument/2006/relationships/image" Target="/ppt/media/image34.png" Id="R5d3c3c4e54fc4f54" /><Relationship Type="http://schemas.openxmlformats.org/officeDocument/2006/relationships/notesSlide" Target="/ppt/notesSlides/notesSlide33.xml" Id="R558806d159b046f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a71e76bf30864fdd" /><Relationship Type="http://schemas.openxmlformats.org/officeDocument/2006/relationships/image" Target="/ppt/media/image35.png" Id="R35fe90e562af4068" /><Relationship Type="http://schemas.openxmlformats.org/officeDocument/2006/relationships/notesSlide" Target="/ppt/notesSlides/notesSlide34.xml" Id="R46113ea8e1ed422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a8e39a17c7d64aa8" /><Relationship Type="http://schemas.openxmlformats.org/officeDocument/2006/relationships/image" Target="/ppt/media/image36.png" Id="R6c0b2515e790439c" /><Relationship Type="http://schemas.openxmlformats.org/officeDocument/2006/relationships/notesSlide" Target="/ppt/notesSlides/notesSlide35.xml" Id="Rbeb256cf876e47ec"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108b883a7c6e4805" /><Relationship Type="http://schemas.openxmlformats.org/officeDocument/2006/relationships/image" Target="/ppt/media/image37.png" Id="R41e14c50ed4d4b37" /><Relationship Type="http://schemas.openxmlformats.org/officeDocument/2006/relationships/notesSlide" Target="/ppt/notesSlides/notesSlide36.xml" Id="R0384b3dbdc6946f8"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d4159dc7ca924910" /><Relationship Type="http://schemas.openxmlformats.org/officeDocument/2006/relationships/image" Target="/ppt/media/image38.png" Id="R3fc0999c2cd14d41" /><Relationship Type="http://schemas.openxmlformats.org/officeDocument/2006/relationships/image" Target="/ppt/media/image39.png" Id="R83604b0505a64cef" /><Relationship Type="http://schemas.openxmlformats.org/officeDocument/2006/relationships/notesSlide" Target="/ppt/notesSlides/notesSlide37.xml" Id="R290e9735b0bf4c64"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61b567a9f59044b4" /><Relationship Type="http://schemas.openxmlformats.org/officeDocument/2006/relationships/image" Target="/ppt/media/image40.png" Id="R29ad456a801c40e8" /><Relationship Type="http://schemas.openxmlformats.org/officeDocument/2006/relationships/notesSlide" Target="/ppt/notesSlides/notesSlide38.xml" Id="Rd92c7b9adffe47a0"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1a142123b3fb494a" /><Relationship Type="http://schemas.openxmlformats.org/officeDocument/2006/relationships/image" Target="/ppt/media/image41.png" Id="Rf1a0d88123184de3" /><Relationship Type="http://schemas.openxmlformats.org/officeDocument/2006/relationships/image" Target="/ppt/media/image42.png" Id="R326f3e857d9b49dc" /><Relationship Type="http://schemas.openxmlformats.org/officeDocument/2006/relationships/notesSlide" Target="/ppt/notesSlides/notesSlide39.xml" Id="R923cbab1deb344ab"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6cfdfc1adae44337" /><Relationship Type="http://schemas.openxmlformats.org/officeDocument/2006/relationships/image" Target="/ppt/media/image43.png" Id="R7fc4d8a126ca4e34" /><Relationship Type="http://schemas.openxmlformats.org/officeDocument/2006/relationships/notesSlide" Target="/ppt/notesSlides/notesSlide40.xml" Id="R4e89e1d9a43b40c0"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415d8ad8fd49420e" /><Relationship Type="http://schemas.openxmlformats.org/officeDocument/2006/relationships/image" Target="/ppt/media/image44.png" Id="Re91f9cc90e194568" /><Relationship Type="http://schemas.openxmlformats.org/officeDocument/2006/relationships/notesSlide" Target="/ppt/notesSlides/notesSlide41.xml" Id="R667325e5f0724b5c"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36d5a8719891423b" /><Relationship Type="http://schemas.openxmlformats.org/officeDocument/2006/relationships/image" Target="/ppt/media/image45.png" Id="R0eacf8d282c043db" /><Relationship Type="http://schemas.openxmlformats.org/officeDocument/2006/relationships/notesSlide" Target="/ppt/notesSlides/notesSlide42.xml" Id="R8bf93b3e19e649ab"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81b4dd990f044f86" /><Relationship Type="http://schemas.openxmlformats.org/officeDocument/2006/relationships/image" Target="/ppt/media/image46.png" Id="R9472102a02a5484a" /><Relationship Type="http://schemas.openxmlformats.org/officeDocument/2006/relationships/notesSlide" Target="/ppt/notesSlides/notesSlide43.xml" Id="R1556d01f70c6484a"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67d269e311ab40f3" /><Relationship Type="http://schemas.openxmlformats.org/officeDocument/2006/relationships/image" Target="/ppt/media/image47.png" Id="R8a228b78ffb94563" /><Relationship Type="http://schemas.openxmlformats.org/officeDocument/2006/relationships/notesSlide" Target="/ppt/notesSlides/notesSlide44.xml" Id="R12d4d9373720427a"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9b6ebee652c74dbe" /><Relationship Type="http://schemas.openxmlformats.org/officeDocument/2006/relationships/image" Target="/ppt/media/image48.png" Id="R42b4ccaa5fd44700" /><Relationship Type="http://schemas.openxmlformats.org/officeDocument/2006/relationships/notesSlide" Target="/ppt/notesSlides/notesSlide45.xml" Id="R120d668cc629469a"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23b952514f32448e" /><Relationship Type="http://schemas.openxmlformats.org/officeDocument/2006/relationships/image" Target="/ppt/media/image49.png" Id="R4a1505c9b8e64aad" /><Relationship Type="http://schemas.openxmlformats.org/officeDocument/2006/relationships/notesSlide" Target="/ppt/notesSlides/notesSlide46.xml" Id="Rba71d584942042aa"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7a81f593ca5d48e5" /><Relationship Type="http://schemas.openxmlformats.org/officeDocument/2006/relationships/image" Target="/ppt/media/image50.png" Id="R0090158f6f744b7f" /><Relationship Type="http://schemas.openxmlformats.org/officeDocument/2006/relationships/notesSlide" Target="/ppt/notesSlides/notesSlide47.xml" Id="Rfe3a32b554834fe0"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e4d78ebacd1d4598" /><Relationship Type="http://schemas.openxmlformats.org/officeDocument/2006/relationships/image" Target="/ppt/media/image51.png" Id="R331ac6b929f24818" /><Relationship Type="http://schemas.openxmlformats.org/officeDocument/2006/relationships/notesSlide" Target="/ppt/notesSlides/notesSlide48.xml" Id="Rcc16f510c3834d90"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c312e74c57494d4c" /><Relationship Type="http://schemas.openxmlformats.org/officeDocument/2006/relationships/image" Target="/ppt/media/image52.png" Id="R9383a48b6b244aa7" /><Relationship Type="http://schemas.openxmlformats.org/officeDocument/2006/relationships/notesSlide" Target="/ppt/notesSlides/notesSlide49.xml" Id="R01dcb2c37d314da9"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78de57ac1ad74440" /><Relationship Type="http://schemas.openxmlformats.org/officeDocument/2006/relationships/image" Target="/ppt/media/image53.png" Id="R0571c988173f4f7e" /><Relationship Type="http://schemas.openxmlformats.org/officeDocument/2006/relationships/notesSlide" Target="/ppt/notesSlides/notesSlide50.xml" Id="R873ce47551294de0"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afcea6442e8e45b5" /><Relationship Type="http://schemas.openxmlformats.org/officeDocument/2006/relationships/image" Target="/ppt/media/image54.png" Id="R87a30a6fc2c34687" /><Relationship Type="http://schemas.openxmlformats.org/officeDocument/2006/relationships/notesSlide" Target="/ppt/notesSlides/notesSlide51.xml" Id="R444c8ceb7bd34a45"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2839448cf7cd4ac4" /><Relationship Type="http://schemas.openxmlformats.org/officeDocument/2006/relationships/image" Target="/ppt/media/image55.png" Id="R0357faca79a34a80" /><Relationship Type="http://schemas.openxmlformats.org/officeDocument/2006/relationships/notesSlide" Target="/ppt/notesSlides/notesSlide52.xml" Id="R6cc8ccde81644c10"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bd5f550e57af49c0" /><Relationship Type="http://schemas.openxmlformats.org/officeDocument/2006/relationships/image" Target="/ppt/media/image56.png" Id="Rffc7553eb1ed4cc8" /><Relationship Type="http://schemas.openxmlformats.org/officeDocument/2006/relationships/notesSlide" Target="/ppt/notesSlides/notesSlide53.xml" Id="Rc03a6975522c4818"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929f4bfde21b47c7" /><Relationship Type="http://schemas.openxmlformats.org/officeDocument/2006/relationships/image" Target="/ppt/media/image57.png" Id="Rcd094ee3b4ea467e" /><Relationship Type="http://schemas.openxmlformats.org/officeDocument/2006/relationships/notesSlide" Target="/ppt/notesSlides/notesSlide54.xml" Id="R78767e4757a64a27"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044f9787f7c64c01" /><Relationship Type="http://schemas.openxmlformats.org/officeDocument/2006/relationships/image" Target="/ppt/media/image58.png" Id="Rc41cae04bd5244fb" /><Relationship Type="http://schemas.openxmlformats.org/officeDocument/2006/relationships/notesSlide" Target="/ppt/notesSlides/notesSlide55.xml" Id="R3687658ba48148b7"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da9cb56482f240bd" /><Relationship Type="http://schemas.openxmlformats.org/officeDocument/2006/relationships/image" Target="/ppt/media/image59.png" Id="R71ede46d81a14676" /><Relationship Type="http://schemas.openxmlformats.org/officeDocument/2006/relationships/notesSlide" Target="/ppt/notesSlides/notesSlide56.xml" Id="R3585c3be8ece4925"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b022409911244dbb" /><Relationship Type="http://schemas.openxmlformats.org/officeDocument/2006/relationships/image" Target="/ppt/media/image60.png" Id="Rf839e51a7a7b4dce" /><Relationship Type="http://schemas.openxmlformats.org/officeDocument/2006/relationships/notesSlide" Target="/ppt/notesSlides/notesSlide57.xml" Id="Rddd83e6c69a34695"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a0c92a602cf34c59" /><Relationship Type="http://schemas.openxmlformats.org/officeDocument/2006/relationships/image" Target="/ppt/media/image61.png" Id="Rd41720c8c378491b" /><Relationship Type="http://schemas.openxmlformats.org/officeDocument/2006/relationships/notesSlide" Target="/ppt/notesSlides/notesSlide58.xml" Id="Rf458a72d38f84db1"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abe565ff8d974efe" /><Relationship Type="http://schemas.openxmlformats.org/officeDocument/2006/relationships/image" Target="/ppt/media/image62.png" Id="R348ad955741145a1" /><Relationship Type="http://schemas.openxmlformats.org/officeDocument/2006/relationships/notesSlide" Target="/ppt/notesSlides/notesSlide59.xml" Id="R65d20f6d5d8848c4"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438e95d776864728" /><Relationship Type="http://schemas.openxmlformats.org/officeDocument/2006/relationships/image" Target="/ppt/media/image63.png" Id="R898a0c1f8cdc41b3" /><Relationship Type="http://schemas.openxmlformats.org/officeDocument/2006/relationships/notesSlide" Target="/ppt/notesSlides/notesSlide60.xml" Id="Rc5e5de4006ba445d"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416afd20c43747a5" /><Relationship Type="http://schemas.openxmlformats.org/officeDocument/2006/relationships/image" Target="/ppt/media/image64.png" Id="R7977c3a3b5c34935" /><Relationship Type="http://schemas.openxmlformats.org/officeDocument/2006/relationships/image" Target="/ppt/media/image65.png" Id="R2bdb3645d59a48f8" /><Relationship Type="http://schemas.openxmlformats.org/officeDocument/2006/relationships/notesSlide" Target="/ppt/notesSlides/notesSlide61.xml" Id="R14b07674948f470e"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6b2a064405b24e2b" /><Relationship Type="http://schemas.openxmlformats.org/officeDocument/2006/relationships/image" Target="/ppt/media/image66.png" Id="R43b8cf2ef0644e55" /><Relationship Type="http://schemas.openxmlformats.org/officeDocument/2006/relationships/image" Target="/ppt/media/image67.png" Id="Rea18ad79b9a74011" /><Relationship Type="http://schemas.openxmlformats.org/officeDocument/2006/relationships/notesSlide" Target="/ppt/notesSlides/notesSlide62.xml" Id="Rab6338478e83409c"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9fe33e0ca2804c8d" /><Relationship Type="http://schemas.openxmlformats.org/officeDocument/2006/relationships/image" Target="/ppt/media/image4.jpeg" Id="R57d63852e1594fc7" /><Relationship Type="http://schemas.openxmlformats.org/officeDocument/2006/relationships/image" Target="/ppt/media/image68.png" Id="R33fc0ca4e6e04d9f" /><Relationship Type="http://schemas.openxmlformats.org/officeDocument/2006/relationships/image" Target="/ppt/media/image5.jpeg" Id="Rc9dee2e3a2b24311" /><Relationship Type="http://schemas.openxmlformats.org/officeDocument/2006/relationships/notesSlide" Target="/ppt/notesSlides/notesSlide63.xml" Id="Ra5ae4ba1c0704e7f" /></Relationships>
</file>

<file path=ppt/slides/slide1.xml><?xml version="1.0" encoding="utf-8"?>
<p:sld xmlns:p="http://schemas.openxmlformats.org/presentationml/2006/main">
  <p:cSld>
    <p:bg>
      <p:bgPr>
        <a:solidFill xmlns:a="http://schemas.openxmlformats.org/drawingml/2006/main">
          <a:srgbClr val="0D1219"/>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6E23BB99-E3DF-446C-A62C-5517B587A8A6}"/>
              </a:ext>
            </a:extLst>
          </p:cNvPr>
          <p:cNvPicPr>
            <a:picLocks xmlns:a="http://schemas.openxmlformats.org/drawingml/2006/main" noChangeAspect="1"/>
          </p:cNvPicPr>
          <p:nvPr/>
        </p:nvPicPr>
        <p:blipFill>
          <a:blip xmlns:r="http://schemas.openxmlformats.org/officeDocument/2006/relationships" xmlns:a="http://schemas.openxmlformats.org/drawingml/2006/main" r:embed="R65083840c3b5405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22982446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69414029-CD3B-4A70-AFEB-444F60987D8C}"/>
              </a:ext>
            </a:extLst>
          </p:cNvPr>
          <p:cNvPicPr>
            <a:picLocks xmlns:a="http://schemas.openxmlformats.org/drawingml/2006/main" noChangeAspect="1"/>
          </p:cNvPicPr>
          <p:nvPr/>
        </p:nvPicPr>
        <p:blipFill>
          <a:blip xmlns:r="http://schemas.openxmlformats.org/officeDocument/2006/relationships" xmlns:a="http://schemas.openxmlformats.org/drawingml/2006/main" r:embed="R88ea09ef087e4ff2"/>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6EE1AB39-9698-42A7-B73B-77DB53CF842C}"/>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02 / 63</a:t>
            </a:r>
            <a:endParaRPr sz="900"/>
          </a:p>
        </p:txBody>
      </p:sp>
      <p:sp>
        <p:nvSpPr>
          <p:cNvPr id="4" name="">
            <a:extLst xmlns:a="http://schemas.openxmlformats.org/drawingml/2006/main">
              <a:ext uri="{FF2B5EF4-FFF2-40B4-BE49-F238E27FC236}">
                <a16:creationId xmlns:a16="http://schemas.microsoft.com/office/drawing/2014/main" id="{A72401B4-52B9-42AC-A37F-45837A43F5C1}"/>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307FE2"/>
                </a:solidFill>
                <a:latin typeface="Montserrat"/>
                <a:ea typeface="Montserrat"/>
                <a:cs typeface="Montserrat"/>
              </a:defRPr>
            </a:defPPr>
            <a:lvl1pPr algn="l">
              <a:defRPr sz="1050" b="1">
                <a:solidFill>
                  <a:srgbClr val="307FE2"/>
                </a:solidFill>
                <a:latin typeface="Montserrat"/>
                <a:ea typeface="Montserrat"/>
                <a:cs typeface="Montserrat"/>
              </a:defRPr>
            </a:lvl1pPr>
            <a:lvl2pPr algn="l">
              <a:defRPr sz="1050" b="1">
                <a:solidFill>
                  <a:srgbClr val="307FE2"/>
                </a:solidFill>
                <a:latin typeface="Montserrat"/>
                <a:ea typeface="Montserrat"/>
                <a:cs typeface="Montserrat"/>
              </a:defRPr>
            </a:lvl2pPr>
            <a:lvl3pPr algn="l">
              <a:defRPr sz="1050" b="1">
                <a:solidFill>
                  <a:srgbClr val="307FE2"/>
                </a:solidFill>
                <a:latin typeface="Montserrat"/>
                <a:ea typeface="Montserrat"/>
                <a:cs typeface="Montserrat"/>
              </a:defRPr>
            </a:lvl3pPr>
            <a:lvl4pPr algn="l">
              <a:defRPr sz="1050" b="1">
                <a:solidFill>
                  <a:srgbClr val="307FE2"/>
                </a:solidFill>
                <a:latin typeface="Montserrat"/>
                <a:ea typeface="Montserrat"/>
                <a:cs typeface="Montserrat"/>
              </a:defRPr>
            </a:lvl4pPr>
            <a:lvl5pPr algn="l">
              <a:defRPr sz="1050" b="1">
                <a:solidFill>
                  <a:srgbClr val="307FE2"/>
                </a:solidFill>
                <a:latin typeface="Montserrat"/>
                <a:ea typeface="Montserrat"/>
                <a:cs typeface="Montserrat"/>
              </a:defRPr>
            </a:lvl5pPr>
            <a:lvl6pPr algn="l">
              <a:defRPr sz="1050" b="1">
                <a:solidFill>
                  <a:srgbClr val="307FE2"/>
                </a:solidFill>
                <a:latin typeface="Montserrat"/>
                <a:ea typeface="Montserrat"/>
                <a:cs typeface="Montserrat"/>
              </a:defRPr>
            </a:lvl6pPr>
            <a:lvl7pPr algn="l">
              <a:defRPr sz="1050" b="1">
                <a:solidFill>
                  <a:srgbClr val="307FE2"/>
                </a:solidFill>
                <a:latin typeface="Montserrat"/>
                <a:ea typeface="Montserrat"/>
                <a:cs typeface="Montserrat"/>
              </a:defRPr>
            </a:lvl7pPr>
            <a:lvl8pPr algn="l">
              <a:defRPr sz="1050" b="1">
                <a:solidFill>
                  <a:srgbClr val="307FE2"/>
                </a:solidFill>
                <a:latin typeface="Montserrat"/>
                <a:ea typeface="Montserrat"/>
                <a:cs typeface="Montserrat"/>
              </a:defRPr>
            </a:lvl8pPr>
            <a:lvl9pPr algn="l">
              <a:defRPr sz="1050" b="1">
                <a:solidFill>
                  <a:srgbClr val="307FE2"/>
                </a:solidFill>
                <a:latin typeface="Montserrat"/>
                <a:ea typeface="Montserrat"/>
                <a:cs typeface="Montserrat"/>
              </a:defRPr>
            </a:lvl9pPr>
          </a:lstStyle>
          <a:p xmlns:a="http://schemas.openxmlformats.org/drawingml/2006/main">
            <a:pPr algn="l">
              <a:defRPr sz="1050" b="1">
                <a:solidFill>
                  <a:srgbClr val="307FE2"/>
                </a:solidFill>
                <a:latin typeface="Montserrat"/>
                <a:ea typeface="Montserrat"/>
                <a:cs typeface="Montserrat"/>
              </a:defRPr>
            </a:pPr>
            <a:r>
              <a:rPr sz="1050" b="1">
                <a:solidFill>
                  <a:srgbClr val="307FE2"/>
                </a:solidFill>
                <a:latin typeface="Montserrat"/>
                <a:ea typeface="Montserrat"/>
                <a:cs typeface="Montserrat"/>
              </a:rPr>
              <a:t>// OPENING · YOUR HOST</a:t>
            </a:r>
          </a:p>
        </p:txBody>
      </p:sp>
      <p:sp>
        <p:nvSpPr>
          <p:cNvPr id="5" name="">
            <a:extLst xmlns:a="http://schemas.openxmlformats.org/drawingml/2006/main">
              <a:ext uri="{FF2B5EF4-FFF2-40B4-BE49-F238E27FC236}">
                <a16:creationId xmlns:a16="http://schemas.microsoft.com/office/drawing/2014/main" id="{15BD1ED8-3E11-4F51-87F3-DA274B35D21F}"/>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94A3B8"/>
                </a:solidFill>
                <a:latin typeface="Montserrat"/>
                <a:ea typeface="Montserrat"/>
                <a:cs typeface="Montserrat"/>
              </a:defRPr>
            </a:defPPr>
            <a:lvl1pPr algn="r">
              <a:defRPr sz="900" b="0">
                <a:solidFill>
                  <a:srgbClr val="94A3B8"/>
                </a:solidFill>
                <a:latin typeface="Montserrat"/>
                <a:ea typeface="Montserrat"/>
                <a:cs typeface="Montserrat"/>
              </a:defRPr>
            </a:lvl1pPr>
            <a:lvl2pPr algn="r">
              <a:defRPr sz="900" b="0">
                <a:solidFill>
                  <a:srgbClr val="94A3B8"/>
                </a:solidFill>
                <a:latin typeface="Montserrat"/>
                <a:ea typeface="Montserrat"/>
                <a:cs typeface="Montserrat"/>
              </a:defRPr>
            </a:lvl2pPr>
            <a:lvl3pPr algn="r">
              <a:defRPr sz="900" b="0">
                <a:solidFill>
                  <a:srgbClr val="94A3B8"/>
                </a:solidFill>
                <a:latin typeface="Montserrat"/>
                <a:ea typeface="Montserrat"/>
                <a:cs typeface="Montserrat"/>
              </a:defRPr>
            </a:lvl3pPr>
            <a:lvl4pPr algn="r">
              <a:defRPr sz="900" b="0">
                <a:solidFill>
                  <a:srgbClr val="94A3B8"/>
                </a:solidFill>
                <a:latin typeface="Montserrat"/>
                <a:ea typeface="Montserrat"/>
                <a:cs typeface="Montserrat"/>
              </a:defRPr>
            </a:lvl4pPr>
            <a:lvl5pPr algn="r">
              <a:defRPr sz="900" b="0">
                <a:solidFill>
                  <a:srgbClr val="94A3B8"/>
                </a:solidFill>
                <a:latin typeface="Montserrat"/>
                <a:ea typeface="Montserrat"/>
                <a:cs typeface="Montserrat"/>
              </a:defRPr>
            </a:lvl5pPr>
            <a:lvl6pPr algn="r">
              <a:defRPr sz="900" b="0">
                <a:solidFill>
                  <a:srgbClr val="94A3B8"/>
                </a:solidFill>
                <a:latin typeface="Montserrat"/>
                <a:ea typeface="Montserrat"/>
                <a:cs typeface="Montserrat"/>
              </a:defRPr>
            </a:lvl6pPr>
            <a:lvl7pPr algn="r">
              <a:defRPr sz="900" b="0">
                <a:solidFill>
                  <a:srgbClr val="94A3B8"/>
                </a:solidFill>
                <a:latin typeface="Montserrat"/>
                <a:ea typeface="Montserrat"/>
                <a:cs typeface="Montserrat"/>
              </a:defRPr>
            </a:lvl7pPr>
            <a:lvl8pPr algn="r">
              <a:defRPr sz="900" b="0">
                <a:solidFill>
                  <a:srgbClr val="94A3B8"/>
                </a:solidFill>
                <a:latin typeface="Montserrat"/>
                <a:ea typeface="Montserrat"/>
                <a:cs typeface="Montserrat"/>
              </a:defRPr>
            </a:lvl8pPr>
            <a:lvl9pPr algn="r">
              <a:defRPr sz="900" b="0">
                <a:solidFill>
                  <a:srgbClr val="94A3B8"/>
                </a:solidFill>
                <a:latin typeface="Montserrat"/>
                <a:ea typeface="Montserrat"/>
                <a:cs typeface="Montserrat"/>
              </a:defRPr>
            </a:lvl9pPr>
          </a:lstStyle>
          <a:p xmlns:a="http://schemas.openxmlformats.org/drawingml/2006/main">
            <a:pPr algn="r">
              <a:defRPr sz="900" b="0">
                <a:solidFill>
                  <a:srgbClr val="94A3B8"/>
                </a:solidFill>
                <a:latin typeface="Montserrat"/>
                <a:ea typeface="Montserrat"/>
                <a:cs typeface="Montserrat"/>
              </a:defRPr>
            </a:pPr>
            <a:r>
              <a:rPr sz="900" b="0">
                <a:solidFill>
                  <a:srgbClr val="94A3B8"/>
                </a:solidFill>
                <a:latin typeface="Montserrat"/>
                <a:ea typeface="Montserrat"/>
                <a:cs typeface="Montserrat"/>
              </a:rPr>
              <a:t>0:00–0:02</a:t>
            </a:r>
          </a:p>
        </p:txBody>
      </p:sp>
      <p:sp>
        <p:nvSpPr>
          <p:cNvPr id="6" name="">
            <a:extLst xmlns:a="http://schemas.openxmlformats.org/drawingml/2006/main">
              <a:ext uri="{FF2B5EF4-FFF2-40B4-BE49-F238E27FC236}">
                <a16:creationId xmlns:a16="http://schemas.microsoft.com/office/drawing/2014/main" id="{3B02F1B0-7A59-431D-B375-DB681AD0BE9B}"/>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Mark Hinkle</a:t>
            </a:r>
          </a:p>
        </p:txBody>
      </p:sp>
      <p:sp>
        <p:nvSpPr>
          <p:cNvPr id="7" name="">
            <a:extLst xmlns:a="http://schemas.openxmlformats.org/drawingml/2006/main">
              <a:ext uri="{FF2B5EF4-FFF2-40B4-BE49-F238E27FC236}">
                <a16:creationId xmlns:a16="http://schemas.microsoft.com/office/drawing/2014/main" id="{EA3E841E-CC76-406D-937A-FDE242A5F022}"/>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I HELP PEOPLE TURN NEW TECHNOLOGY INTO USEFUL WORK</a:t>
            </a:r>
          </a:p>
        </p:txBody>
      </p:sp>
      <p:sp>
        <p:nvSpPr>
          <p:cNvPr id="8" name="">
            <a:extLst xmlns:a="http://schemas.openxmlformats.org/drawingml/2006/main">
              <a:ext uri="{FF2B5EF4-FFF2-40B4-BE49-F238E27FC236}">
                <a16:creationId xmlns:a16="http://schemas.microsoft.com/office/drawing/2014/main" id="{41432AF6-DDC0-45EB-A728-AC3AC566F89A}"/>
              </a:ext>
            </a:extLst>
          </p:cNvPr>
          <p:cNvSpPr>
            <a:spLocks xmlns:a="http://schemas.openxmlformats.org/drawingml/2006/main" noGrp="1"/>
          </p:cNvSpPr>
          <p:nvPr/>
        </p:nvSpPr>
        <p:spPr>
          <a:xfrm xmlns:a="http://schemas.openxmlformats.org/drawingml/2006/main">
            <a:off x="723900" y="2076450"/>
            <a:ext cx="3143250" cy="3143250"/>
          </a:xfrm>
          <a:prstGeom xmlns:a="http://schemas.openxmlformats.org/drawingml/2006/main" prst="roundRect">
            <a:avLst>
              <a:gd name="adj" fmla="val 4242"/>
            </a:avLst>
          </a:prstGeom>
          <a:solidFill xmlns:a="http://schemas.openxmlformats.org/drawingml/2006/main">
            <a:srgbClr val="FFFFFF"/>
          </a:solidFill>
          <a:ln xmlns:a="http://schemas.openxmlformats.org/drawingml/2006/main" w="9525">
            <a:solidFill>
              <a:srgbClr val="D8E2EF"/>
            </a:solidFill>
            <a:prstDash val="solid"/>
          </a:ln>
        </p:spPr>
      </p:sp>
      <p:pic>
        <p:nvPicPr>
          <p:cNvPr id="9" name="">
            <a:extLst xmlns:a="http://schemas.openxmlformats.org/drawingml/2006/main">
              <a:ext uri="{FF2B5EF4-FFF2-40B4-BE49-F238E27FC236}">
                <a16:creationId xmlns:a16="http://schemas.microsoft.com/office/drawing/2014/main" id="{9B7E731F-9B83-49FF-AD97-734A06EF38DE}"/>
              </a:ext>
            </a:extLst>
          </p:cNvPr>
          <p:cNvPicPr>
            <a:picLocks xmlns:a="http://schemas.openxmlformats.org/drawingml/2006/main" noChangeAspect="1"/>
          </p:cNvPicPr>
          <p:nvPr/>
        </p:nvPicPr>
        <p:blipFill>
          <a:blip xmlns:r="http://schemas.openxmlformats.org/officeDocument/2006/relationships" xmlns:a="http://schemas.openxmlformats.org/drawingml/2006/main" r:embed="R0db88d223b454d6d"/>
          <a:srcRect xmlns:a="http://schemas.openxmlformats.org/drawingml/2006/main" l="0" t="0" r="0" b="0"/>
          <a:stretch xmlns:a="http://schemas.openxmlformats.org/drawingml/2006/main">
            <a:fillRect l="0" t="0" r="0" b="0"/>
          </a:stretch>
        </p:blipFill>
        <p:spPr>
          <a:xfrm xmlns:a="http://schemas.openxmlformats.org/drawingml/2006/main">
            <a:off x="742950" y="2095500"/>
            <a:ext cx="3105150" cy="31051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8AE8B172-7083-4408-AEC5-91EC878FB846}"/>
              </a:ext>
            </a:extLst>
          </p:cNvPr>
          <p:cNvSpPr>
            <a:spLocks xmlns:a="http://schemas.openxmlformats.org/drawingml/2006/main" noGrp="1"/>
          </p:cNvSpPr>
          <p:nvPr/>
        </p:nvSpPr>
        <p:spPr>
          <a:xfrm xmlns:a="http://schemas.openxmlformats.org/drawingml/2006/main">
            <a:off x="4629150" y="209550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25" b="1">
                <a:solidFill>
                  <a:srgbClr val="0F172A"/>
                </a:solidFill>
                <a:latin typeface="Montserrat"/>
                <a:ea typeface="Montserrat"/>
                <a:cs typeface="Montserrat"/>
              </a:defRPr>
            </a:defPPr>
            <a:lvl1pPr algn="l">
              <a:defRPr sz="1425" b="1">
                <a:solidFill>
                  <a:srgbClr val="0F172A"/>
                </a:solidFill>
                <a:latin typeface="Montserrat"/>
                <a:ea typeface="Montserrat"/>
                <a:cs typeface="Montserrat"/>
              </a:defRPr>
            </a:lvl1pPr>
            <a:lvl2pPr algn="l">
              <a:defRPr sz="1425" b="1">
                <a:solidFill>
                  <a:srgbClr val="0F172A"/>
                </a:solidFill>
                <a:latin typeface="Montserrat"/>
                <a:ea typeface="Montserrat"/>
                <a:cs typeface="Montserrat"/>
              </a:defRPr>
            </a:lvl2pPr>
            <a:lvl3pPr algn="l">
              <a:defRPr sz="1425" b="1">
                <a:solidFill>
                  <a:srgbClr val="0F172A"/>
                </a:solidFill>
                <a:latin typeface="Montserrat"/>
                <a:ea typeface="Montserrat"/>
                <a:cs typeface="Montserrat"/>
              </a:defRPr>
            </a:lvl3pPr>
            <a:lvl4pPr algn="l">
              <a:defRPr sz="1425" b="1">
                <a:solidFill>
                  <a:srgbClr val="0F172A"/>
                </a:solidFill>
                <a:latin typeface="Montserrat"/>
                <a:ea typeface="Montserrat"/>
                <a:cs typeface="Montserrat"/>
              </a:defRPr>
            </a:lvl4pPr>
            <a:lvl5pPr algn="l">
              <a:defRPr sz="1425" b="1">
                <a:solidFill>
                  <a:srgbClr val="0F172A"/>
                </a:solidFill>
                <a:latin typeface="Montserrat"/>
                <a:ea typeface="Montserrat"/>
                <a:cs typeface="Montserrat"/>
              </a:defRPr>
            </a:lvl5pPr>
            <a:lvl6pPr algn="l">
              <a:defRPr sz="1425" b="1">
                <a:solidFill>
                  <a:srgbClr val="0F172A"/>
                </a:solidFill>
                <a:latin typeface="Montserrat"/>
                <a:ea typeface="Montserrat"/>
                <a:cs typeface="Montserrat"/>
              </a:defRPr>
            </a:lvl6pPr>
            <a:lvl7pPr algn="l">
              <a:defRPr sz="1425" b="1">
                <a:solidFill>
                  <a:srgbClr val="0F172A"/>
                </a:solidFill>
                <a:latin typeface="Montserrat"/>
                <a:ea typeface="Montserrat"/>
                <a:cs typeface="Montserrat"/>
              </a:defRPr>
            </a:lvl7pPr>
            <a:lvl8pPr algn="l">
              <a:defRPr sz="1425" b="1">
                <a:solidFill>
                  <a:srgbClr val="0F172A"/>
                </a:solidFill>
                <a:latin typeface="Montserrat"/>
                <a:ea typeface="Montserrat"/>
                <a:cs typeface="Montserrat"/>
              </a:defRPr>
            </a:lvl8pPr>
            <a:lvl9pPr algn="l">
              <a:defRPr sz="1425" b="1">
                <a:solidFill>
                  <a:srgbClr val="0F172A"/>
                </a:solidFill>
                <a:latin typeface="Montserrat"/>
                <a:ea typeface="Montserrat"/>
                <a:cs typeface="Montserrat"/>
              </a:defRPr>
            </a:lvl9pPr>
          </a:lstStyle>
          <a:p xmlns:a="http://schemas.openxmlformats.org/drawingml/2006/main">
            <a:pPr algn="l">
              <a:defRPr sz="1425" b="1">
                <a:solidFill>
                  <a:srgbClr val="0F172A"/>
                </a:solidFill>
                <a:latin typeface="Montserrat"/>
                <a:ea typeface="Montserrat"/>
                <a:cs typeface="Montserrat"/>
              </a:defRPr>
            </a:pPr>
            <a:r>
              <a:rPr sz="1425" b="1">
                <a:solidFill>
                  <a:srgbClr val="0F172A"/>
                </a:solidFill>
                <a:latin typeface="Montserrat"/>
                <a:ea typeface="Montserrat"/>
                <a:cs typeface="Montserrat"/>
              </a:rPr>
              <a:t>Peripety Labs</a:t>
            </a:r>
          </a:p>
        </p:txBody>
      </p:sp>
      <p:sp>
        <p:nvSpPr>
          <p:cNvPr id="11" name="">
            <a:extLst xmlns:a="http://schemas.openxmlformats.org/drawingml/2006/main">
              <a:ext uri="{FF2B5EF4-FFF2-40B4-BE49-F238E27FC236}">
                <a16:creationId xmlns:a16="http://schemas.microsoft.com/office/drawing/2014/main" id="{64B95BB9-BAD3-4CA0-84A9-99158AD2FCA6}"/>
              </a:ext>
            </a:extLst>
          </p:cNvPr>
          <p:cNvSpPr>
            <a:spLocks xmlns:a="http://schemas.openxmlformats.org/drawingml/2006/main" noGrp="1"/>
          </p:cNvSpPr>
          <p:nvPr/>
        </p:nvSpPr>
        <p:spPr>
          <a:xfrm xmlns:a="http://schemas.openxmlformats.org/drawingml/2006/main">
            <a:off x="4629150" y="2457450"/>
            <a:ext cx="628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I lead an AI consulting and product company that helps teams put AI into real operations.</a:t>
            </a:r>
          </a:p>
        </p:txBody>
      </p:sp>
      <p:sp>
        <p:nvSpPr>
          <p:cNvPr id="12" name="">
            <a:extLst xmlns:a="http://schemas.openxmlformats.org/drawingml/2006/main">
              <a:ext uri="{FF2B5EF4-FFF2-40B4-BE49-F238E27FC236}">
                <a16:creationId xmlns:a16="http://schemas.microsoft.com/office/drawing/2014/main" id="{36E4CEDA-97A4-4129-B4E3-230FC4E5884B}"/>
              </a:ext>
            </a:extLst>
          </p:cNvPr>
          <p:cNvSpPr>
            <a:spLocks xmlns:a="http://schemas.openxmlformats.org/drawingml/2006/main" noGrp="1"/>
          </p:cNvSpPr>
          <p:nvPr/>
        </p:nvSpPr>
        <p:spPr>
          <a:xfrm xmlns:a="http://schemas.openxmlformats.org/drawingml/2006/main">
            <a:off x="4629150" y="2990850"/>
            <a:ext cx="62865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13" name="">
            <a:extLst xmlns:a="http://schemas.openxmlformats.org/drawingml/2006/main">
              <a:ext uri="{FF2B5EF4-FFF2-40B4-BE49-F238E27FC236}">
                <a16:creationId xmlns:a16="http://schemas.microsoft.com/office/drawing/2014/main" id="{7960574A-677A-4223-9403-A272B2F7C943}"/>
              </a:ext>
            </a:extLst>
          </p:cNvPr>
          <p:cNvSpPr>
            <a:spLocks xmlns:a="http://schemas.openxmlformats.org/drawingml/2006/main" noGrp="1"/>
          </p:cNvSpPr>
          <p:nvPr/>
        </p:nvSpPr>
        <p:spPr>
          <a:xfrm xmlns:a="http://schemas.openxmlformats.org/drawingml/2006/main">
            <a:off x="4629150" y="3095625"/>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25" b="1">
                <a:solidFill>
                  <a:srgbClr val="0F172A"/>
                </a:solidFill>
                <a:latin typeface="Montserrat"/>
                <a:ea typeface="Montserrat"/>
                <a:cs typeface="Montserrat"/>
              </a:defRPr>
            </a:defPPr>
            <a:lvl1pPr algn="l">
              <a:defRPr sz="1425" b="1">
                <a:solidFill>
                  <a:srgbClr val="0F172A"/>
                </a:solidFill>
                <a:latin typeface="Montserrat"/>
                <a:ea typeface="Montserrat"/>
                <a:cs typeface="Montserrat"/>
              </a:defRPr>
            </a:lvl1pPr>
            <a:lvl2pPr algn="l">
              <a:defRPr sz="1425" b="1">
                <a:solidFill>
                  <a:srgbClr val="0F172A"/>
                </a:solidFill>
                <a:latin typeface="Montserrat"/>
                <a:ea typeface="Montserrat"/>
                <a:cs typeface="Montserrat"/>
              </a:defRPr>
            </a:lvl2pPr>
            <a:lvl3pPr algn="l">
              <a:defRPr sz="1425" b="1">
                <a:solidFill>
                  <a:srgbClr val="0F172A"/>
                </a:solidFill>
                <a:latin typeface="Montserrat"/>
                <a:ea typeface="Montserrat"/>
                <a:cs typeface="Montserrat"/>
              </a:defRPr>
            </a:lvl3pPr>
            <a:lvl4pPr algn="l">
              <a:defRPr sz="1425" b="1">
                <a:solidFill>
                  <a:srgbClr val="0F172A"/>
                </a:solidFill>
                <a:latin typeface="Montserrat"/>
                <a:ea typeface="Montserrat"/>
                <a:cs typeface="Montserrat"/>
              </a:defRPr>
            </a:lvl4pPr>
            <a:lvl5pPr algn="l">
              <a:defRPr sz="1425" b="1">
                <a:solidFill>
                  <a:srgbClr val="0F172A"/>
                </a:solidFill>
                <a:latin typeface="Montserrat"/>
                <a:ea typeface="Montserrat"/>
                <a:cs typeface="Montserrat"/>
              </a:defRPr>
            </a:lvl5pPr>
            <a:lvl6pPr algn="l">
              <a:defRPr sz="1425" b="1">
                <a:solidFill>
                  <a:srgbClr val="0F172A"/>
                </a:solidFill>
                <a:latin typeface="Montserrat"/>
                <a:ea typeface="Montserrat"/>
                <a:cs typeface="Montserrat"/>
              </a:defRPr>
            </a:lvl6pPr>
            <a:lvl7pPr algn="l">
              <a:defRPr sz="1425" b="1">
                <a:solidFill>
                  <a:srgbClr val="0F172A"/>
                </a:solidFill>
                <a:latin typeface="Montserrat"/>
                <a:ea typeface="Montserrat"/>
                <a:cs typeface="Montserrat"/>
              </a:defRPr>
            </a:lvl7pPr>
            <a:lvl8pPr algn="l">
              <a:defRPr sz="1425" b="1">
                <a:solidFill>
                  <a:srgbClr val="0F172A"/>
                </a:solidFill>
                <a:latin typeface="Montserrat"/>
                <a:ea typeface="Montserrat"/>
                <a:cs typeface="Montserrat"/>
              </a:defRPr>
            </a:lvl8pPr>
            <a:lvl9pPr algn="l">
              <a:defRPr sz="1425" b="1">
                <a:solidFill>
                  <a:srgbClr val="0F172A"/>
                </a:solidFill>
                <a:latin typeface="Montserrat"/>
                <a:ea typeface="Montserrat"/>
                <a:cs typeface="Montserrat"/>
              </a:defRPr>
            </a:lvl9pPr>
          </a:lstStyle>
          <a:p xmlns:a="http://schemas.openxmlformats.org/drawingml/2006/main">
            <a:pPr algn="l">
              <a:defRPr sz="1425" b="1">
                <a:solidFill>
                  <a:srgbClr val="0F172A"/>
                </a:solidFill>
                <a:latin typeface="Montserrat"/>
                <a:ea typeface="Montserrat"/>
                <a:cs typeface="Montserrat"/>
              </a:defRPr>
            </a:pPr>
            <a:r>
              <a:rPr sz="1425" b="1">
                <a:solidFill>
                  <a:srgbClr val="0F172A"/>
                </a:solidFill>
                <a:latin typeface="Montserrat"/>
                <a:ea typeface="Montserrat"/>
                <a:cs typeface="Montserrat"/>
              </a:rPr>
              <a:t>The AIE Network</a:t>
            </a:r>
          </a:p>
        </p:txBody>
      </p:sp>
      <p:sp>
        <p:nvSpPr>
          <p:cNvPr id="14" name="">
            <a:extLst xmlns:a="http://schemas.openxmlformats.org/drawingml/2006/main">
              <a:ext uri="{FF2B5EF4-FFF2-40B4-BE49-F238E27FC236}">
                <a16:creationId xmlns:a16="http://schemas.microsoft.com/office/drawing/2014/main" id="{1D8337DD-37A4-476E-85F8-3E24416A5AA0}"/>
              </a:ext>
            </a:extLst>
          </p:cNvPr>
          <p:cNvSpPr>
            <a:spLocks xmlns:a="http://schemas.openxmlformats.org/drawingml/2006/main" noGrp="1"/>
          </p:cNvSpPr>
          <p:nvPr/>
        </p:nvSpPr>
        <p:spPr>
          <a:xfrm xmlns:a="http://schemas.openxmlformats.org/drawingml/2006/main">
            <a:off x="4629150" y="3457575"/>
            <a:ext cx="628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I publish practical AI news and analysis for more than 250,000 subscribers.</a:t>
            </a:r>
          </a:p>
        </p:txBody>
      </p:sp>
      <p:sp>
        <p:nvSpPr>
          <p:cNvPr id="15" name="">
            <a:extLst xmlns:a="http://schemas.openxmlformats.org/drawingml/2006/main">
              <a:ext uri="{FF2B5EF4-FFF2-40B4-BE49-F238E27FC236}">
                <a16:creationId xmlns:a16="http://schemas.microsoft.com/office/drawing/2014/main" id="{C7316C32-FBFA-4E65-A0B6-114643F716A2}"/>
              </a:ext>
            </a:extLst>
          </p:cNvPr>
          <p:cNvSpPr>
            <a:spLocks xmlns:a="http://schemas.openxmlformats.org/drawingml/2006/main" noGrp="1"/>
          </p:cNvSpPr>
          <p:nvPr/>
        </p:nvSpPr>
        <p:spPr>
          <a:xfrm xmlns:a="http://schemas.openxmlformats.org/drawingml/2006/main">
            <a:off x="4629150" y="3990975"/>
            <a:ext cx="62865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16" name="">
            <a:extLst xmlns:a="http://schemas.openxmlformats.org/drawingml/2006/main">
              <a:ext uri="{FF2B5EF4-FFF2-40B4-BE49-F238E27FC236}">
                <a16:creationId xmlns:a16="http://schemas.microsoft.com/office/drawing/2014/main" id="{1686F85B-B889-4454-9D5C-C717DD67439A}"/>
              </a:ext>
            </a:extLst>
          </p:cNvPr>
          <p:cNvSpPr>
            <a:spLocks xmlns:a="http://schemas.openxmlformats.org/drawingml/2006/main" noGrp="1"/>
          </p:cNvSpPr>
          <p:nvPr/>
        </p:nvSpPr>
        <p:spPr>
          <a:xfrm xmlns:a="http://schemas.openxmlformats.org/drawingml/2006/main">
            <a:off x="4629150" y="409575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25" b="1">
                <a:solidFill>
                  <a:srgbClr val="0F172A"/>
                </a:solidFill>
                <a:latin typeface="Montserrat"/>
                <a:ea typeface="Montserrat"/>
                <a:cs typeface="Montserrat"/>
              </a:defRPr>
            </a:defPPr>
            <a:lvl1pPr algn="l">
              <a:defRPr sz="1425" b="1">
                <a:solidFill>
                  <a:srgbClr val="0F172A"/>
                </a:solidFill>
                <a:latin typeface="Montserrat"/>
                <a:ea typeface="Montserrat"/>
                <a:cs typeface="Montserrat"/>
              </a:defRPr>
            </a:lvl1pPr>
            <a:lvl2pPr algn="l">
              <a:defRPr sz="1425" b="1">
                <a:solidFill>
                  <a:srgbClr val="0F172A"/>
                </a:solidFill>
                <a:latin typeface="Montserrat"/>
                <a:ea typeface="Montserrat"/>
                <a:cs typeface="Montserrat"/>
              </a:defRPr>
            </a:lvl2pPr>
            <a:lvl3pPr algn="l">
              <a:defRPr sz="1425" b="1">
                <a:solidFill>
                  <a:srgbClr val="0F172A"/>
                </a:solidFill>
                <a:latin typeface="Montserrat"/>
                <a:ea typeface="Montserrat"/>
                <a:cs typeface="Montserrat"/>
              </a:defRPr>
            </a:lvl3pPr>
            <a:lvl4pPr algn="l">
              <a:defRPr sz="1425" b="1">
                <a:solidFill>
                  <a:srgbClr val="0F172A"/>
                </a:solidFill>
                <a:latin typeface="Montserrat"/>
                <a:ea typeface="Montserrat"/>
                <a:cs typeface="Montserrat"/>
              </a:defRPr>
            </a:lvl4pPr>
            <a:lvl5pPr algn="l">
              <a:defRPr sz="1425" b="1">
                <a:solidFill>
                  <a:srgbClr val="0F172A"/>
                </a:solidFill>
                <a:latin typeface="Montserrat"/>
                <a:ea typeface="Montserrat"/>
                <a:cs typeface="Montserrat"/>
              </a:defRPr>
            </a:lvl5pPr>
            <a:lvl6pPr algn="l">
              <a:defRPr sz="1425" b="1">
                <a:solidFill>
                  <a:srgbClr val="0F172A"/>
                </a:solidFill>
                <a:latin typeface="Montserrat"/>
                <a:ea typeface="Montserrat"/>
                <a:cs typeface="Montserrat"/>
              </a:defRPr>
            </a:lvl6pPr>
            <a:lvl7pPr algn="l">
              <a:defRPr sz="1425" b="1">
                <a:solidFill>
                  <a:srgbClr val="0F172A"/>
                </a:solidFill>
                <a:latin typeface="Montserrat"/>
                <a:ea typeface="Montserrat"/>
                <a:cs typeface="Montserrat"/>
              </a:defRPr>
            </a:lvl7pPr>
            <a:lvl8pPr algn="l">
              <a:defRPr sz="1425" b="1">
                <a:solidFill>
                  <a:srgbClr val="0F172A"/>
                </a:solidFill>
                <a:latin typeface="Montserrat"/>
                <a:ea typeface="Montserrat"/>
                <a:cs typeface="Montserrat"/>
              </a:defRPr>
            </a:lvl8pPr>
            <a:lvl9pPr algn="l">
              <a:defRPr sz="1425" b="1">
                <a:solidFill>
                  <a:srgbClr val="0F172A"/>
                </a:solidFill>
                <a:latin typeface="Montserrat"/>
                <a:ea typeface="Montserrat"/>
                <a:cs typeface="Montserrat"/>
              </a:defRPr>
            </a:lvl9pPr>
          </a:lstStyle>
          <a:p xmlns:a="http://schemas.openxmlformats.org/drawingml/2006/main">
            <a:pPr algn="l">
              <a:defRPr sz="1425" b="1">
                <a:solidFill>
                  <a:srgbClr val="0F172A"/>
                </a:solidFill>
                <a:latin typeface="Montserrat"/>
                <a:ea typeface="Montserrat"/>
                <a:cs typeface="Montserrat"/>
              </a:defRPr>
            </a:pPr>
            <a:r>
              <a:rPr sz="1425" b="1">
                <a:solidFill>
                  <a:srgbClr val="0F172A"/>
                </a:solidFill>
                <a:latin typeface="Montserrat"/>
                <a:ea typeface="Montserrat"/>
                <a:cs typeface="Montserrat"/>
              </a:rPr>
              <a:t>All Things AI</a:t>
            </a:r>
          </a:p>
        </p:txBody>
      </p:sp>
      <p:sp>
        <p:nvSpPr>
          <p:cNvPr id="17" name="">
            <a:extLst xmlns:a="http://schemas.openxmlformats.org/drawingml/2006/main">
              <a:ext uri="{FF2B5EF4-FFF2-40B4-BE49-F238E27FC236}">
                <a16:creationId xmlns:a16="http://schemas.microsoft.com/office/drawing/2014/main" id="{9AF14153-B0AA-4C11-BC11-89DBD9F3313C}"/>
              </a:ext>
            </a:extLst>
          </p:cNvPr>
          <p:cNvSpPr>
            <a:spLocks xmlns:a="http://schemas.openxmlformats.org/drawingml/2006/main" noGrp="1"/>
          </p:cNvSpPr>
          <p:nvPr/>
        </p:nvSpPr>
        <p:spPr>
          <a:xfrm xmlns:a="http://schemas.openxmlformats.org/drawingml/2006/main">
            <a:off x="4629150" y="4457700"/>
            <a:ext cx="628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I co-founded the Triangle's AI business conference and year-round community.</a:t>
            </a:r>
          </a:p>
        </p:txBody>
      </p:sp>
      <p:sp>
        <p:nvSpPr>
          <p:cNvPr id="18" name="">
            <a:extLst xmlns:a="http://schemas.openxmlformats.org/drawingml/2006/main">
              <a:ext uri="{FF2B5EF4-FFF2-40B4-BE49-F238E27FC236}">
                <a16:creationId xmlns:a16="http://schemas.microsoft.com/office/drawing/2014/main" id="{85A449F9-6B03-44CF-ABC0-5C5C765A5AAE}"/>
              </a:ext>
            </a:extLst>
          </p:cNvPr>
          <p:cNvSpPr>
            <a:spLocks xmlns:a="http://schemas.openxmlformats.org/drawingml/2006/main" noGrp="1"/>
          </p:cNvSpPr>
          <p:nvPr/>
        </p:nvSpPr>
        <p:spPr>
          <a:xfrm xmlns:a="http://schemas.openxmlformats.org/drawingml/2006/main">
            <a:off x="647700" y="525780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19" name="">
            <a:extLst xmlns:a="http://schemas.openxmlformats.org/drawingml/2006/main">
              <a:ext uri="{FF2B5EF4-FFF2-40B4-BE49-F238E27FC236}">
                <a16:creationId xmlns:a16="http://schemas.microsoft.com/office/drawing/2014/main" id="{AD4A97D4-6CBF-4836-807C-737C6FBFA451}"/>
              </a:ext>
            </a:extLst>
          </p:cNvPr>
          <p:cNvSpPr>
            <a:spLocks xmlns:a="http://schemas.openxmlformats.org/drawingml/2006/main" noGrp="1"/>
          </p:cNvSpPr>
          <p:nvPr/>
        </p:nvSpPr>
        <p:spPr>
          <a:xfrm xmlns:a="http://schemas.openxmlformats.org/drawingml/2006/main">
            <a:off x="742950" y="550545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B93800"/>
                </a:solidFill>
                <a:latin typeface="Montserrat"/>
                <a:ea typeface="Montserrat"/>
                <a:cs typeface="Montserrat"/>
              </a:defRPr>
            </a:defPPr>
            <a:lvl1pPr algn="l">
              <a:defRPr sz="1275" b="1">
                <a:solidFill>
                  <a:srgbClr val="B93800"/>
                </a:solidFill>
                <a:latin typeface="Montserrat"/>
                <a:ea typeface="Montserrat"/>
                <a:cs typeface="Montserrat"/>
              </a:defRPr>
            </a:lvl1pPr>
            <a:lvl2pPr algn="l">
              <a:defRPr sz="1275" b="1">
                <a:solidFill>
                  <a:srgbClr val="B93800"/>
                </a:solidFill>
                <a:latin typeface="Montserrat"/>
                <a:ea typeface="Montserrat"/>
                <a:cs typeface="Montserrat"/>
              </a:defRPr>
            </a:lvl2pPr>
            <a:lvl3pPr algn="l">
              <a:defRPr sz="1275" b="1">
                <a:solidFill>
                  <a:srgbClr val="B93800"/>
                </a:solidFill>
                <a:latin typeface="Montserrat"/>
                <a:ea typeface="Montserrat"/>
                <a:cs typeface="Montserrat"/>
              </a:defRPr>
            </a:lvl3pPr>
            <a:lvl4pPr algn="l">
              <a:defRPr sz="1275" b="1">
                <a:solidFill>
                  <a:srgbClr val="B93800"/>
                </a:solidFill>
                <a:latin typeface="Montserrat"/>
                <a:ea typeface="Montserrat"/>
                <a:cs typeface="Montserrat"/>
              </a:defRPr>
            </a:lvl4pPr>
            <a:lvl5pPr algn="l">
              <a:defRPr sz="1275" b="1">
                <a:solidFill>
                  <a:srgbClr val="B93800"/>
                </a:solidFill>
                <a:latin typeface="Montserrat"/>
                <a:ea typeface="Montserrat"/>
                <a:cs typeface="Montserrat"/>
              </a:defRPr>
            </a:lvl5pPr>
            <a:lvl6pPr algn="l">
              <a:defRPr sz="1275" b="1">
                <a:solidFill>
                  <a:srgbClr val="B93800"/>
                </a:solidFill>
                <a:latin typeface="Montserrat"/>
                <a:ea typeface="Montserrat"/>
                <a:cs typeface="Montserrat"/>
              </a:defRPr>
            </a:lvl6pPr>
            <a:lvl7pPr algn="l">
              <a:defRPr sz="1275" b="1">
                <a:solidFill>
                  <a:srgbClr val="B93800"/>
                </a:solidFill>
                <a:latin typeface="Montserrat"/>
                <a:ea typeface="Montserrat"/>
                <a:cs typeface="Montserrat"/>
              </a:defRPr>
            </a:lvl7pPr>
            <a:lvl8pPr algn="l">
              <a:defRPr sz="1275" b="1">
                <a:solidFill>
                  <a:srgbClr val="B93800"/>
                </a:solidFill>
                <a:latin typeface="Montserrat"/>
                <a:ea typeface="Montserrat"/>
                <a:cs typeface="Montserrat"/>
              </a:defRPr>
            </a:lvl8pPr>
            <a:lvl9pPr algn="l">
              <a:defRPr sz="1275" b="1">
                <a:solidFill>
                  <a:srgbClr val="B93800"/>
                </a:solidFill>
                <a:latin typeface="Montserrat"/>
                <a:ea typeface="Montserrat"/>
                <a:cs typeface="Montserrat"/>
              </a:defRPr>
            </a:lvl9pPr>
          </a:lstStyle>
          <a:p xmlns:a="http://schemas.openxmlformats.org/drawingml/2006/main">
            <a:pPr algn="l">
              <a:defRPr sz="1275" b="1">
                <a:solidFill>
                  <a:srgbClr val="B93800"/>
                </a:solidFill>
                <a:latin typeface="Montserrat"/>
                <a:ea typeface="Montserrat"/>
                <a:cs typeface="Montserrat"/>
              </a:defRPr>
            </a:pPr>
            <a:r>
              <a:rPr sz="1275" b="1">
                <a:solidFill>
                  <a:srgbClr val="B93800"/>
                </a:solidFill>
                <a:latin typeface="Montserrat"/>
                <a:ea typeface="Montserrat"/>
                <a:cs typeface="Montserrat"/>
              </a:rPr>
              <a:t>I came up through the internet, Linux, open source, and cloud. I teach from what we learned shipping real systems.</a:t>
            </a:r>
          </a:p>
        </p:txBody>
      </p:sp>
    </p:spTree>
    <p:extLst>
      <p:ext uri="{BB962C8B-B14F-4D97-AF65-F5344CB8AC3E}">
        <p14:creationId xmlns:p14="http://schemas.microsoft.com/office/powerpoint/2010/main" val="40950602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69414029-CD3B-4A70-AFEB-444F60987D8C}"/>
              </a:ext>
            </a:extLst>
          </p:cNvPr>
          <p:cNvPicPr>
            <a:picLocks xmlns:a="http://schemas.openxmlformats.org/drawingml/2006/main" noChangeAspect="1"/>
          </p:cNvPicPr>
          <p:nvPr/>
        </p:nvPicPr>
        <p:blipFill>
          <a:blip xmlns:r="http://schemas.openxmlformats.org/officeDocument/2006/relationships" xmlns:a="http://schemas.openxmlformats.org/drawingml/2006/main" r:embed="R2508aa7c7e2c4e07"/>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6EE1AB39-9698-42A7-B73B-77DB53CF842C}"/>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03 / 63</a:t>
            </a:r>
            <a:endParaRPr sz="900"/>
          </a:p>
        </p:txBody>
      </p:sp>
      <p:sp>
        <p:nvSpPr>
          <p:cNvPr id="4" name="">
            <a:extLst xmlns:a="http://schemas.openxmlformats.org/drawingml/2006/main">
              <a:ext uri="{FF2B5EF4-FFF2-40B4-BE49-F238E27FC236}">
                <a16:creationId xmlns:a16="http://schemas.microsoft.com/office/drawing/2014/main" id="{54E61C04-3DC6-49F5-B01D-7FEF605E4BA3}"/>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307FE2"/>
                </a:solidFill>
                <a:latin typeface="Montserrat"/>
                <a:ea typeface="Montserrat"/>
                <a:cs typeface="Montserrat"/>
              </a:defRPr>
            </a:defPPr>
            <a:lvl1pPr algn="l">
              <a:defRPr sz="1050" b="1">
                <a:solidFill>
                  <a:srgbClr val="307FE2"/>
                </a:solidFill>
                <a:latin typeface="Montserrat"/>
                <a:ea typeface="Montserrat"/>
                <a:cs typeface="Montserrat"/>
              </a:defRPr>
            </a:lvl1pPr>
            <a:lvl2pPr algn="l">
              <a:defRPr sz="1050" b="1">
                <a:solidFill>
                  <a:srgbClr val="307FE2"/>
                </a:solidFill>
                <a:latin typeface="Montserrat"/>
                <a:ea typeface="Montserrat"/>
                <a:cs typeface="Montserrat"/>
              </a:defRPr>
            </a:lvl2pPr>
            <a:lvl3pPr algn="l">
              <a:defRPr sz="1050" b="1">
                <a:solidFill>
                  <a:srgbClr val="307FE2"/>
                </a:solidFill>
                <a:latin typeface="Montserrat"/>
                <a:ea typeface="Montserrat"/>
                <a:cs typeface="Montserrat"/>
              </a:defRPr>
            </a:lvl3pPr>
            <a:lvl4pPr algn="l">
              <a:defRPr sz="1050" b="1">
                <a:solidFill>
                  <a:srgbClr val="307FE2"/>
                </a:solidFill>
                <a:latin typeface="Montserrat"/>
                <a:ea typeface="Montserrat"/>
                <a:cs typeface="Montserrat"/>
              </a:defRPr>
            </a:lvl4pPr>
            <a:lvl5pPr algn="l">
              <a:defRPr sz="1050" b="1">
                <a:solidFill>
                  <a:srgbClr val="307FE2"/>
                </a:solidFill>
                <a:latin typeface="Montserrat"/>
                <a:ea typeface="Montserrat"/>
                <a:cs typeface="Montserrat"/>
              </a:defRPr>
            </a:lvl5pPr>
            <a:lvl6pPr algn="l">
              <a:defRPr sz="1050" b="1">
                <a:solidFill>
                  <a:srgbClr val="307FE2"/>
                </a:solidFill>
                <a:latin typeface="Montserrat"/>
                <a:ea typeface="Montserrat"/>
                <a:cs typeface="Montserrat"/>
              </a:defRPr>
            </a:lvl6pPr>
            <a:lvl7pPr algn="l">
              <a:defRPr sz="1050" b="1">
                <a:solidFill>
                  <a:srgbClr val="307FE2"/>
                </a:solidFill>
                <a:latin typeface="Montserrat"/>
                <a:ea typeface="Montserrat"/>
                <a:cs typeface="Montserrat"/>
              </a:defRPr>
            </a:lvl7pPr>
            <a:lvl8pPr algn="l">
              <a:defRPr sz="1050" b="1">
                <a:solidFill>
                  <a:srgbClr val="307FE2"/>
                </a:solidFill>
                <a:latin typeface="Montserrat"/>
                <a:ea typeface="Montserrat"/>
                <a:cs typeface="Montserrat"/>
              </a:defRPr>
            </a:lvl8pPr>
            <a:lvl9pPr algn="l">
              <a:defRPr sz="1050" b="1">
                <a:solidFill>
                  <a:srgbClr val="307FE2"/>
                </a:solidFill>
                <a:latin typeface="Montserrat"/>
                <a:ea typeface="Montserrat"/>
                <a:cs typeface="Montserrat"/>
              </a:defRPr>
            </a:lvl9pPr>
          </a:lstStyle>
          <a:p xmlns:a="http://schemas.openxmlformats.org/drawingml/2006/main">
            <a:pPr algn="l">
              <a:defRPr sz="1050" b="1">
                <a:solidFill>
                  <a:srgbClr val="307FE2"/>
                </a:solidFill>
                <a:latin typeface="Montserrat"/>
                <a:ea typeface="Montserrat"/>
                <a:cs typeface="Montserrat"/>
              </a:defRPr>
            </a:pPr>
            <a:r>
              <a:rPr sz="1050" b="1">
                <a:solidFill>
                  <a:srgbClr val="307FE2"/>
                </a:solidFill>
                <a:latin typeface="Montserrat"/>
                <a:ea typeface="Montserrat"/>
                <a:cs typeface="Montserrat"/>
              </a:rPr>
              <a:t>// OPENING · THE PROMISE</a:t>
            </a:r>
          </a:p>
        </p:txBody>
      </p:sp>
      <p:sp>
        <p:nvSpPr>
          <p:cNvPr id="5" name="">
            <a:extLst xmlns:a="http://schemas.openxmlformats.org/drawingml/2006/main">
              <a:ext uri="{FF2B5EF4-FFF2-40B4-BE49-F238E27FC236}">
                <a16:creationId xmlns:a16="http://schemas.microsoft.com/office/drawing/2014/main" id="{82881F75-61C2-4A56-96D2-06437D057F85}"/>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94A3B8"/>
                </a:solidFill>
                <a:latin typeface="Montserrat"/>
                <a:ea typeface="Montserrat"/>
                <a:cs typeface="Montserrat"/>
              </a:defRPr>
            </a:defPPr>
            <a:lvl1pPr algn="r">
              <a:defRPr sz="900" b="0">
                <a:solidFill>
                  <a:srgbClr val="94A3B8"/>
                </a:solidFill>
                <a:latin typeface="Montserrat"/>
                <a:ea typeface="Montserrat"/>
                <a:cs typeface="Montserrat"/>
              </a:defRPr>
            </a:lvl1pPr>
            <a:lvl2pPr algn="r">
              <a:defRPr sz="900" b="0">
                <a:solidFill>
                  <a:srgbClr val="94A3B8"/>
                </a:solidFill>
                <a:latin typeface="Montserrat"/>
                <a:ea typeface="Montserrat"/>
                <a:cs typeface="Montserrat"/>
              </a:defRPr>
            </a:lvl2pPr>
            <a:lvl3pPr algn="r">
              <a:defRPr sz="900" b="0">
                <a:solidFill>
                  <a:srgbClr val="94A3B8"/>
                </a:solidFill>
                <a:latin typeface="Montserrat"/>
                <a:ea typeface="Montserrat"/>
                <a:cs typeface="Montserrat"/>
              </a:defRPr>
            </a:lvl3pPr>
            <a:lvl4pPr algn="r">
              <a:defRPr sz="900" b="0">
                <a:solidFill>
                  <a:srgbClr val="94A3B8"/>
                </a:solidFill>
                <a:latin typeface="Montserrat"/>
                <a:ea typeface="Montserrat"/>
                <a:cs typeface="Montserrat"/>
              </a:defRPr>
            </a:lvl4pPr>
            <a:lvl5pPr algn="r">
              <a:defRPr sz="900" b="0">
                <a:solidFill>
                  <a:srgbClr val="94A3B8"/>
                </a:solidFill>
                <a:latin typeface="Montserrat"/>
                <a:ea typeface="Montserrat"/>
                <a:cs typeface="Montserrat"/>
              </a:defRPr>
            </a:lvl5pPr>
            <a:lvl6pPr algn="r">
              <a:defRPr sz="900" b="0">
                <a:solidFill>
                  <a:srgbClr val="94A3B8"/>
                </a:solidFill>
                <a:latin typeface="Montserrat"/>
                <a:ea typeface="Montserrat"/>
                <a:cs typeface="Montserrat"/>
              </a:defRPr>
            </a:lvl6pPr>
            <a:lvl7pPr algn="r">
              <a:defRPr sz="900" b="0">
                <a:solidFill>
                  <a:srgbClr val="94A3B8"/>
                </a:solidFill>
                <a:latin typeface="Montserrat"/>
                <a:ea typeface="Montserrat"/>
                <a:cs typeface="Montserrat"/>
              </a:defRPr>
            </a:lvl7pPr>
            <a:lvl8pPr algn="r">
              <a:defRPr sz="900" b="0">
                <a:solidFill>
                  <a:srgbClr val="94A3B8"/>
                </a:solidFill>
                <a:latin typeface="Montserrat"/>
                <a:ea typeface="Montserrat"/>
                <a:cs typeface="Montserrat"/>
              </a:defRPr>
            </a:lvl8pPr>
            <a:lvl9pPr algn="r">
              <a:defRPr sz="900" b="0">
                <a:solidFill>
                  <a:srgbClr val="94A3B8"/>
                </a:solidFill>
                <a:latin typeface="Montserrat"/>
                <a:ea typeface="Montserrat"/>
                <a:cs typeface="Montserrat"/>
              </a:defRPr>
            </a:lvl9pPr>
          </a:lstStyle>
          <a:p xmlns:a="http://schemas.openxmlformats.org/drawingml/2006/main">
            <a:pPr algn="r">
              <a:defRPr sz="900" b="0">
                <a:solidFill>
                  <a:srgbClr val="94A3B8"/>
                </a:solidFill>
                <a:latin typeface="Montserrat"/>
                <a:ea typeface="Montserrat"/>
                <a:cs typeface="Montserrat"/>
              </a:defRPr>
            </a:pPr>
            <a:r>
              <a:rPr sz="900" b="0">
                <a:solidFill>
                  <a:srgbClr val="94A3B8"/>
                </a:solidFill>
                <a:latin typeface="Montserrat"/>
                <a:ea typeface="Montserrat"/>
                <a:cs typeface="Montserrat"/>
              </a:rPr>
              <a:t>0:02–0:05</a:t>
            </a:r>
          </a:p>
        </p:txBody>
      </p:sp>
      <p:sp>
        <p:nvSpPr>
          <p:cNvPr id="6" name="">
            <a:extLst xmlns:a="http://schemas.openxmlformats.org/drawingml/2006/main">
              <a:ext uri="{FF2B5EF4-FFF2-40B4-BE49-F238E27FC236}">
                <a16:creationId xmlns:a16="http://schemas.microsoft.com/office/drawing/2014/main" id="{C40BB7FD-0157-495A-8536-8B7175B6CE1F}"/>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This is a workshop</a:t>
            </a:r>
          </a:p>
        </p:txBody>
      </p:sp>
      <p:sp>
        <p:nvSpPr>
          <p:cNvPr id="7" name="">
            <a:extLst xmlns:a="http://schemas.openxmlformats.org/drawingml/2006/main">
              <a:ext uri="{FF2B5EF4-FFF2-40B4-BE49-F238E27FC236}">
                <a16:creationId xmlns:a16="http://schemas.microsoft.com/office/drawing/2014/main" id="{49CF129C-E49D-435D-8AE9-15EC2D26B7AE}"/>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CHOOSE YOUR OWN ADVENTURE · WE WILL BUILD THE MATERIALS WITH YOU</a:t>
            </a:r>
          </a:p>
        </p:txBody>
      </p:sp>
      <p:sp>
        <p:nvSpPr>
          <p:cNvPr id="8" name="">
            <a:extLst xmlns:a="http://schemas.openxmlformats.org/drawingml/2006/main">
              <a:ext uri="{FF2B5EF4-FFF2-40B4-BE49-F238E27FC236}">
                <a16:creationId xmlns:a16="http://schemas.microsoft.com/office/drawing/2014/main" id="{4392AE72-F879-413C-839A-59DA63C064D8}"/>
              </a:ext>
            </a:extLst>
          </p:cNvPr>
          <p:cNvSpPr>
            <a:spLocks xmlns:a="http://schemas.openxmlformats.org/drawingml/2006/main" noGrp="1"/>
          </p:cNvSpPr>
          <p:nvPr/>
        </p:nvSpPr>
        <p:spPr>
          <a:xfrm xmlns:a="http://schemas.openxmlformats.org/drawingml/2006/main">
            <a:off x="742950" y="2171700"/>
            <a:ext cx="1047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00" b="1">
                <a:solidFill>
                  <a:srgbClr val="0F172A"/>
                </a:solidFill>
                <a:latin typeface="Montserrat"/>
                <a:ea typeface="Montserrat"/>
                <a:cs typeface="Montserrat"/>
              </a:defRPr>
            </a:defPPr>
            <a:lvl1pPr algn="l">
              <a:defRPr sz="2100" b="1">
                <a:solidFill>
                  <a:srgbClr val="0F172A"/>
                </a:solidFill>
                <a:latin typeface="Montserrat"/>
                <a:ea typeface="Montserrat"/>
                <a:cs typeface="Montserrat"/>
              </a:defRPr>
            </a:lvl1pPr>
            <a:lvl2pPr algn="l">
              <a:defRPr sz="2100" b="1">
                <a:solidFill>
                  <a:srgbClr val="0F172A"/>
                </a:solidFill>
                <a:latin typeface="Montserrat"/>
                <a:ea typeface="Montserrat"/>
                <a:cs typeface="Montserrat"/>
              </a:defRPr>
            </a:lvl2pPr>
            <a:lvl3pPr algn="l">
              <a:defRPr sz="2100" b="1">
                <a:solidFill>
                  <a:srgbClr val="0F172A"/>
                </a:solidFill>
                <a:latin typeface="Montserrat"/>
                <a:ea typeface="Montserrat"/>
                <a:cs typeface="Montserrat"/>
              </a:defRPr>
            </a:lvl3pPr>
            <a:lvl4pPr algn="l">
              <a:defRPr sz="2100" b="1">
                <a:solidFill>
                  <a:srgbClr val="0F172A"/>
                </a:solidFill>
                <a:latin typeface="Montserrat"/>
                <a:ea typeface="Montserrat"/>
                <a:cs typeface="Montserrat"/>
              </a:defRPr>
            </a:lvl4pPr>
            <a:lvl5pPr algn="l">
              <a:defRPr sz="2100" b="1">
                <a:solidFill>
                  <a:srgbClr val="0F172A"/>
                </a:solidFill>
                <a:latin typeface="Montserrat"/>
                <a:ea typeface="Montserrat"/>
                <a:cs typeface="Montserrat"/>
              </a:defRPr>
            </a:lvl5pPr>
            <a:lvl6pPr algn="l">
              <a:defRPr sz="2100" b="1">
                <a:solidFill>
                  <a:srgbClr val="0F172A"/>
                </a:solidFill>
                <a:latin typeface="Montserrat"/>
                <a:ea typeface="Montserrat"/>
                <a:cs typeface="Montserrat"/>
              </a:defRPr>
            </a:lvl6pPr>
            <a:lvl7pPr algn="l">
              <a:defRPr sz="2100" b="1">
                <a:solidFill>
                  <a:srgbClr val="0F172A"/>
                </a:solidFill>
                <a:latin typeface="Montserrat"/>
                <a:ea typeface="Montserrat"/>
                <a:cs typeface="Montserrat"/>
              </a:defRPr>
            </a:lvl7pPr>
            <a:lvl8pPr algn="l">
              <a:defRPr sz="2100" b="1">
                <a:solidFill>
                  <a:srgbClr val="0F172A"/>
                </a:solidFill>
                <a:latin typeface="Montserrat"/>
                <a:ea typeface="Montserrat"/>
                <a:cs typeface="Montserrat"/>
              </a:defRPr>
            </a:lvl8pPr>
            <a:lvl9pPr algn="l">
              <a:defRPr sz="2100" b="1">
                <a:solidFill>
                  <a:srgbClr val="0F172A"/>
                </a:solidFill>
                <a:latin typeface="Montserrat"/>
                <a:ea typeface="Montserrat"/>
                <a:cs typeface="Montserrat"/>
              </a:defRPr>
            </a:lvl9pPr>
          </a:lstStyle>
          <a:p xmlns:a="http://schemas.openxmlformats.org/drawingml/2006/main">
            <a:pPr algn="l">
              <a:defRPr sz="2100" b="1">
                <a:solidFill>
                  <a:srgbClr val="0F172A"/>
                </a:solidFill>
                <a:latin typeface="Montserrat"/>
                <a:ea typeface="Montserrat"/>
                <a:cs typeface="Montserrat"/>
              </a:defRPr>
            </a:pPr>
            <a:r>
              <a:rPr sz="2100" b="1">
                <a:solidFill>
                  <a:srgbClr val="0F172A"/>
                </a:solidFill>
                <a:latin typeface="Montserrat"/>
                <a:ea typeface="Montserrat"/>
                <a:cs typeface="Montserrat"/>
              </a:rPr>
              <a:t>I am not training you to become a programmer.</a:t>
            </a:r>
          </a:p>
        </p:txBody>
      </p:sp>
      <p:sp>
        <p:nvSpPr>
          <p:cNvPr id="9" name="">
            <a:extLst xmlns:a="http://schemas.openxmlformats.org/drawingml/2006/main">
              <a:ext uri="{FF2B5EF4-FFF2-40B4-BE49-F238E27FC236}">
                <a16:creationId xmlns:a16="http://schemas.microsoft.com/office/drawing/2014/main" id="{1D0703D6-94D4-489D-807C-76DBD57CA2B9}"/>
              </a:ext>
            </a:extLst>
          </p:cNvPr>
          <p:cNvSpPr>
            <a:spLocks xmlns:a="http://schemas.openxmlformats.org/drawingml/2006/main" noGrp="1"/>
          </p:cNvSpPr>
          <p:nvPr/>
        </p:nvSpPr>
        <p:spPr>
          <a:xfrm xmlns:a="http://schemas.openxmlformats.org/drawingml/2006/main">
            <a:off x="742950" y="2857500"/>
            <a:ext cx="990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0">
                <a:solidFill>
                  <a:srgbClr val="475569"/>
                </a:solidFill>
                <a:latin typeface="Montserrat"/>
                <a:ea typeface="Montserrat"/>
                <a:cs typeface="Montserrat"/>
              </a:defRPr>
            </a:defPPr>
            <a:lvl1pPr algn="l">
              <a:defRPr sz="1650" b="0">
                <a:solidFill>
                  <a:srgbClr val="475569"/>
                </a:solidFill>
                <a:latin typeface="Montserrat"/>
                <a:ea typeface="Montserrat"/>
                <a:cs typeface="Montserrat"/>
              </a:defRPr>
            </a:lvl1pPr>
            <a:lvl2pPr algn="l">
              <a:defRPr sz="1650" b="0">
                <a:solidFill>
                  <a:srgbClr val="475569"/>
                </a:solidFill>
                <a:latin typeface="Montserrat"/>
                <a:ea typeface="Montserrat"/>
                <a:cs typeface="Montserrat"/>
              </a:defRPr>
            </a:lvl2pPr>
            <a:lvl3pPr algn="l">
              <a:defRPr sz="1650" b="0">
                <a:solidFill>
                  <a:srgbClr val="475569"/>
                </a:solidFill>
                <a:latin typeface="Montserrat"/>
                <a:ea typeface="Montserrat"/>
                <a:cs typeface="Montserrat"/>
              </a:defRPr>
            </a:lvl3pPr>
            <a:lvl4pPr algn="l">
              <a:defRPr sz="1650" b="0">
                <a:solidFill>
                  <a:srgbClr val="475569"/>
                </a:solidFill>
                <a:latin typeface="Montserrat"/>
                <a:ea typeface="Montserrat"/>
                <a:cs typeface="Montserrat"/>
              </a:defRPr>
            </a:lvl4pPr>
            <a:lvl5pPr algn="l">
              <a:defRPr sz="1650" b="0">
                <a:solidFill>
                  <a:srgbClr val="475569"/>
                </a:solidFill>
                <a:latin typeface="Montserrat"/>
                <a:ea typeface="Montserrat"/>
                <a:cs typeface="Montserrat"/>
              </a:defRPr>
            </a:lvl5pPr>
            <a:lvl6pPr algn="l">
              <a:defRPr sz="1650" b="0">
                <a:solidFill>
                  <a:srgbClr val="475569"/>
                </a:solidFill>
                <a:latin typeface="Montserrat"/>
                <a:ea typeface="Montserrat"/>
                <a:cs typeface="Montserrat"/>
              </a:defRPr>
            </a:lvl6pPr>
            <a:lvl7pPr algn="l">
              <a:defRPr sz="1650" b="0">
                <a:solidFill>
                  <a:srgbClr val="475569"/>
                </a:solidFill>
                <a:latin typeface="Montserrat"/>
                <a:ea typeface="Montserrat"/>
                <a:cs typeface="Montserrat"/>
              </a:defRPr>
            </a:lvl7pPr>
            <a:lvl8pPr algn="l">
              <a:defRPr sz="1650" b="0">
                <a:solidFill>
                  <a:srgbClr val="475569"/>
                </a:solidFill>
                <a:latin typeface="Montserrat"/>
                <a:ea typeface="Montserrat"/>
                <a:cs typeface="Montserrat"/>
              </a:defRPr>
            </a:lvl8pPr>
            <a:lvl9pPr algn="l">
              <a:defRPr sz="1650" b="0">
                <a:solidFill>
                  <a:srgbClr val="475569"/>
                </a:solidFill>
                <a:latin typeface="Montserrat"/>
                <a:ea typeface="Montserrat"/>
                <a:cs typeface="Montserrat"/>
              </a:defRPr>
            </a:lvl9pPr>
          </a:lstStyle>
          <a:p xmlns:a="http://schemas.openxmlformats.org/drawingml/2006/main">
            <a:pPr algn="l">
              <a:defRPr sz="1650" b="0">
                <a:solidFill>
                  <a:srgbClr val="475569"/>
                </a:solidFill>
                <a:latin typeface="Montserrat"/>
                <a:ea typeface="Montserrat"/>
                <a:cs typeface="Montserrat"/>
              </a:defRPr>
            </a:pPr>
            <a:r>
              <a:rPr sz="1650" b="0">
                <a:solidFill>
                  <a:srgbClr val="475569"/>
                </a:solidFill>
                <a:latin typeface="Montserrat"/>
                <a:ea typeface="Montserrat"/>
                <a:cs typeface="Montserrat"/>
              </a:rPr>
              <a:t>We’ll start with two core builds. Your questions decide where we slow down, what we explain, and what we add to the course repository.</a:t>
            </a:r>
          </a:p>
        </p:txBody>
      </p:sp>
      <p:sp>
        <p:nvSpPr>
          <p:cNvPr id="10" name="">
            <a:extLst xmlns:a="http://schemas.openxmlformats.org/drawingml/2006/main">
              <a:ext uri="{FF2B5EF4-FFF2-40B4-BE49-F238E27FC236}">
                <a16:creationId xmlns:a16="http://schemas.microsoft.com/office/drawing/2014/main" id="{1AA14BF7-525D-4E0B-9BF3-49DA4D00EAA2}"/>
              </a:ext>
            </a:extLst>
          </p:cNvPr>
          <p:cNvSpPr>
            <a:spLocks xmlns:a="http://schemas.openxmlformats.org/drawingml/2006/main" noGrp="1"/>
          </p:cNvSpPr>
          <p:nvPr/>
        </p:nvSpPr>
        <p:spPr>
          <a:xfrm xmlns:a="http://schemas.openxmlformats.org/drawingml/2006/main">
            <a:off x="742950" y="371475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01</a:t>
            </a:r>
          </a:p>
        </p:txBody>
      </p:sp>
      <p:sp>
        <p:nvSpPr>
          <p:cNvPr id="11" name="">
            <a:extLst xmlns:a="http://schemas.openxmlformats.org/drawingml/2006/main">
              <a:ext uri="{FF2B5EF4-FFF2-40B4-BE49-F238E27FC236}">
                <a16:creationId xmlns:a16="http://schemas.microsoft.com/office/drawing/2014/main" id="{C9BF10EE-D3FF-4AA4-BE1C-64B5C13DCFDD}"/>
              </a:ext>
            </a:extLst>
          </p:cNvPr>
          <p:cNvSpPr>
            <a:spLocks xmlns:a="http://schemas.openxmlformats.org/drawingml/2006/main" noGrp="1"/>
          </p:cNvSpPr>
          <p:nvPr/>
        </p:nvSpPr>
        <p:spPr>
          <a:xfrm xmlns:a="http://schemas.openxmlformats.org/drawingml/2006/main">
            <a:off x="742950" y="4152900"/>
            <a:ext cx="3378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Build it</a:t>
            </a:r>
          </a:p>
        </p:txBody>
      </p:sp>
      <p:sp>
        <p:nvSpPr>
          <p:cNvPr id="12" name="">
            <a:extLst xmlns:a="http://schemas.openxmlformats.org/drawingml/2006/main">
              <a:ext uri="{FF2B5EF4-FFF2-40B4-BE49-F238E27FC236}">
                <a16:creationId xmlns:a16="http://schemas.microsoft.com/office/drawing/2014/main" id="{1FE88F0D-9542-43A7-B393-64E1D68AF0C3}"/>
              </a:ext>
            </a:extLst>
          </p:cNvPr>
          <p:cNvSpPr>
            <a:spLocks xmlns:a="http://schemas.openxmlformats.org/drawingml/2006/main" noGrp="1"/>
          </p:cNvSpPr>
          <p:nvPr/>
        </p:nvSpPr>
        <p:spPr>
          <a:xfrm xmlns:a="http://schemas.openxmlformats.org/drawingml/2006/main">
            <a:off x="742950" y="4781550"/>
            <a:ext cx="3378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0">
                <a:solidFill>
                  <a:srgbClr val="475569"/>
                </a:solidFill>
                <a:latin typeface="Montserrat"/>
                <a:ea typeface="Montserrat"/>
                <a:cs typeface="Montserrat"/>
              </a:defRPr>
            </a:defPPr>
            <a:lvl1pPr algn="l">
              <a:defRPr sz="1125" b="0">
                <a:solidFill>
                  <a:srgbClr val="475569"/>
                </a:solidFill>
                <a:latin typeface="Montserrat"/>
                <a:ea typeface="Montserrat"/>
                <a:cs typeface="Montserrat"/>
              </a:defRPr>
            </a:lvl1pPr>
            <a:lvl2pPr algn="l">
              <a:defRPr sz="1125" b="0">
                <a:solidFill>
                  <a:srgbClr val="475569"/>
                </a:solidFill>
                <a:latin typeface="Montserrat"/>
                <a:ea typeface="Montserrat"/>
                <a:cs typeface="Montserrat"/>
              </a:defRPr>
            </a:lvl2pPr>
            <a:lvl3pPr algn="l">
              <a:defRPr sz="1125" b="0">
                <a:solidFill>
                  <a:srgbClr val="475569"/>
                </a:solidFill>
                <a:latin typeface="Montserrat"/>
                <a:ea typeface="Montserrat"/>
                <a:cs typeface="Montserrat"/>
              </a:defRPr>
            </a:lvl3pPr>
            <a:lvl4pPr algn="l">
              <a:defRPr sz="1125" b="0">
                <a:solidFill>
                  <a:srgbClr val="475569"/>
                </a:solidFill>
                <a:latin typeface="Montserrat"/>
                <a:ea typeface="Montserrat"/>
                <a:cs typeface="Montserrat"/>
              </a:defRPr>
            </a:lvl4pPr>
            <a:lvl5pPr algn="l">
              <a:defRPr sz="1125" b="0">
                <a:solidFill>
                  <a:srgbClr val="475569"/>
                </a:solidFill>
                <a:latin typeface="Montserrat"/>
                <a:ea typeface="Montserrat"/>
                <a:cs typeface="Montserrat"/>
              </a:defRPr>
            </a:lvl5pPr>
            <a:lvl6pPr algn="l">
              <a:defRPr sz="1125" b="0">
                <a:solidFill>
                  <a:srgbClr val="475569"/>
                </a:solidFill>
                <a:latin typeface="Montserrat"/>
                <a:ea typeface="Montserrat"/>
                <a:cs typeface="Montserrat"/>
              </a:defRPr>
            </a:lvl6pPr>
            <a:lvl7pPr algn="l">
              <a:defRPr sz="1125" b="0">
                <a:solidFill>
                  <a:srgbClr val="475569"/>
                </a:solidFill>
                <a:latin typeface="Montserrat"/>
                <a:ea typeface="Montserrat"/>
                <a:cs typeface="Montserrat"/>
              </a:defRPr>
            </a:lvl7pPr>
            <a:lvl8pPr algn="l">
              <a:defRPr sz="1125" b="0">
                <a:solidFill>
                  <a:srgbClr val="475569"/>
                </a:solidFill>
                <a:latin typeface="Montserrat"/>
                <a:ea typeface="Montserrat"/>
                <a:cs typeface="Montserrat"/>
              </a:defRPr>
            </a:lvl8pPr>
            <a:lvl9pPr algn="l">
              <a:defRPr sz="1125" b="0">
                <a:solidFill>
                  <a:srgbClr val="475569"/>
                </a:solidFill>
                <a:latin typeface="Montserrat"/>
                <a:ea typeface="Montserrat"/>
                <a:cs typeface="Montserrat"/>
              </a:defRPr>
            </a:lvl9pPr>
          </a:lstStyle>
          <a:p xmlns:a="http://schemas.openxmlformats.org/drawingml/2006/main">
            <a:pPr algn="l">
              <a:defRPr sz="1125" b="0">
                <a:solidFill>
                  <a:srgbClr val="475569"/>
                </a:solidFill>
                <a:latin typeface="Montserrat"/>
                <a:ea typeface="Montserrat"/>
                <a:cs typeface="Montserrat"/>
              </a:defRPr>
            </a:pPr>
            <a:r>
              <a:rPr sz="1125" b="0">
                <a:solidFill>
                  <a:srgbClr val="475569"/>
                </a:solidFill>
                <a:latin typeface="Montserrat"/>
                <a:ea typeface="Montserrat"/>
                <a:cs typeface="Montserrat"/>
              </a:rPr>
              <a:t>Use an AI coding agent to turn plain language into working files.</a:t>
            </a:r>
          </a:p>
        </p:txBody>
      </p:sp>
      <p:sp>
        <p:nvSpPr>
          <p:cNvPr id="13" name="">
            <a:extLst xmlns:a="http://schemas.openxmlformats.org/drawingml/2006/main">
              <a:ext uri="{FF2B5EF4-FFF2-40B4-BE49-F238E27FC236}">
                <a16:creationId xmlns:a16="http://schemas.microsoft.com/office/drawing/2014/main" id="{BB0AE120-9B87-4BAC-8E98-697EA8C78121}"/>
              </a:ext>
            </a:extLst>
          </p:cNvPr>
          <p:cNvSpPr>
            <a:spLocks xmlns:a="http://schemas.openxmlformats.org/drawingml/2006/main" noGrp="1"/>
          </p:cNvSpPr>
          <p:nvPr/>
        </p:nvSpPr>
        <p:spPr>
          <a:xfrm xmlns:a="http://schemas.openxmlformats.org/drawingml/2006/main">
            <a:off x="4273550" y="3714750"/>
            <a:ext cx="0" cy="152400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14" name="">
            <a:extLst xmlns:a="http://schemas.openxmlformats.org/drawingml/2006/main">
              <a:ext uri="{FF2B5EF4-FFF2-40B4-BE49-F238E27FC236}">
                <a16:creationId xmlns:a16="http://schemas.microsoft.com/office/drawing/2014/main" id="{74DE2DB2-DAB8-486A-A147-E3BA61E55EE9}"/>
              </a:ext>
            </a:extLst>
          </p:cNvPr>
          <p:cNvSpPr>
            <a:spLocks xmlns:a="http://schemas.openxmlformats.org/drawingml/2006/main" noGrp="1"/>
          </p:cNvSpPr>
          <p:nvPr/>
        </p:nvSpPr>
        <p:spPr>
          <a:xfrm xmlns:a="http://schemas.openxmlformats.org/drawingml/2006/main">
            <a:off x="4387850" y="371475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02</a:t>
            </a:r>
          </a:p>
        </p:txBody>
      </p:sp>
      <p:sp>
        <p:nvSpPr>
          <p:cNvPr id="15" name="">
            <a:extLst xmlns:a="http://schemas.openxmlformats.org/drawingml/2006/main">
              <a:ext uri="{FF2B5EF4-FFF2-40B4-BE49-F238E27FC236}">
                <a16:creationId xmlns:a16="http://schemas.microsoft.com/office/drawing/2014/main" id="{13299915-241E-46C4-82A2-763940E683F0}"/>
              </a:ext>
            </a:extLst>
          </p:cNvPr>
          <p:cNvSpPr>
            <a:spLocks xmlns:a="http://schemas.openxmlformats.org/drawingml/2006/main" noGrp="1"/>
          </p:cNvSpPr>
          <p:nvPr/>
        </p:nvSpPr>
        <p:spPr>
          <a:xfrm xmlns:a="http://schemas.openxmlformats.org/drawingml/2006/main">
            <a:off x="4387850" y="4152900"/>
            <a:ext cx="3378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Test it</a:t>
            </a:r>
          </a:p>
        </p:txBody>
      </p:sp>
      <p:sp>
        <p:nvSpPr>
          <p:cNvPr id="16" name="">
            <a:extLst xmlns:a="http://schemas.openxmlformats.org/drawingml/2006/main">
              <a:ext uri="{FF2B5EF4-FFF2-40B4-BE49-F238E27FC236}">
                <a16:creationId xmlns:a16="http://schemas.microsoft.com/office/drawing/2014/main" id="{94F5F423-5293-4F0D-9943-0A5DF3E4931B}"/>
              </a:ext>
            </a:extLst>
          </p:cNvPr>
          <p:cNvSpPr>
            <a:spLocks xmlns:a="http://schemas.openxmlformats.org/drawingml/2006/main" noGrp="1"/>
          </p:cNvSpPr>
          <p:nvPr/>
        </p:nvSpPr>
        <p:spPr>
          <a:xfrm xmlns:a="http://schemas.openxmlformats.org/drawingml/2006/main">
            <a:off x="4387850" y="4781550"/>
            <a:ext cx="3378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0">
                <a:solidFill>
                  <a:srgbClr val="475569"/>
                </a:solidFill>
                <a:latin typeface="Montserrat"/>
                <a:ea typeface="Montserrat"/>
                <a:cs typeface="Montserrat"/>
              </a:defRPr>
            </a:defPPr>
            <a:lvl1pPr algn="l">
              <a:defRPr sz="1125" b="0">
                <a:solidFill>
                  <a:srgbClr val="475569"/>
                </a:solidFill>
                <a:latin typeface="Montserrat"/>
                <a:ea typeface="Montserrat"/>
                <a:cs typeface="Montserrat"/>
              </a:defRPr>
            </a:lvl1pPr>
            <a:lvl2pPr algn="l">
              <a:defRPr sz="1125" b="0">
                <a:solidFill>
                  <a:srgbClr val="475569"/>
                </a:solidFill>
                <a:latin typeface="Montserrat"/>
                <a:ea typeface="Montserrat"/>
                <a:cs typeface="Montserrat"/>
              </a:defRPr>
            </a:lvl2pPr>
            <a:lvl3pPr algn="l">
              <a:defRPr sz="1125" b="0">
                <a:solidFill>
                  <a:srgbClr val="475569"/>
                </a:solidFill>
                <a:latin typeface="Montserrat"/>
                <a:ea typeface="Montserrat"/>
                <a:cs typeface="Montserrat"/>
              </a:defRPr>
            </a:lvl3pPr>
            <a:lvl4pPr algn="l">
              <a:defRPr sz="1125" b="0">
                <a:solidFill>
                  <a:srgbClr val="475569"/>
                </a:solidFill>
                <a:latin typeface="Montserrat"/>
                <a:ea typeface="Montserrat"/>
                <a:cs typeface="Montserrat"/>
              </a:defRPr>
            </a:lvl4pPr>
            <a:lvl5pPr algn="l">
              <a:defRPr sz="1125" b="0">
                <a:solidFill>
                  <a:srgbClr val="475569"/>
                </a:solidFill>
                <a:latin typeface="Montserrat"/>
                <a:ea typeface="Montserrat"/>
                <a:cs typeface="Montserrat"/>
              </a:defRPr>
            </a:lvl5pPr>
            <a:lvl6pPr algn="l">
              <a:defRPr sz="1125" b="0">
                <a:solidFill>
                  <a:srgbClr val="475569"/>
                </a:solidFill>
                <a:latin typeface="Montserrat"/>
                <a:ea typeface="Montserrat"/>
                <a:cs typeface="Montserrat"/>
              </a:defRPr>
            </a:lvl6pPr>
            <a:lvl7pPr algn="l">
              <a:defRPr sz="1125" b="0">
                <a:solidFill>
                  <a:srgbClr val="475569"/>
                </a:solidFill>
                <a:latin typeface="Montserrat"/>
                <a:ea typeface="Montserrat"/>
                <a:cs typeface="Montserrat"/>
              </a:defRPr>
            </a:lvl7pPr>
            <a:lvl8pPr algn="l">
              <a:defRPr sz="1125" b="0">
                <a:solidFill>
                  <a:srgbClr val="475569"/>
                </a:solidFill>
                <a:latin typeface="Montserrat"/>
                <a:ea typeface="Montserrat"/>
                <a:cs typeface="Montserrat"/>
              </a:defRPr>
            </a:lvl8pPr>
            <a:lvl9pPr algn="l">
              <a:defRPr sz="1125" b="0">
                <a:solidFill>
                  <a:srgbClr val="475569"/>
                </a:solidFill>
                <a:latin typeface="Montserrat"/>
                <a:ea typeface="Montserrat"/>
                <a:cs typeface="Montserrat"/>
              </a:defRPr>
            </a:lvl9pPr>
          </a:lstStyle>
          <a:p xmlns:a="http://schemas.openxmlformats.org/drawingml/2006/main">
            <a:pPr algn="l">
              <a:defRPr sz="1125" b="0">
                <a:solidFill>
                  <a:srgbClr val="475569"/>
                </a:solidFill>
                <a:latin typeface="Montserrat"/>
                <a:ea typeface="Montserrat"/>
                <a:cs typeface="Montserrat"/>
              </a:defRPr>
            </a:pPr>
            <a:r>
              <a:rPr sz="1125" b="0">
                <a:solidFill>
                  <a:srgbClr val="475569"/>
                </a:solidFill>
                <a:latin typeface="Montserrat"/>
                <a:ea typeface="Montserrat"/>
                <a:cs typeface="Montserrat"/>
              </a:rPr>
              <a:t>Try the important action. Record what passed, failed, or was not tested.</a:t>
            </a:r>
          </a:p>
        </p:txBody>
      </p:sp>
      <p:sp>
        <p:nvSpPr>
          <p:cNvPr id="17" name="">
            <a:extLst xmlns:a="http://schemas.openxmlformats.org/drawingml/2006/main">
              <a:ext uri="{FF2B5EF4-FFF2-40B4-BE49-F238E27FC236}">
                <a16:creationId xmlns:a16="http://schemas.microsoft.com/office/drawing/2014/main" id="{E6144FE8-A380-4805-B44A-0427DDECFB58}"/>
              </a:ext>
            </a:extLst>
          </p:cNvPr>
          <p:cNvSpPr>
            <a:spLocks xmlns:a="http://schemas.openxmlformats.org/drawingml/2006/main" noGrp="1"/>
          </p:cNvSpPr>
          <p:nvPr/>
        </p:nvSpPr>
        <p:spPr>
          <a:xfrm xmlns:a="http://schemas.openxmlformats.org/drawingml/2006/main">
            <a:off x="7918450" y="3714750"/>
            <a:ext cx="0" cy="152400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18" name="">
            <a:extLst xmlns:a="http://schemas.openxmlformats.org/drawingml/2006/main">
              <a:ext uri="{FF2B5EF4-FFF2-40B4-BE49-F238E27FC236}">
                <a16:creationId xmlns:a16="http://schemas.microsoft.com/office/drawing/2014/main" id="{E1729196-EE63-4518-AAF5-70F98B365DE8}"/>
              </a:ext>
            </a:extLst>
          </p:cNvPr>
          <p:cNvSpPr>
            <a:spLocks xmlns:a="http://schemas.openxmlformats.org/drawingml/2006/main" noGrp="1"/>
          </p:cNvSpPr>
          <p:nvPr/>
        </p:nvSpPr>
        <p:spPr>
          <a:xfrm xmlns:a="http://schemas.openxmlformats.org/drawingml/2006/main">
            <a:off x="8032750" y="371475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03</a:t>
            </a:r>
          </a:p>
        </p:txBody>
      </p:sp>
      <p:sp>
        <p:nvSpPr>
          <p:cNvPr id="19" name="">
            <a:extLst xmlns:a="http://schemas.openxmlformats.org/drawingml/2006/main">
              <a:ext uri="{FF2B5EF4-FFF2-40B4-BE49-F238E27FC236}">
                <a16:creationId xmlns:a16="http://schemas.microsoft.com/office/drawing/2014/main" id="{8CB1ED62-9808-48B3-94AE-F7D88DC08799}"/>
              </a:ext>
            </a:extLst>
          </p:cNvPr>
          <p:cNvSpPr>
            <a:spLocks xmlns:a="http://schemas.openxmlformats.org/drawingml/2006/main" noGrp="1"/>
          </p:cNvSpPr>
          <p:nvPr/>
        </p:nvSpPr>
        <p:spPr>
          <a:xfrm xmlns:a="http://schemas.openxmlformats.org/drawingml/2006/main">
            <a:off x="8032750" y="4152900"/>
            <a:ext cx="3378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Own it</a:t>
            </a:r>
          </a:p>
        </p:txBody>
      </p:sp>
      <p:sp>
        <p:nvSpPr>
          <p:cNvPr id="20" name="">
            <a:extLst xmlns:a="http://schemas.openxmlformats.org/drawingml/2006/main">
              <a:ext uri="{FF2B5EF4-FFF2-40B4-BE49-F238E27FC236}">
                <a16:creationId xmlns:a16="http://schemas.microsoft.com/office/drawing/2014/main" id="{7866B2E3-AB9B-405C-BDBE-CD2A97DF1AEA}"/>
              </a:ext>
            </a:extLst>
          </p:cNvPr>
          <p:cNvSpPr>
            <a:spLocks xmlns:a="http://schemas.openxmlformats.org/drawingml/2006/main" noGrp="1"/>
          </p:cNvSpPr>
          <p:nvPr/>
        </p:nvSpPr>
        <p:spPr>
          <a:xfrm xmlns:a="http://schemas.openxmlformats.org/drawingml/2006/main">
            <a:off x="8032750" y="4781550"/>
            <a:ext cx="3378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0">
                <a:solidFill>
                  <a:srgbClr val="475569"/>
                </a:solidFill>
                <a:latin typeface="Montserrat"/>
                <a:ea typeface="Montserrat"/>
                <a:cs typeface="Montserrat"/>
              </a:defRPr>
            </a:defPPr>
            <a:lvl1pPr algn="l">
              <a:defRPr sz="1125" b="0">
                <a:solidFill>
                  <a:srgbClr val="475569"/>
                </a:solidFill>
                <a:latin typeface="Montserrat"/>
                <a:ea typeface="Montserrat"/>
                <a:cs typeface="Montserrat"/>
              </a:defRPr>
            </a:lvl1pPr>
            <a:lvl2pPr algn="l">
              <a:defRPr sz="1125" b="0">
                <a:solidFill>
                  <a:srgbClr val="475569"/>
                </a:solidFill>
                <a:latin typeface="Montserrat"/>
                <a:ea typeface="Montserrat"/>
                <a:cs typeface="Montserrat"/>
              </a:defRPr>
            </a:lvl2pPr>
            <a:lvl3pPr algn="l">
              <a:defRPr sz="1125" b="0">
                <a:solidFill>
                  <a:srgbClr val="475569"/>
                </a:solidFill>
                <a:latin typeface="Montserrat"/>
                <a:ea typeface="Montserrat"/>
                <a:cs typeface="Montserrat"/>
              </a:defRPr>
            </a:lvl3pPr>
            <a:lvl4pPr algn="l">
              <a:defRPr sz="1125" b="0">
                <a:solidFill>
                  <a:srgbClr val="475569"/>
                </a:solidFill>
                <a:latin typeface="Montserrat"/>
                <a:ea typeface="Montserrat"/>
                <a:cs typeface="Montserrat"/>
              </a:defRPr>
            </a:lvl4pPr>
            <a:lvl5pPr algn="l">
              <a:defRPr sz="1125" b="0">
                <a:solidFill>
                  <a:srgbClr val="475569"/>
                </a:solidFill>
                <a:latin typeface="Montserrat"/>
                <a:ea typeface="Montserrat"/>
                <a:cs typeface="Montserrat"/>
              </a:defRPr>
            </a:lvl5pPr>
            <a:lvl6pPr algn="l">
              <a:defRPr sz="1125" b="0">
                <a:solidFill>
                  <a:srgbClr val="475569"/>
                </a:solidFill>
                <a:latin typeface="Montserrat"/>
                <a:ea typeface="Montserrat"/>
                <a:cs typeface="Montserrat"/>
              </a:defRPr>
            </a:lvl6pPr>
            <a:lvl7pPr algn="l">
              <a:defRPr sz="1125" b="0">
                <a:solidFill>
                  <a:srgbClr val="475569"/>
                </a:solidFill>
                <a:latin typeface="Montserrat"/>
                <a:ea typeface="Montserrat"/>
                <a:cs typeface="Montserrat"/>
              </a:defRPr>
            </a:lvl7pPr>
            <a:lvl8pPr algn="l">
              <a:defRPr sz="1125" b="0">
                <a:solidFill>
                  <a:srgbClr val="475569"/>
                </a:solidFill>
                <a:latin typeface="Montserrat"/>
                <a:ea typeface="Montserrat"/>
                <a:cs typeface="Montserrat"/>
              </a:defRPr>
            </a:lvl8pPr>
            <a:lvl9pPr algn="l">
              <a:defRPr sz="1125" b="0">
                <a:solidFill>
                  <a:srgbClr val="475569"/>
                </a:solidFill>
                <a:latin typeface="Montserrat"/>
                <a:ea typeface="Montserrat"/>
                <a:cs typeface="Montserrat"/>
              </a:defRPr>
            </a:lvl9pPr>
          </a:lstStyle>
          <a:p xmlns:a="http://schemas.openxmlformats.org/drawingml/2006/main">
            <a:pPr algn="l">
              <a:defRPr sz="1125" b="0">
                <a:solidFill>
                  <a:srgbClr val="475569"/>
                </a:solidFill>
                <a:latin typeface="Montserrat"/>
                <a:ea typeface="Montserrat"/>
                <a:cs typeface="Montserrat"/>
              </a:defRPr>
            </a:pPr>
            <a:r>
              <a:rPr sz="1125" b="0">
                <a:solidFill>
                  <a:srgbClr val="475569"/>
                </a:solidFill>
                <a:latin typeface="Montserrat"/>
                <a:ea typeface="Montserrat"/>
                <a:cs typeface="Montserrat"/>
              </a:rPr>
              <a:t>Keep the project, its history, and its live URL in accounts you control.</a:t>
            </a:r>
          </a:p>
        </p:txBody>
      </p:sp>
      <p:sp>
        <p:nvSpPr>
          <p:cNvPr id="21" name="">
            <a:extLst xmlns:a="http://schemas.openxmlformats.org/drawingml/2006/main">
              <a:ext uri="{FF2B5EF4-FFF2-40B4-BE49-F238E27FC236}">
                <a16:creationId xmlns:a16="http://schemas.microsoft.com/office/drawing/2014/main" id="{19E67CFE-32B3-4F5E-A9BF-7B8E3E2074EB}"/>
              </a:ext>
            </a:extLst>
          </p:cNvPr>
          <p:cNvSpPr>
            <a:spLocks xmlns:a="http://schemas.openxmlformats.org/drawingml/2006/main" noGrp="1"/>
          </p:cNvSpPr>
          <p:nvPr/>
        </p:nvSpPr>
        <p:spPr>
          <a:xfrm xmlns:a="http://schemas.openxmlformats.org/drawingml/2006/main">
            <a:off x="647700" y="527685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22" name="">
            <a:extLst xmlns:a="http://schemas.openxmlformats.org/drawingml/2006/main">
              <a:ext uri="{FF2B5EF4-FFF2-40B4-BE49-F238E27FC236}">
                <a16:creationId xmlns:a16="http://schemas.microsoft.com/office/drawing/2014/main" id="{CA60E187-1F37-4DBE-826B-9FDDE3EEDFBB}"/>
              </a:ext>
            </a:extLst>
          </p:cNvPr>
          <p:cNvSpPr>
            <a:spLocks xmlns:a="http://schemas.openxmlformats.org/drawingml/2006/main" noGrp="1"/>
          </p:cNvSpPr>
          <p:nvPr/>
        </p:nvSpPr>
        <p:spPr>
          <a:xfrm xmlns:a="http://schemas.openxmlformats.org/drawingml/2006/main">
            <a:off x="742950" y="55245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B93800"/>
                </a:solidFill>
                <a:latin typeface="Montserrat"/>
                <a:ea typeface="Montserrat"/>
                <a:cs typeface="Montserrat"/>
              </a:defRPr>
            </a:defPPr>
            <a:lvl1pPr algn="l">
              <a:defRPr sz="1350" b="1">
                <a:solidFill>
                  <a:srgbClr val="B93800"/>
                </a:solidFill>
                <a:latin typeface="Montserrat"/>
                <a:ea typeface="Montserrat"/>
                <a:cs typeface="Montserrat"/>
              </a:defRPr>
            </a:lvl1pPr>
            <a:lvl2pPr algn="l">
              <a:defRPr sz="1350" b="1">
                <a:solidFill>
                  <a:srgbClr val="B93800"/>
                </a:solidFill>
                <a:latin typeface="Montserrat"/>
                <a:ea typeface="Montserrat"/>
                <a:cs typeface="Montserrat"/>
              </a:defRPr>
            </a:lvl2pPr>
            <a:lvl3pPr algn="l">
              <a:defRPr sz="1350" b="1">
                <a:solidFill>
                  <a:srgbClr val="B93800"/>
                </a:solidFill>
                <a:latin typeface="Montserrat"/>
                <a:ea typeface="Montserrat"/>
                <a:cs typeface="Montserrat"/>
              </a:defRPr>
            </a:lvl3pPr>
            <a:lvl4pPr algn="l">
              <a:defRPr sz="1350" b="1">
                <a:solidFill>
                  <a:srgbClr val="B93800"/>
                </a:solidFill>
                <a:latin typeface="Montserrat"/>
                <a:ea typeface="Montserrat"/>
                <a:cs typeface="Montserrat"/>
              </a:defRPr>
            </a:lvl4pPr>
            <a:lvl5pPr algn="l">
              <a:defRPr sz="1350" b="1">
                <a:solidFill>
                  <a:srgbClr val="B93800"/>
                </a:solidFill>
                <a:latin typeface="Montserrat"/>
                <a:ea typeface="Montserrat"/>
                <a:cs typeface="Montserrat"/>
              </a:defRPr>
            </a:lvl5pPr>
            <a:lvl6pPr algn="l">
              <a:defRPr sz="1350" b="1">
                <a:solidFill>
                  <a:srgbClr val="B93800"/>
                </a:solidFill>
                <a:latin typeface="Montserrat"/>
                <a:ea typeface="Montserrat"/>
                <a:cs typeface="Montserrat"/>
              </a:defRPr>
            </a:lvl6pPr>
            <a:lvl7pPr algn="l">
              <a:defRPr sz="1350" b="1">
                <a:solidFill>
                  <a:srgbClr val="B93800"/>
                </a:solidFill>
                <a:latin typeface="Montserrat"/>
                <a:ea typeface="Montserrat"/>
                <a:cs typeface="Montserrat"/>
              </a:defRPr>
            </a:lvl7pPr>
            <a:lvl8pPr algn="l">
              <a:defRPr sz="1350" b="1">
                <a:solidFill>
                  <a:srgbClr val="B93800"/>
                </a:solidFill>
                <a:latin typeface="Montserrat"/>
                <a:ea typeface="Montserrat"/>
                <a:cs typeface="Montserrat"/>
              </a:defRPr>
            </a:lvl8pPr>
            <a:lvl9pPr algn="l">
              <a:defRPr sz="1350" b="1">
                <a:solidFill>
                  <a:srgbClr val="B93800"/>
                </a:solidFill>
                <a:latin typeface="Montserrat"/>
                <a:ea typeface="Montserrat"/>
                <a:cs typeface="Montserrat"/>
              </a:defRPr>
            </a:lvl9pPr>
          </a:lstStyle>
          <a:p xmlns:a="http://schemas.openxmlformats.org/drawingml/2006/main">
            <a:pPr algn="l">
              <a:defRPr sz="1350" b="1">
                <a:solidFill>
                  <a:srgbClr val="B93800"/>
                </a:solidFill>
                <a:latin typeface="Montserrat"/>
                <a:ea typeface="Montserrat"/>
                <a:cs typeface="Montserrat"/>
              </a:defRPr>
            </a:pPr>
            <a:r>
              <a:rPr sz="1350" b="1">
                <a:solidFill>
                  <a:srgbClr val="B93800"/>
                </a:solidFill>
                <a:latin typeface="Montserrat"/>
                <a:ea typeface="Montserrat"/>
                <a:cs typeface="Montserrat"/>
              </a:rPr>
              <a:t>We’ll vibe code the workshop materials in front of you—then put the useful changes back in the repo.</a:t>
            </a:r>
          </a:p>
        </p:txBody>
      </p:sp>
    </p:spTree>
    <p:extLst>
      <p:ext uri="{BB962C8B-B14F-4D97-AF65-F5344CB8AC3E}">
        <p14:creationId xmlns:p14="http://schemas.microsoft.com/office/powerpoint/2010/main" val="40950602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69414029-CD3B-4A70-AFEB-444F60987D8C}"/>
              </a:ext>
            </a:extLst>
          </p:cNvPr>
          <p:cNvPicPr>
            <a:picLocks xmlns:a="http://schemas.openxmlformats.org/drawingml/2006/main" noChangeAspect="1"/>
          </p:cNvPicPr>
          <p:nvPr/>
        </p:nvPicPr>
        <p:blipFill>
          <a:blip xmlns:r="http://schemas.openxmlformats.org/officeDocument/2006/relationships" xmlns:a="http://schemas.openxmlformats.org/drawingml/2006/main" r:embed="R8e50b8ef5cb842db"/>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6EE1AB39-9698-42A7-B73B-77DB53CF842C}"/>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04 / 63</a:t>
            </a:r>
            <a:endParaRPr sz="900"/>
          </a:p>
        </p:txBody>
      </p:sp>
      <p:sp>
        <p:nvSpPr>
          <p:cNvPr id="4" name="">
            <a:extLst xmlns:a="http://schemas.openxmlformats.org/drawingml/2006/main">
              <a:ext uri="{FF2B5EF4-FFF2-40B4-BE49-F238E27FC236}">
                <a16:creationId xmlns:a16="http://schemas.microsoft.com/office/drawing/2014/main" id="{30EC809D-F7C5-4EEE-887A-B02FFF2504CC}"/>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307FE2"/>
                </a:solidFill>
                <a:latin typeface="Montserrat"/>
                <a:ea typeface="Montserrat"/>
                <a:cs typeface="Montserrat"/>
              </a:defRPr>
            </a:defPPr>
            <a:lvl1pPr algn="l">
              <a:defRPr sz="1050" b="1">
                <a:solidFill>
                  <a:srgbClr val="307FE2"/>
                </a:solidFill>
                <a:latin typeface="Montserrat"/>
                <a:ea typeface="Montserrat"/>
                <a:cs typeface="Montserrat"/>
              </a:defRPr>
            </a:lvl1pPr>
            <a:lvl2pPr algn="l">
              <a:defRPr sz="1050" b="1">
                <a:solidFill>
                  <a:srgbClr val="307FE2"/>
                </a:solidFill>
                <a:latin typeface="Montserrat"/>
                <a:ea typeface="Montserrat"/>
                <a:cs typeface="Montserrat"/>
              </a:defRPr>
            </a:lvl2pPr>
            <a:lvl3pPr algn="l">
              <a:defRPr sz="1050" b="1">
                <a:solidFill>
                  <a:srgbClr val="307FE2"/>
                </a:solidFill>
                <a:latin typeface="Montserrat"/>
                <a:ea typeface="Montserrat"/>
                <a:cs typeface="Montserrat"/>
              </a:defRPr>
            </a:lvl3pPr>
            <a:lvl4pPr algn="l">
              <a:defRPr sz="1050" b="1">
                <a:solidFill>
                  <a:srgbClr val="307FE2"/>
                </a:solidFill>
                <a:latin typeface="Montserrat"/>
                <a:ea typeface="Montserrat"/>
                <a:cs typeface="Montserrat"/>
              </a:defRPr>
            </a:lvl4pPr>
            <a:lvl5pPr algn="l">
              <a:defRPr sz="1050" b="1">
                <a:solidFill>
                  <a:srgbClr val="307FE2"/>
                </a:solidFill>
                <a:latin typeface="Montserrat"/>
                <a:ea typeface="Montserrat"/>
                <a:cs typeface="Montserrat"/>
              </a:defRPr>
            </a:lvl5pPr>
            <a:lvl6pPr algn="l">
              <a:defRPr sz="1050" b="1">
                <a:solidFill>
                  <a:srgbClr val="307FE2"/>
                </a:solidFill>
                <a:latin typeface="Montserrat"/>
                <a:ea typeface="Montserrat"/>
                <a:cs typeface="Montserrat"/>
              </a:defRPr>
            </a:lvl6pPr>
            <a:lvl7pPr algn="l">
              <a:defRPr sz="1050" b="1">
                <a:solidFill>
                  <a:srgbClr val="307FE2"/>
                </a:solidFill>
                <a:latin typeface="Montserrat"/>
                <a:ea typeface="Montserrat"/>
                <a:cs typeface="Montserrat"/>
              </a:defRPr>
            </a:lvl7pPr>
            <a:lvl8pPr algn="l">
              <a:defRPr sz="1050" b="1">
                <a:solidFill>
                  <a:srgbClr val="307FE2"/>
                </a:solidFill>
                <a:latin typeface="Montserrat"/>
                <a:ea typeface="Montserrat"/>
                <a:cs typeface="Montserrat"/>
              </a:defRPr>
            </a:lvl8pPr>
            <a:lvl9pPr algn="l">
              <a:defRPr sz="1050" b="1">
                <a:solidFill>
                  <a:srgbClr val="307FE2"/>
                </a:solidFill>
                <a:latin typeface="Montserrat"/>
                <a:ea typeface="Montserrat"/>
                <a:cs typeface="Montserrat"/>
              </a:defRPr>
            </a:lvl9pPr>
          </a:lstStyle>
          <a:p xmlns:a="http://schemas.openxmlformats.org/drawingml/2006/main">
            <a:pPr algn="l">
              <a:defRPr sz="1050" b="1">
                <a:solidFill>
                  <a:srgbClr val="307FE2"/>
                </a:solidFill>
                <a:latin typeface="Montserrat"/>
                <a:ea typeface="Montserrat"/>
                <a:cs typeface="Montserrat"/>
              </a:defRPr>
            </a:pPr>
            <a:r>
              <a:rPr sz="1050" b="1">
                <a:solidFill>
                  <a:srgbClr val="307FE2"/>
                </a:solidFill>
                <a:latin typeface="Montserrat"/>
                <a:ea typeface="Montserrat"/>
                <a:cs typeface="Montserrat"/>
              </a:rPr>
              <a:t>// OPENING · HOW THIS WORKS</a:t>
            </a:r>
          </a:p>
        </p:txBody>
      </p:sp>
      <p:sp>
        <p:nvSpPr>
          <p:cNvPr id="5" name="">
            <a:extLst xmlns:a="http://schemas.openxmlformats.org/drawingml/2006/main">
              <a:ext uri="{FF2B5EF4-FFF2-40B4-BE49-F238E27FC236}">
                <a16:creationId xmlns:a16="http://schemas.microsoft.com/office/drawing/2014/main" id="{F6317557-6587-4D36-96F8-8F8BD328C63C}"/>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94A3B8"/>
                </a:solidFill>
                <a:latin typeface="Montserrat"/>
                <a:ea typeface="Montserrat"/>
                <a:cs typeface="Montserrat"/>
              </a:defRPr>
            </a:defPPr>
            <a:lvl1pPr algn="r">
              <a:defRPr sz="900" b="0">
                <a:solidFill>
                  <a:srgbClr val="94A3B8"/>
                </a:solidFill>
                <a:latin typeface="Montserrat"/>
                <a:ea typeface="Montserrat"/>
                <a:cs typeface="Montserrat"/>
              </a:defRPr>
            </a:lvl1pPr>
            <a:lvl2pPr algn="r">
              <a:defRPr sz="900" b="0">
                <a:solidFill>
                  <a:srgbClr val="94A3B8"/>
                </a:solidFill>
                <a:latin typeface="Montserrat"/>
                <a:ea typeface="Montserrat"/>
                <a:cs typeface="Montserrat"/>
              </a:defRPr>
            </a:lvl2pPr>
            <a:lvl3pPr algn="r">
              <a:defRPr sz="900" b="0">
                <a:solidFill>
                  <a:srgbClr val="94A3B8"/>
                </a:solidFill>
                <a:latin typeface="Montserrat"/>
                <a:ea typeface="Montserrat"/>
                <a:cs typeface="Montserrat"/>
              </a:defRPr>
            </a:lvl3pPr>
            <a:lvl4pPr algn="r">
              <a:defRPr sz="900" b="0">
                <a:solidFill>
                  <a:srgbClr val="94A3B8"/>
                </a:solidFill>
                <a:latin typeface="Montserrat"/>
                <a:ea typeface="Montserrat"/>
                <a:cs typeface="Montserrat"/>
              </a:defRPr>
            </a:lvl4pPr>
            <a:lvl5pPr algn="r">
              <a:defRPr sz="900" b="0">
                <a:solidFill>
                  <a:srgbClr val="94A3B8"/>
                </a:solidFill>
                <a:latin typeface="Montserrat"/>
                <a:ea typeface="Montserrat"/>
                <a:cs typeface="Montserrat"/>
              </a:defRPr>
            </a:lvl5pPr>
            <a:lvl6pPr algn="r">
              <a:defRPr sz="900" b="0">
                <a:solidFill>
                  <a:srgbClr val="94A3B8"/>
                </a:solidFill>
                <a:latin typeface="Montserrat"/>
                <a:ea typeface="Montserrat"/>
                <a:cs typeface="Montserrat"/>
              </a:defRPr>
            </a:lvl6pPr>
            <a:lvl7pPr algn="r">
              <a:defRPr sz="900" b="0">
                <a:solidFill>
                  <a:srgbClr val="94A3B8"/>
                </a:solidFill>
                <a:latin typeface="Montserrat"/>
                <a:ea typeface="Montserrat"/>
                <a:cs typeface="Montserrat"/>
              </a:defRPr>
            </a:lvl7pPr>
            <a:lvl8pPr algn="r">
              <a:defRPr sz="900" b="0">
                <a:solidFill>
                  <a:srgbClr val="94A3B8"/>
                </a:solidFill>
                <a:latin typeface="Montserrat"/>
                <a:ea typeface="Montserrat"/>
                <a:cs typeface="Montserrat"/>
              </a:defRPr>
            </a:lvl8pPr>
            <a:lvl9pPr algn="r">
              <a:defRPr sz="900" b="0">
                <a:solidFill>
                  <a:srgbClr val="94A3B8"/>
                </a:solidFill>
                <a:latin typeface="Montserrat"/>
                <a:ea typeface="Montserrat"/>
                <a:cs typeface="Montserrat"/>
              </a:defRPr>
            </a:lvl9pPr>
          </a:lstStyle>
          <a:p xmlns:a="http://schemas.openxmlformats.org/drawingml/2006/main">
            <a:pPr algn="r">
              <a:defRPr sz="900" b="0">
                <a:solidFill>
                  <a:srgbClr val="94A3B8"/>
                </a:solidFill>
                <a:latin typeface="Montserrat"/>
                <a:ea typeface="Montserrat"/>
                <a:cs typeface="Montserrat"/>
              </a:defRPr>
            </a:pPr>
            <a:r>
              <a:rPr sz="900" b="0">
                <a:solidFill>
                  <a:srgbClr val="94A3B8"/>
                </a:solidFill>
                <a:latin typeface="Montserrat"/>
                <a:ea typeface="Montserrat"/>
                <a:cs typeface="Montserrat"/>
              </a:rPr>
              <a:t>0:05–0:08</a:t>
            </a:r>
          </a:p>
        </p:txBody>
      </p:sp>
      <p:sp>
        <p:nvSpPr>
          <p:cNvPr id="6" name="">
            <a:extLst xmlns:a="http://schemas.openxmlformats.org/drawingml/2006/main">
              <a:ext uri="{FF2B5EF4-FFF2-40B4-BE49-F238E27FC236}">
                <a16:creationId xmlns:a16="http://schemas.microsoft.com/office/drawing/2014/main" id="{011D35C2-DF85-414D-9F19-6DCF17DD37F6}"/>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We’ll build this with you</a:t>
            </a:r>
          </a:p>
        </p:txBody>
      </p:sp>
      <p:sp>
        <p:nvSpPr>
          <p:cNvPr id="7" name="">
            <a:extLst xmlns:a="http://schemas.openxmlformats.org/drawingml/2006/main">
              <a:ext uri="{FF2B5EF4-FFF2-40B4-BE49-F238E27FC236}">
                <a16:creationId xmlns:a16="http://schemas.microsoft.com/office/drawing/2014/main" id="{D3669D3D-A91A-4EA3-A78F-042D5939B56A}"/>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YOUR QUESTIONS CAN CHANGE THE WORKSHOP</a:t>
            </a:r>
          </a:p>
        </p:txBody>
      </p:sp>
      <p:sp>
        <p:nvSpPr>
          <p:cNvPr id="8" name="">
            <a:extLst xmlns:a="http://schemas.openxmlformats.org/drawingml/2006/main">
              <a:ext uri="{FF2B5EF4-FFF2-40B4-BE49-F238E27FC236}">
                <a16:creationId xmlns:a16="http://schemas.microsoft.com/office/drawing/2014/main" id="{0B6E1419-2E41-4BDB-90E9-DF81DDDD62E8}"/>
              </a:ext>
            </a:extLst>
          </p:cNvPr>
          <p:cNvSpPr>
            <a:spLocks xmlns:a="http://schemas.openxmlformats.org/drawingml/2006/main" noGrp="1"/>
          </p:cNvSpPr>
          <p:nvPr/>
        </p:nvSpPr>
        <p:spPr>
          <a:xfrm xmlns:a="http://schemas.openxmlformats.org/drawingml/2006/main">
            <a:off x="742950" y="220980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01</a:t>
            </a:r>
          </a:p>
        </p:txBody>
      </p:sp>
      <p:sp>
        <p:nvSpPr>
          <p:cNvPr id="9" name="">
            <a:extLst xmlns:a="http://schemas.openxmlformats.org/drawingml/2006/main">
              <a:ext uri="{FF2B5EF4-FFF2-40B4-BE49-F238E27FC236}">
                <a16:creationId xmlns:a16="http://schemas.microsoft.com/office/drawing/2014/main" id="{4C7ECFF6-BCD7-4158-BF93-2A5F92FB75DB}"/>
              </a:ext>
            </a:extLst>
          </p:cNvPr>
          <p:cNvSpPr>
            <a:spLocks xmlns:a="http://schemas.openxmlformats.org/drawingml/2006/main" noGrp="1"/>
          </p:cNvSpPr>
          <p:nvPr/>
        </p:nvSpPr>
        <p:spPr>
          <a:xfrm xmlns:a="http://schemas.openxmlformats.org/drawingml/2006/main">
            <a:off x="742950" y="2647950"/>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1">
                <a:solidFill>
                  <a:srgbClr val="0F172A"/>
                </a:solidFill>
                <a:latin typeface="Montserrat"/>
                <a:ea typeface="Montserrat"/>
                <a:cs typeface="Montserrat"/>
              </a:defRPr>
            </a:defPPr>
            <a:lvl1pPr algn="l">
              <a:defRPr sz="1500" b="1">
                <a:solidFill>
                  <a:srgbClr val="0F172A"/>
                </a:solidFill>
                <a:latin typeface="Montserrat"/>
                <a:ea typeface="Montserrat"/>
                <a:cs typeface="Montserrat"/>
              </a:defRPr>
            </a:lvl1pPr>
            <a:lvl2pPr algn="l">
              <a:defRPr sz="1500" b="1">
                <a:solidFill>
                  <a:srgbClr val="0F172A"/>
                </a:solidFill>
                <a:latin typeface="Montserrat"/>
                <a:ea typeface="Montserrat"/>
                <a:cs typeface="Montserrat"/>
              </a:defRPr>
            </a:lvl2pPr>
            <a:lvl3pPr algn="l">
              <a:defRPr sz="1500" b="1">
                <a:solidFill>
                  <a:srgbClr val="0F172A"/>
                </a:solidFill>
                <a:latin typeface="Montserrat"/>
                <a:ea typeface="Montserrat"/>
                <a:cs typeface="Montserrat"/>
              </a:defRPr>
            </a:lvl3pPr>
            <a:lvl4pPr algn="l">
              <a:defRPr sz="1500" b="1">
                <a:solidFill>
                  <a:srgbClr val="0F172A"/>
                </a:solidFill>
                <a:latin typeface="Montserrat"/>
                <a:ea typeface="Montserrat"/>
                <a:cs typeface="Montserrat"/>
              </a:defRPr>
            </a:lvl4pPr>
            <a:lvl5pPr algn="l">
              <a:defRPr sz="1500" b="1">
                <a:solidFill>
                  <a:srgbClr val="0F172A"/>
                </a:solidFill>
                <a:latin typeface="Montserrat"/>
                <a:ea typeface="Montserrat"/>
                <a:cs typeface="Montserrat"/>
              </a:defRPr>
            </a:lvl5pPr>
            <a:lvl6pPr algn="l">
              <a:defRPr sz="1500" b="1">
                <a:solidFill>
                  <a:srgbClr val="0F172A"/>
                </a:solidFill>
                <a:latin typeface="Montserrat"/>
                <a:ea typeface="Montserrat"/>
                <a:cs typeface="Montserrat"/>
              </a:defRPr>
            </a:lvl6pPr>
            <a:lvl7pPr algn="l">
              <a:defRPr sz="1500" b="1">
                <a:solidFill>
                  <a:srgbClr val="0F172A"/>
                </a:solidFill>
                <a:latin typeface="Montserrat"/>
                <a:ea typeface="Montserrat"/>
                <a:cs typeface="Montserrat"/>
              </a:defRPr>
            </a:lvl7pPr>
            <a:lvl8pPr algn="l">
              <a:defRPr sz="1500" b="1">
                <a:solidFill>
                  <a:srgbClr val="0F172A"/>
                </a:solidFill>
                <a:latin typeface="Montserrat"/>
                <a:ea typeface="Montserrat"/>
                <a:cs typeface="Montserrat"/>
              </a:defRPr>
            </a:lvl8pPr>
            <a:lvl9pPr algn="l">
              <a:defRPr sz="1500" b="1">
                <a:solidFill>
                  <a:srgbClr val="0F172A"/>
                </a:solidFill>
                <a:latin typeface="Montserrat"/>
                <a:ea typeface="Montserrat"/>
                <a:cs typeface="Montserrat"/>
              </a:defRPr>
            </a:lvl9pPr>
          </a:lstStyle>
          <a:p xmlns:a="http://schemas.openxmlformats.org/drawingml/2006/main">
            <a:pPr algn="l">
              <a:defRPr sz="1500" b="1">
                <a:solidFill>
                  <a:srgbClr val="0F172A"/>
                </a:solidFill>
                <a:latin typeface="Montserrat"/>
                <a:ea typeface="Montserrat"/>
                <a:cs typeface="Montserrat"/>
              </a:defRPr>
            </a:pPr>
            <a:r>
              <a:rPr sz="1500" b="1">
                <a:solidFill>
                  <a:srgbClr val="0F172A"/>
                </a:solidFill>
                <a:latin typeface="Montserrat"/>
                <a:ea typeface="Montserrat"/>
                <a:cs typeface="Montserrat"/>
              </a:rPr>
              <a:t>Ask</a:t>
            </a:r>
          </a:p>
        </p:txBody>
      </p:sp>
      <p:sp>
        <p:nvSpPr>
          <p:cNvPr id="10" name="">
            <a:extLst xmlns:a="http://schemas.openxmlformats.org/drawingml/2006/main">
              <a:ext uri="{FF2B5EF4-FFF2-40B4-BE49-F238E27FC236}">
                <a16:creationId xmlns:a16="http://schemas.microsoft.com/office/drawing/2014/main" id="{510B699B-55A8-459B-B060-306BE6CB2F3D}"/>
              </a:ext>
            </a:extLst>
          </p:cNvPr>
          <p:cNvSpPr>
            <a:spLocks xmlns:a="http://schemas.openxmlformats.org/drawingml/2006/main" noGrp="1"/>
          </p:cNvSpPr>
          <p:nvPr/>
        </p:nvSpPr>
        <p:spPr>
          <a:xfrm xmlns:a="http://schemas.openxmlformats.org/drawingml/2006/main">
            <a:off x="742950" y="3276600"/>
            <a:ext cx="24669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Tell us where the process feels unclear, incomplete, or unlike your real work.</a:t>
            </a:r>
          </a:p>
        </p:txBody>
      </p:sp>
      <p:sp>
        <p:nvSpPr>
          <p:cNvPr id="11" name="">
            <a:extLst xmlns:a="http://schemas.openxmlformats.org/drawingml/2006/main">
              <a:ext uri="{FF2B5EF4-FFF2-40B4-BE49-F238E27FC236}">
                <a16:creationId xmlns:a16="http://schemas.microsoft.com/office/drawing/2014/main" id="{65600C33-195B-4B33-898A-4D2E4D513A22}"/>
              </a:ext>
            </a:extLst>
          </p:cNvPr>
          <p:cNvSpPr>
            <a:spLocks xmlns:a="http://schemas.openxmlformats.org/drawingml/2006/main" noGrp="1"/>
          </p:cNvSpPr>
          <p:nvPr/>
        </p:nvSpPr>
        <p:spPr>
          <a:xfrm xmlns:a="http://schemas.openxmlformats.org/drawingml/2006/main">
            <a:off x="3362325" y="2209800"/>
            <a:ext cx="0" cy="209550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12" name="">
            <a:extLst xmlns:a="http://schemas.openxmlformats.org/drawingml/2006/main">
              <a:ext uri="{FF2B5EF4-FFF2-40B4-BE49-F238E27FC236}">
                <a16:creationId xmlns:a16="http://schemas.microsoft.com/office/drawing/2014/main" id="{86622BC2-B2A7-4ADD-8378-485CE7AB10AD}"/>
              </a:ext>
            </a:extLst>
          </p:cNvPr>
          <p:cNvSpPr>
            <a:spLocks xmlns:a="http://schemas.openxmlformats.org/drawingml/2006/main" noGrp="1"/>
          </p:cNvSpPr>
          <p:nvPr/>
        </p:nvSpPr>
        <p:spPr>
          <a:xfrm xmlns:a="http://schemas.openxmlformats.org/drawingml/2006/main">
            <a:off x="3476625" y="220980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02</a:t>
            </a:r>
          </a:p>
        </p:txBody>
      </p:sp>
      <p:sp>
        <p:nvSpPr>
          <p:cNvPr id="13" name="">
            <a:extLst xmlns:a="http://schemas.openxmlformats.org/drawingml/2006/main">
              <a:ext uri="{FF2B5EF4-FFF2-40B4-BE49-F238E27FC236}">
                <a16:creationId xmlns:a16="http://schemas.microsoft.com/office/drawing/2014/main" id="{692C2985-8A15-4F19-BC29-0F339EB12216}"/>
              </a:ext>
            </a:extLst>
          </p:cNvPr>
          <p:cNvSpPr>
            <a:spLocks xmlns:a="http://schemas.openxmlformats.org/drawingml/2006/main" noGrp="1"/>
          </p:cNvSpPr>
          <p:nvPr/>
        </p:nvSpPr>
        <p:spPr>
          <a:xfrm xmlns:a="http://schemas.openxmlformats.org/drawingml/2006/main">
            <a:off x="3476625" y="2647950"/>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1">
                <a:solidFill>
                  <a:srgbClr val="0F172A"/>
                </a:solidFill>
                <a:latin typeface="Montserrat"/>
                <a:ea typeface="Montserrat"/>
                <a:cs typeface="Montserrat"/>
              </a:defRPr>
            </a:defPPr>
            <a:lvl1pPr algn="l">
              <a:defRPr sz="1500" b="1">
                <a:solidFill>
                  <a:srgbClr val="0F172A"/>
                </a:solidFill>
                <a:latin typeface="Montserrat"/>
                <a:ea typeface="Montserrat"/>
                <a:cs typeface="Montserrat"/>
              </a:defRPr>
            </a:lvl1pPr>
            <a:lvl2pPr algn="l">
              <a:defRPr sz="1500" b="1">
                <a:solidFill>
                  <a:srgbClr val="0F172A"/>
                </a:solidFill>
                <a:latin typeface="Montserrat"/>
                <a:ea typeface="Montserrat"/>
                <a:cs typeface="Montserrat"/>
              </a:defRPr>
            </a:lvl2pPr>
            <a:lvl3pPr algn="l">
              <a:defRPr sz="1500" b="1">
                <a:solidFill>
                  <a:srgbClr val="0F172A"/>
                </a:solidFill>
                <a:latin typeface="Montserrat"/>
                <a:ea typeface="Montserrat"/>
                <a:cs typeface="Montserrat"/>
              </a:defRPr>
            </a:lvl3pPr>
            <a:lvl4pPr algn="l">
              <a:defRPr sz="1500" b="1">
                <a:solidFill>
                  <a:srgbClr val="0F172A"/>
                </a:solidFill>
                <a:latin typeface="Montserrat"/>
                <a:ea typeface="Montserrat"/>
                <a:cs typeface="Montserrat"/>
              </a:defRPr>
            </a:lvl4pPr>
            <a:lvl5pPr algn="l">
              <a:defRPr sz="1500" b="1">
                <a:solidFill>
                  <a:srgbClr val="0F172A"/>
                </a:solidFill>
                <a:latin typeface="Montserrat"/>
                <a:ea typeface="Montserrat"/>
                <a:cs typeface="Montserrat"/>
              </a:defRPr>
            </a:lvl5pPr>
            <a:lvl6pPr algn="l">
              <a:defRPr sz="1500" b="1">
                <a:solidFill>
                  <a:srgbClr val="0F172A"/>
                </a:solidFill>
                <a:latin typeface="Montserrat"/>
                <a:ea typeface="Montserrat"/>
                <a:cs typeface="Montserrat"/>
              </a:defRPr>
            </a:lvl6pPr>
            <a:lvl7pPr algn="l">
              <a:defRPr sz="1500" b="1">
                <a:solidFill>
                  <a:srgbClr val="0F172A"/>
                </a:solidFill>
                <a:latin typeface="Montserrat"/>
                <a:ea typeface="Montserrat"/>
                <a:cs typeface="Montserrat"/>
              </a:defRPr>
            </a:lvl7pPr>
            <a:lvl8pPr algn="l">
              <a:defRPr sz="1500" b="1">
                <a:solidFill>
                  <a:srgbClr val="0F172A"/>
                </a:solidFill>
                <a:latin typeface="Montserrat"/>
                <a:ea typeface="Montserrat"/>
                <a:cs typeface="Montserrat"/>
              </a:defRPr>
            </a:lvl8pPr>
            <a:lvl9pPr algn="l">
              <a:defRPr sz="1500" b="1">
                <a:solidFill>
                  <a:srgbClr val="0F172A"/>
                </a:solidFill>
                <a:latin typeface="Montserrat"/>
                <a:ea typeface="Montserrat"/>
                <a:cs typeface="Montserrat"/>
              </a:defRPr>
            </a:lvl9pPr>
          </a:lstStyle>
          <a:p xmlns:a="http://schemas.openxmlformats.org/drawingml/2006/main">
            <a:pPr algn="l">
              <a:defRPr sz="1500" b="1">
                <a:solidFill>
                  <a:srgbClr val="0F172A"/>
                </a:solidFill>
                <a:latin typeface="Montserrat"/>
                <a:ea typeface="Montserrat"/>
                <a:cs typeface="Montserrat"/>
              </a:defRPr>
            </a:pPr>
            <a:r>
              <a:rPr sz="1500" b="1">
                <a:solidFill>
                  <a:srgbClr val="0F172A"/>
                </a:solidFill>
                <a:latin typeface="Montserrat"/>
                <a:ea typeface="Montserrat"/>
                <a:cs typeface="Montserrat"/>
              </a:rPr>
              <a:t>Add</a:t>
            </a:r>
          </a:p>
        </p:txBody>
      </p:sp>
      <p:sp>
        <p:nvSpPr>
          <p:cNvPr id="14" name="">
            <a:extLst xmlns:a="http://schemas.openxmlformats.org/drawingml/2006/main">
              <a:ext uri="{FF2B5EF4-FFF2-40B4-BE49-F238E27FC236}">
                <a16:creationId xmlns:a16="http://schemas.microsoft.com/office/drawing/2014/main" id="{B554610C-F3DF-4A67-972B-AF3AA6B11053}"/>
              </a:ext>
            </a:extLst>
          </p:cNvPr>
          <p:cNvSpPr>
            <a:spLocks xmlns:a="http://schemas.openxmlformats.org/drawingml/2006/main" noGrp="1"/>
          </p:cNvSpPr>
          <p:nvPr/>
        </p:nvSpPr>
        <p:spPr>
          <a:xfrm xmlns:a="http://schemas.openxmlformats.org/drawingml/2006/main">
            <a:off x="3476625" y="3276600"/>
            <a:ext cx="24669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We update the example or explanation while the room watches.</a:t>
            </a:r>
          </a:p>
        </p:txBody>
      </p:sp>
      <p:sp>
        <p:nvSpPr>
          <p:cNvPr id="15" name="">
            <a:extLst xmlns:a="http://schemas.openxmlformats.org/drawingml/2006/main">
              <a:ext uri="{FF2B5EF4-FFF2-40B4-BE49-F238E27FC236}">
                <a16:creationId xmlns:a16="http://schemas.microsoft.com/office/drawing/2014/main" id="{79D86DC3-83B2-4266-98D3-765092191602}"/>
              </a:ext>
            </a:extLst>
          </p:cNvPr>
          <p:cNvSpPr>
            <a:spLocks xmlns:a="http://schemas.openxmlformats.org/drawingml/2006/main" noGrp="1"/>
          </p:cNvSpPr>
          <p:nvPr/>
        </p:nvSpPr>
        <p:spPr>
          <a:xfrm xmlns:a="http://schemas.openxmlformats.org/drawingml/2006/main">
            <a:off x="6096000" y="2209800"/>
            <a:ext cx="0" cy="209550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16" name="">
            <a:extLst xmlns:a="http://schemas.openxmlformats.org/drawingml/2006/main">
              <a:ext uri="{FF2B5EF4-FFF2-40B4-BE49-F238E27FC236}">
                <a16:creationId xmlns:a16="http://schemas.microsoft.com/office/drawing/2014/main" id="{B4C36438-A26B-48F3-B1C1-FFABBE98F3F4}"/>
              </a:ext>
            </a:extLst>
          </p:cNvPr>
          <p:cNvSpPr>
            <a:spLocks xmlns:a="http://schemas.openxmlformats.org/drawingml/2006/main" noGrp="1"/>
          </p:cNvSpPr>
          <p:nvPr/>
        </p:nvSpPr>
        <p:spPr>
          <a:xfrm xmlns:a="http://schemas.openxmlformats.org/drawingml/2006/main">
            <a:off x="6210300" y="220980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03</a:t>
            </a:r>
          </a:p>
        </p:txBody>
      </p:sp>
      <p:sp>
        <p:nvSpPr>
          <p:cNvPr id="17" name="">
            <a:extLst xmlns:a="http://schemas.openxmlformats.org/drawingml/2006/main">
              <a:ext uri="{FF2B5EF4-FFF2-40B4-BE49-F238E27FC236}">
                <a16:creationId xmlns:a16="http://schemas.microsoft.com/office/drawing/2014/main" id="{195F36FD-A0D1-434D-81CA-39616F6BEC6D}"/>
              </a:ext>
            </a:extLst>
          </p:cNvPr>
          <p:cNvSpPr>
            <a:spLocks xmlns:a="http://schemas.openxmlformats.org/drawingml/2006/main" noGrp="1"/>
          </p:cNvSpPr>
          <p:nvPr/>
        </p:nvSpPr>
        <p:spPr>
          <a:xfrm xmlns:a="http://schemas.openxmlformats.org/drawingml/2006/main">
            <a:off x="6210300" y="2647950"/>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1">
                <a:solidFill>
                  <a:srgbClr val="0F172A"/>
                </a:solidFill>
                <a:latin typeface="Montserrat"/>
                <a:ea typeface="Montserrat"/>
                <a:cs typeface="Montserrat"/>
              </a:defRPr>
            </a:defPPr>
            <a:lvl1pPr algn="l">
              <a:defRPr sz="1500" b="1">
                <a:solidFill>
                  <a:srgbClr val="0F172A"/>
                </a:solidFill>
                <a:latin typeface="Montserrat"/>
                <a:ea typeface="Montserrat"/>
                <a:cs typeface="Montserrat"/>
              </a:defRPr>
            </a:lvl1pPr>
            <a:lvl2pPr algn="l">
              <a:defRPr sz="1500" b="1">
                <a:solidFill>
                  <a:srgbClr val="0F172A"/>
                </a:solidFill>
                <a:latin typeface="Montserrat"/>
                <a:ea typeface="Montserrat"/>
                <a:cs typeface="Montserrat"/>
              </a:defRPr>
            </a:lvl2pPr>
            <a:lvl3pPr algn="l">
              <a:defRPr sz="1500" b="1">
                <a:solidFill>
                  <a:srgbClr val="0F172A"/>
                </a:solidFill>
                <a:latin typeface="Montserrat"/>
                <a:ea typeface="Montserrat"/>
                <a:cs typeface="Montserrat"/>
              </a:defRPr>
            </a:lvl3pPr>
            <a:lvl4pPr algn="l">
              <a:defRPr sz="1500" b="1">
                <a:solidFill>
                  <a:srgbClr val="0F172A"/>
                </a:solidFill>
                <a:latin typeface="Montserrat"/>
                <a:ea typeface="Montserrat"/>
                <a:cs typeface="Montserrat"/>
              </a:defRPr>
            </a:lvl4pPr>
            <a:lvl5pPr algn="l">
              <a:defRPr sz="1500" b="1">
                <a:solidFill>
                  <a:srgbClr val="0F172A"/>
                </a:solidFill>
                <a:latin typeface="Montserrat"/>
                <a:ea typeface="Montserrat"/>
                <a:cs typeface="Montserrat"/>
              </a:defRPr>
            </a:lvl5pPr>
            <a:lvl6pPr algn="l">
              <a:defRPr sz="1500" b="1">
                <a:solidFill>
                  <a:srgbClr val="0F172A"/>
                </a:solidFill>
                <a:latin typeface="Montserrat"/>
                <a:ea typeface="Montserrat"/>
                <a:cs typeface="Montserrat"/>
              </a:defRPr>
            </a:lvl6pPr>
            <a:lvl7pPr algn="l">
              <a:defRPr sz="1500" b="1">
                <a:solidFill>
                  <a:srgbClr val="0F172A"/>
                </a:solidFill>
                <a:latin typeface="Montserrat"/>
                <a:ea typeface="Montserrat"/>
                <a:cs typeface="Montserrat"/>
              </a:defRPr>
            </a:lvl7pPr>
            <a:lvl8pPr algn="l">
              <a:defRPr sz="1500" b="1">
                <a:solidFill>
                  <a:srgbClr val="0F172A"/>
                </a:solidFill>
                <a:latin typeface="Montserrat"/>
                <a:ea typeface="Montserrat"/>
                <a:cs typeface="Montserrat"/>
              </a:defRPr>
            </a:lvl8pPr>
            <a:lvl9pPr algn="l">
              <a:defRPr sz="1500" b="1">
                <a:solidFill>
                  <a:srgbClr val="0F172A"/>
                </a:solidFill>
                <a:latin typeface="Montserrat"/>
                <a:ea typeface="Montserrat"/>
                <a:cs typeface="Montserrat"/>
              </a:defRPr>
            </a:lvl9pPr>
          </a:lstStyle>
          <a:p xmlns:a="http://schemas.openxmlformats.org/drawingml/2006/main">
            <a:pPr algn="l">
              <a:defRPr sz="1500" b="1">
                <a:solidFill>
                  <a:srgbClr val="0F172A"/>
                </a:solidFill>
                <a:latin typeface="Montserrat"/>
                <a:ea typeface="Montserrat"/>
                <a:cs typeface="Montserrat"/>
              </a:defRPr>
            </a:pPr>
            <a:r>
              <a:rPr sz="1500" b="1">
                <a:solidFill>
                  <a:srgbClr val="0F172A"/>
                </a:solidFill>
                <a:latin typeface="Montserrat"/>
                <a:ea typeface="Montserrat"/>
                <a:cs typeface="Montserrat"/>
              </a:rPr>
              <a:t>Check</a:t>
            </a:r>
          </a:p>
        </p:txBody>
      </p:sp>
      <p:sp>
        <p:nvSpPr>
          <p:cNvPr id="18" name="">
            <a:extLst xmlns:a="http://schemas.openxmlformats.org/drawingml/2006/main">
              <a:ext uri="{FF2B5EF4-FFF2-40B4-BE49-F238E27FC236}">
                <a16:creationId xmlns:a16="http://schemas.microsoft.com/office/drawing/2014/main" id="{5E423DE2-58A4-42F9-AF5A-10FB17701A25}"/>
              </a:ext>
            </a:extLst>
          </p:cNvPr>
          <p:cNvSpPr>
            <a:spLocks xmlns:a="http://schemas.openxmlformats.org/drawingml/2006/main" noGrp="1"/>
          </p:cNvSpPr>
          <p:nvPr/>
        </p:nvSpPr>
        <p:spPr>
          <a:xfrm xmlns:a="http://schemas.openxmlformats.org/drawingml/2006/main">
            <a:off x="6210300" y="3276600"/>
            <a:ext cx="24669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We review the change the same way we review the two projects.</a:t>
            </a:r>
          </a:p>
        </p:txBody>
      </p:sp>
      <p:sp>
        <p:nvSpPr>
          <p:cNvPr id="19" name="">
            <a:extLst xmlns:a="http://schemas.openxmlformats.org/drawingml/2006/main">
              <a:ext uri="{FF2B5EF4-FFF2-40B4-BE49-F238E27FC236}">
                <a16:creationId xmlns:a16="http://schemas.microsoft.com/office/drawing/2014/main" id="{516D2516-ED94-4CA5-8353-C925380F5486}"/>
              </a:ext>
            </a:extLst>
          </p:cNvPr>
          <p:cNvSpPr>
            <a:spLocks xmlns:a="http://schemas.openxmlformats.org/drawingml/2006/main" noGrp="1"/>
          </p:cNvSpPr>
          <p:nvPr/>
        </p:nvSpPr>
        <p:spPr>
          <a:xfrm xmlns:a="http://schemas.openxmlformats.org/drawingml/2006/main">
            <a:off x="8829675" y="2209800"/>
            <a:ext cx="0" cy="209550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20" name="">
            <a:extLst xmlns:a="http://schemas.openxmlformats.org/drawingml/2006/main">
              <a:ext uri="{FF2B5EF4-FFF2-40B4-BE49-F238E27FC236}">
                <a16:creationId xmlns:a16="http://schemas.microsoft.com/office/drawing/2014/main" id="{5F1D5416-976E-4990-9543-2AB4CED50271}"/>
              </a:ext>
            </a:extLst>
          </p:cNvPr>
          <p:cNvSpPr>
            <a:spLocks xmlns:a="http://schemas.openxmlformats.org/drawingml/2006/main" noGrp="1"/>
          </p:cNvSpPr>
          <p:nvPr/>
        </p:nvSpPr>
        <p:spPr>
          <a:xfrm xmlns:a="http://schemas.openxmlformats.org/drawingml/2006/main">
            <a:off x="8943975" y="220980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04</a:t>
            </a:r>
          </a:p>
        </p:txBody>
      </p:sp>
      <p:sp>
        <p:nvSpPr>
          <p:cNvPr id="21" name="">
            <a:extLst xmlns:a="http://schemas.openxmlformats.org/drawingml/2006/main">
              <a:ext uri="{FF2B5EF4-FFF2-40B4-BE49-F238E27FC236}">
                <a16:creationId xmlns:a16="http://schemas.microsoft.com/office/drawing/2014/main" id="{B54F9AC5-CF1D-4482-BAE8-97B0D6FA11ED}"/>
              </a:ext>
            </a:extLst>
          </p:cNvPr>
          <p:cNvSpPr>
            <a:spLocks xmlns:a="http://schemas.openxmlformats.org/drawingml/2006/main" noGrp="1"/>
          </p:cNvSpPr>
          <p:nvPr/>
        </p:nvSpPr>
        <p:spPr>
          <a:xfrm xmlns:a="http://schemas.openxmlformats.org/drawingml/2006/main">
            <a:off x="8943975" y="2647950"/>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1">
                <a:solidFill>
                  <a:srgbClr val="0F172A"/>
                </a:solidFill>
                <a:latin typeface="Montserrat"/>
                <a:ea typeface="Montserrat"/>
                <a:cs typeface="Montserrat"/>
              </a:defRPr>
            </a:defPPr>
            <a:lvl1pPr algn="l">
              <a:defRPr sz="1500" b="1">
                <a:solidFill>
                  <a:srgbClr val="0F172A"/>
                </a:solidFill>
                <a:latin typeface="Montserrat"/>
                <a:ea typeface="Montserrat"/>
                <a:cs typeface="Montserrat"/>
              </a:defRPr>
            </a:lvl1pPr>
            <a:lvl2pPr algn="l">
              <a:defRPr sz="1500" b="1">
                <a:solidFill>
                  <a:srgbClr val="0F172A"/>
                </a:solidFill>
                <a:latin typeface="Montserrat"/>
                <a:ea typeface="Montserrat"/>
                <a:cs typeface="Montserrat"/>
              </a:defRPr>
            </a:lvl2pPr>
            <a:lvl3pPr algn="l">
              <a:defRPr sz="1500" b="1">
                <a:solidFill>
                  <a:srgbClr val="0F172A"/>
                </a:solidFill>
                <a:latin typeface="Montserrat"/>
                <a:ea typeface="Montserrat"/>
                <a:cs typeface="Montserrat"/>
              </a:defRPr>
            </a:lvl3pPr>
            <a:lvl4pPr algn="l">
              <a:defRPr sz="1500" b="1">
                <a:solidFill>
                  <a:srgbClr val="0F172A"/>
                </a:solidFill>
                <a:latin typeface="Montserrat"/>
                <a:ea typeface="Montserrat"/>
                <a:cs typeface="Montserrat"/>
              </a:defRPr>
            </a:lvl4pPr>
            <a:lvl5pPr algn="l">
              <a:defRPr sz="1500" b="1">
                <a:solidFill>
                  <a:srgbClr val="0F172A"/>
                </a:solidFill>
                <a:latin typeface="Montserrat"/>
                <a:ea typeface="Montserrat"/>
                <a:cs typeface="Montserrat"/>
              </a:defRPr>
            </a:lvl5pPr>
            <a:lvl6pPr algn="l">
              <a:defRPr sz="1500" b="1">
                <a:solidFill>
                  <a:srgbClr val="0F172A"/>
                </a:solidFill>
                <a:latin typeface="Montserrat"/>
                <a:ea typeface="Montserrat"/>
                <a:cs typeface="Montserrat"/>
              </a:defRPr>
            </a:lvl6pPr>
            <a:lvl7pPr algn="l">
              <a:defRPr sz="1500" b="1">
                <a:solidFill>
                  <a:srgbClr val="0F172A"/>
                </a:solidFill>
                <a:latin typeface="Montserrat"/>
                <a:ea typeface="Montserrat"/>
                <a:cs typeface="Montserrat"/>
              </a:defRPr>
            </a:lvl7pPr>
            <a:lvl8pPr algn="l">
              <a:defRPr sz="1500" b="1">
                <a:solidFill>
                  <a:srgbClr val="0F172A"/>
                </a:solidFill>
                <a:latin typeface="Montserrat"/>
                <a:ea typeface="Montserrat"/>
                <a:cs typeface="Montserrat"/>
              </a:defRPr>
            </a:lvl8pPr>
            <a:lvl9pPr algn="l">
              <a:defRPr sz="1500" b="1">
                <a:solidFill>
                  <a:srgbClr val="0F172A"/>
                </a:solidFill>
                <a:latin typeface="Montserrat"/>
                <a:ea typeface="Montserrat"/>
                <a:cs typeface="Montserrat"/>
              </a:defRPr>
            </a:lvl9pPr>
          </a:lstStyle>
          <a:p xmlns:a="http://schemas.openxmlformats.org/drawingml/2006/main">
            <a:pPr algn="l">
              <a:defRPr sz="1500" b="1">
                <a:solidFill>
                  <a:srgbClr val="0F172A"/>
                </a:solidFill>
                <a:latin typeface="Montserrat"/>
                <a:ea typeface="Montserrat"/>
                <a:cs typeface="Montserrat"/>
              </a:defRPr>
            </a:pPr>
            <a:r>
              <a:rPr sz="1500" b="1">
                <a:solidFill>
                  <a:srgbClr val="0F172A"/>
                </a:solidFill>
                <a:latin typeface="Montserrat"/>
                <a:ea typeface="Montserrat"/>
                <a:cs typeface="Montserrat"/>
              </a:rPr>
              <a:t>Keep</a:t>
            </a:r>
          </a:p>
        </p:txBody>
      </p:sp>
      <p:sp>
        <p:nvSpPr>
          <p:cNvPr id="22" name="">
            <a:extLst xmlns:a="http://schemas.openxmlformats.org/drawingml/2006/main">
              <a:ext uri="{FF2B5EF4-FFF2-40B4-BE49-F238E27FC236}">
                <a16:creationId xmlns:a16="http://schemas.microsoft.com/office/drawing/2014/main" id="{B0AD8724-327D-4A01-928B-205C4C0B928D}"/>
              </a:ext>
            </a:extLst>
          </p:cNvPr>
          <p:cNvSpPr>
            <a:spLocks xmlns:a="http://schemas.openxmlformats.org/drawingml/2006/main" noGrp="1"/>
          </p:cNvSpPr>
          <p:nvPr/>
        </p:nvSpPr>
        <p:spPr>
          <a:xfrm xmlns:a="http://schemas.openxmlformats.org/drawingml/2006/main">
            <a:off x="8943975" y="3276600"/>
            <a:ext cx="24669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Useful changes go back into the course repository for everyone.</a:t>
            </a:r>
          </a:p>
        </p:txBody>
      </p:sp>
      <p:sp>
        <p:nvSpPr>
          <p:cNvPr id="23" name="">
            <a:extLst xmlns:a="http://schemas.openxmlformats.org/drawingml/2006/main">
              <a:ext uri="{FF2B5EF4-FFF2-40B4-BE49-F238E27FC236}">
                <a16:creationId xmlns:a16="http://schemas.microsoft.com/office/drawing/2014/main" id="{E5E197B3-1843-4E47-AE63-F95754EC8334}"/>
              </a:ext>
            </a:extLst>
          </p:cNvPr>
          <p:cNvSpPr>
            <a:spLocks xmlns:a="http://schemas.openxmlformats.org/drawingml/2006/main" noGrp="1"/>
          </p:cNvSpPr>
          <p:nvPr/>
        </p:nvSpPr>
        <p:spPr>
          <a:xfrm xmlns:a="http://schemas.openxmlformats.org/drawingml/2006/main">
            <a:off x="647700" y="470535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24" name="">
            <a:extLst xmlns:a="http://schemas.openxmlformats.org/drawingml/2006/main">
              <a:ext uri="{FF2B5EF4-FFF2-40B4-BE49-F238E27FC236}">
                <a16:creationId xmlns:a16="http://schemas.microsoft.com/office/drawing/2014/main" id="{FD7A1F54-44E3-438A-8B9A-27348E429F21}"/>
              </a:ext>
            </a:extLst>
          </p:cNvPr>
          <p:cNvSpPr>
            <a:spLocks xmlns:a="http://schemas.openxmlformats.org/drawingml/2006/main" noGrp="1"/>
          </p:cNvSpPr>
          <p:nvPr/>
        </p:nvSpPr>
        <p:spPr>
          <a:xfrm xmlns:a="http://schemas.openxmlformats.org/drawingml/2006/main">
            <a:off x="742950" y="49530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0F172A"/>
                </a:solidFill>
                <a:latin typeface="Montserrat"/>
                <a:ea typeface="Montserrat"/>
                <a:cs typeface="Montserrat"/>
              </a:defRPr>
            </a:defPPr>
            <a:lvl1pPr algn="l">
              <a:defRPr sz="1275" b="1">
                <a:solidFill>
                  <a:srgbClr val="0F172A"/>
                </a:solidFill>
                <a:latin typeface="Montserrat"/>
                <a:ea typeface="Montserrat"/>
                <a:cs typeface="Montserrat"/>
              </a:defRPr>
            </a:lvl1pPr>
            <a:lvl2pPr algn="l">
              <a:defRPr sz="1275" b="1">
                <a:solidFill>
                  <a:srgbClr val="0F172A"/>
                </a:solidFill>
                <a:latin typeface="Montserrat"/>
                <a:ea typeface="Montserrat"/>
                <a:cs typeface="Montserrat"/>
              </a:defRPr>
            </a:lvl2pPr>
            <a:lvl3pPr algn="l">
              <a:defRPr sz="1275" b="1">
                <a:solidFill>
                  <a:srgbClr val="0F172A"/>
                </a:solidFill>
                <a:latin typeface="Montserrat"/>
                <a:ea typeface="Montserrat"/>
                <a:cs typeface="Montserrat"/>
              </a:defRPr>
            </a:lvl3pPr>
            <a:lvl4pPr algn="l">
              <a:defRPr sz="1275" b="1">
                <a:solidFill>
                  <a:srgbClr val="0F172A"/>
                </a:solidFill>
                <a:latin typeface="Montserrat"/>
                <a:ea typeface="Montserrat"/>
                <a:cs typeface="Montserrat"/>
              </a:defRPr>
            </a:lvl4pPr>
            <a:lvl5pPr algn="l">
              <a:defRPr sz="1275" b="1">
                <a:solidFill>
                  <a:srgbClr val="0F172A"/>
                </a:solidFill>
                <a:latin typeface="Montserrat"/>
                <a:ea typeface="Montserrat"/>
                <a:cs typeface="Montserrat"/>
              </a:defRPr>
            </a:lvl5pPr>
            <a:lvl6pPr algn="l">
              <a:defRPr sz="1275" b="1">
                <a:solidFill>
                  <a:srgbClr val="0F172A"/>
                </a:solidFill>
                <a:latin typeface="Montserrat"/>
                <a:ea typeface="Montserrat"/>
                <a:cs typeface="Montserrat"/>
              </a:defRPr>
            </a:lvl6pPr>
            <a:lvl7pPr algn="l">
              <a:defRPr sz="1275" b="1">
                <a:solidFill>
                  <a:srgbClr val="0F172A"/>
                </a:solidFill>
                <a:latin typeface="Montserrat"/>
                <a:ea typeface="Montserrat"/>
                <a:cs typeface="Montserrat"/>
              </a:defRPr>
            </a:lvl7pPr>
            <a:lvl8pPr algn="l">
              <a:defRPr sz="1275" b="1">
                <a:solidFill>
                  <a:srgbClr val="0F172A"/>
                </a:solidFill>
                <a:latin typeface="Montserrat"/>
                <a:ea typeface="Montserrat"/>
                <a:cs typeface="Montserrat"/>
              </a:defRPr>
            </a:lvl8pPr>
            <a:lvl9pPr algn="l">
              <a:defRPr sz="1275" b="1">
                <a:solidFill>
                  <a:srgbClr val="0F172A"/>
                </a:solidFill>
                <a:latin typeface="Montserrat"/>
                <a:ea typeface="Montserrat"/>
                <a:cs typeface="Montserrat"/>
              </a:defRPr>
            </a:lvl9pPr>
          </a:lstStyle>
          <a:p xmlns:a="http://schemas.openxmlformats.org/drawingml/2006/main">
            <a:pPr algn="l">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You leave with the two builds and the explanations your group needed to repeat the process.</a:t>
            </a:r>
          </a:p>
        </p:txBody>
      </p:sp>
    </p:spTree>
    <p:extLst>
      <p:ext uri="{BB962C8B-B14F-4D97-AF65-F5344CB8AC3E}">
        <p14:creationId xmlns:p14="http://schemas.microsoft.com/office/powerpoint/2010/main" val="40950602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64929E61-1556-4A1D-806D-D4C20B389A35}"/>
              </a:ext>
            </a:extLst>
          </p:cNvPr>
          <p:cNvPicPr>
            <a:picLocks xmlns:a="http://schemas.openxmlformats.org/drawingml/2006/main" noChangeAspect="1"/>
          </p:cNvPicPr>
          <p:nvPr/>
        </p:nvPicPr>
        <p:blipFill>
          <a:blip xmlns:r="http://schemas.openxmlformats.org/officeDocument/2006/relationships" xmlns:a="http://schemas.openxmlformats.org/drawingml/2006/main" r:embed="R3272a0f4a55b4c2d"/>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5DD62459-5B91-4635-A427-6844D00ED119}"/>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05 / 63</a:t>
            </a:r>
            <a:endParaRPr sz="900"/>
          </a:p>
        </p:txBody>
      </p:sp>
      <p:sp>
        <p:nvSpPr>
          <p:cNvPr id="5" name="">
            <a:extLst xmlns:a="http://schemas.openxmlformats.org/drawingml/2006/main">
              <a:ext uri="{FF2B5EF4-FFF2-40B4-BE49-F238E27FC236}">
                <a16:creationId xmlns:a16="http://schemas.microsoft.com/office/drawing/2014/main" id="{CBAFE58D-EFF1-4F53-B0EA-B5EB8E681D50}"/>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94A3B8"/>
                </a:solidFill>
                <a:latin typeface="Montserrat"/>
                <a:ea typeface="Montserrat"/>
                <a:cs typeface="Montserrat"/>
              </a:defRPr>
            </a:defPPr>
            <a:lvl1pPr algn="r">
              <a:buNone/>
              <a:defRPr sz="900" b="0">
                <a:solidFill>
                  <a:srgbClr val="94A3B8"/>
                </a:solidFill>
                <a:latin typeface="Montserrat"/>
                <a:ea typeface="Montserrat"/>
                <a:cs typeface="Montserrat"/>
              </a:defRPr>
            </a:lvl1pPr>
            <a:lvl2pPr algn="r">
              <a:buNone/>
              <a:defRPr sz="900" b="0">
                <a:solidFill>
                  <a:srgbClr val="94A3B8"/>
                </a:solidFill>
                <a:latin typeface="Montserrat"/>
                <a:ea typeface="Montserrat"/>
                <a:cs typeface="Montserrat"/>
              </a:defRPr>
            </a:lvl2pPr>
            <a:lvl3pPr algn="r">
              <a:buNone/>
              <a:defRPr sz="900" b="0">
                <a:solidFill>
                  <a:srgbClr val="94A3B8"/>
                </a:solidFill>
                <a:latin typeface="Montserrat"/>
                <a:ea typeface="Montserrat"/>
                <a:cs typeface="Montserrat"/>
              </a:defRPr>
            </a:lvl3pPr>
            <a:lvl4pPr algn="r">
              <a:buNone/>
              <a:defRPr sz="900" b="0">
                <a:solidFill>
                  <a:srgbClr val="94A3B8"/>
                </a:solidFill>
                <a:latin typeface="Montserrat"/>
                <a:ea typeface="Montserrat"/>
                <a:cs typeface="Montserrat"/>
              </a:defRPr>
            </a:lvl4pPr>
            <a:lvl5pPr algn="r">
              <a:buNone/>
              <a:defRPr sz="900" b="0">
                <a:solidFill>
                  <a:srgbClr val="94A3B8"/>
                </a:solidFill>
                <a:latin typeface="Montserrat"/>
                <a:ea typeface="Montserrat"/>
                <a:cs typeface="Montserrat"/>
              </a:defRPr>
            </a:lvl5pPr>
            <a:lvl6pPr algn="r">
              <a:buNone/>
              <a:defRPr sz="900" b="0">
                <a:solidFill>
                  <a:srgbClr val="94A3B8"/>
                </a:solidFill>
                <a:latin typeface="Montserrat"/>
                <a:ea typeface="Montserrat"/>
                <a:cs typeface="Montserrat"/>
              </a:defRPr>
            </a:lvl6pPr>
            <a:lvl7pPr algn="r">
              <a:buNone/>
              <a:defRPr sz="900" b="0">
                <a:solidFill>
                  <a:srgbClr val="94A3B8"/>
                </a:solidFill>
                <a:latin typeface="Montserrat"/>
                <a:ea typeface="Montserrat"/>
                <a:cs typeface="Montserrat"/>
              </a:defRPr>
            </a:lvl7pPr>
            <a:lvl8pPr algn="r">
              <a:buNone/>
              <a:defRPr sz="900" b="0">
                <a:solidFill>
                  <a:srgbClr val="94A3B8"/>
                </a:solidFill>
                <a:latin typeface="Montserrat"/>
                <a:ea typeface="Montserrat"/>
                <a:cs typeface="Montserrat"/>
              </a:defRPr>
            </a:lvl8pPr>
            <a:lvl9pPr algn="r">
              <a:buNone/>
              <a:defRPr sz="900" b="0">
                <a:solidFill>
                  <a:srgbClr val="94A3B8"/>
                </a:solidFill>
                <a:latin typeface="Montserrat"/>
                <a:ea typeface="Montserrat"/>
                <a:cs typeface="Montserrat"/>
              </a:defRPr>
            </a:lvl9pPr>
          </a:lstStyle>
          <a:p xmlns:a="http://schemas.openxmlformats.org/drawingml/2006/main">
            <a:r>
              <a:t/>
            </a:r>
          </a:p>
        </p:txBody>
      </p:sp>
      <p:sp>
        <p:nvSpPr>
          <p:cNvPr id="7" name="">
            <a:extLst xmlns:a="http://schemas.openxmlformats.org/drawingml/2006/main">
              <a:ext uri="{FF2B5EF4-FFF2-40B4-BE49-F238E27FC236}">
                <a16:creationId xmlns:a16="http://schemas.microsoft.com/office/drawing/2014/main" id="{637C094A-4CDC-4576-B432-EEEF8522F997}"/>
              </a:ext>
            </a:extLst>
          </p:cNvPr>
          <p:cNvSpPr>
            <a:spLocks xmlns:a="http://schemas.openxmlformats.org/drawingml/2006/main" noGrp="1"/>
          </p:cNvSpPr>
          <p:nvPr/>
        </p:nvSpPr>
        <p:spPr>
          <a:xfrm xmlns:a="http://schemas.openxmlformats.org/drawingml/2006/main">
            <a:off x="10382250" y="85725"/>
            <a:ext cx="1504950" cy="400050"/>
          </a:xfrm>
          <a:custGeom xmlns:a="http://schemas.openxmlformats.org/drawingml/2006/main">
            <a:pathLst>
              <a:path w="1504950" h="400050">
                <a:moveTo>
                  <a:pt x="0" y="323850"/>
                </a:moveTo>
                <a:cubicBezTo>
                  <a:pt x="428625" y="38100"/>
                  <a:pt x="876300" y="400050"/>
                  <a:pt x="1504950" y="76200"/>
                </a:cubicBezTo>
              </a:path>
            </a:pathLst>
          </a:custGeom>
          <a:noFill xmlns:a="http://schemas.openxmlformats.org/drawingml/2006/main"/>
          <a:ln xmlns:a="http://schemas.openxmlformats.org/drawingml/2006/main" w="9525">
            <a:solidFill>
              <a:srgbClr val="B7D5FF"/>
            </a:solidFill>
            <a:prstDash val="solid"/>
          </a:ln>
        </p:spPr>
      </p:sp>
      <p:sp>
        <p:nvSpPr>
          <p:cNvPr id="8" name="">
            <a:extLst xmlns:a="http://schemas.openxmlformats.org/drawingml/2006/main">
              <a:ext uri="{FF2B5EF4-FFF2-40B4-BE49-F238E27FC236}">
                <a16:creationId xmlns:a16="http://schemas.microsoft.com/office/drawing/2014/main" id="{350247D5-38C2-4306-BED7-5D50E35857EA}"/>
              </a:ext>
            </a:extLst>
          </p:cNvPr>
          <p:cNvSpPr>
            <a:spLocks xmlns:a="http://schemas.openxmlformats.org/drawingml/2006/main" noGrp="1"/>
          </p:cNvSpPr>
          <p:nvPr/>
        </p:nvSpPr>
        <p:spPr>
          <a:xfrm xmlns:a="http://schemas.openxmlformats.org/drawingml/2006/main">
            <a:off x="10382250" y="190500"/>
            <a:ext cx="1504950" cy="400050"/>
          </a:xfrm>
          <a:custGeom xmlns:a="http://schemas.openxmlformats.org/drawingml/2006/main">
            <a:pathLst>
              <a:path w="1504950" h="400050">
                <a:moveTo>
                  <a:pt x="0" y="323850"/>
                </a:moveTo>
                <a:cubicBezTo>
                  <a:pt x="428625" y="38100"/>
                  <a:pt x="876300" y="400050"/>
                  <a:pt x="1504950" y="76200"/>
                </a:cubicBezTo>
              </a:path>
            </a:pathLst>
          </a:custGeom>
          <a:noFill xmlns:a="http://schemas.openxmlformats.org/drawingml/2006/main"/>
          <a:ln xmlns:a="http://schemas.openxmlformats.org/drawingml/2006/main" w="9525">
            <a:solidFill>
              <a:srgbClr val="87B8FF"/>
            </a:solidFill>
            <a:prstDash val="solid"/>
          </a:ln>
        </p:spPr>
      </p:sp>
      <p:sp>
        <p:nvSpPr>
          <p:cNvPr id="9" name="">
            <a:extLst xmlns:a="http://schemas.openxmlformats.org/drawingml/2006/main">
              <a:ext uri="{FF2B5EF4-FFF2-40B4-BE49-F238E27FC236}">
                <a16:creationId xmlns:a16="http://schemas.microsoft.com/office/drawing/2014/main" id="{CF5A3108-718A-4DAE-924A-03C18E4297DC}"/>
              </a:ext>
            </a:extLst>
          </p:cNvPr>
          <p:cNvSpPr>
            <a:spLocks xmlns:a="http://schemas.openxmlformats.org/drawingml/2006/main" noGrp="1"/>
          </p:cNvSpPr>
          <p:nvPr/>
        </p:nvSpPr>
        <p:spPr>
          <a:xfrm xmlns:a="http://schemas.openxmlformats.org/drawingml/2006/main">
            <a:off x="10382250" y="295275"/>
            <a:ext cx="1504950" cy="400050"/>
          </a:xfrm>
          <a:custGeom xmlns:a="http://schemas.openxmlformats.org/drawingml/2006/main">
            <a:pathLst>
              <a:path w="1504950" h="400050">
                <a:moveTo>
                  <a:pt x="0" y="323850"/>
                </a:moveTo>
                <a:cubicBezTo>
                  <a:pt x="428625" y="38100"/>
                  <a:pt x="876300" y="400050"/>
                  <a:pt x="1504950" y="76200"/>
                </a:cubicBezTo>
              </a:path>
            </a:pathLst>
          </a:custGeom>
          <a:noFill xmlns:a="http://schemas.openxmlformats.org/drawingml/2006/main"/>
          <a:ln xmlns:a="http://schemas.openxmlformats.org/drawingml/2006/main" w="9525">
            <a:solidFill>
              <a:srgbClr val="F4C49B"/>
            </a:solidFill>
            <a:prstDash val="solid"/>
          </a:ln>
        </p:spPr>
      </p:sp>
      <p:sp>
        <p:nvSpPr>
          <p:cNvPr id="10" name="">
            <a:extLst xmlns:a="http://schemas.openxmlformats.org/drawingml/2006/main">
              <a:ext uri="{FF2B5EF4-FFF2-40B4-BE49-F238E27FC236}">
                <a16:creationId xmlns:a16="http://schemas.microsoft.com/office/drawing/2014/main" id="{E5E9E37C-77B3-4212-8BBB-EADE1CDB8AD1}"/>
              </a:ext>
            </a:extLst>
          </p:cNvPr>
          <p:cNvSpPr>
            <a:spLocks xmlns:a="http://schemas.openxmlformats.org/drawingml/2006/main" noGrp="1"/>
          </p:cNvSpPr>
          <p:nvPr/>
        </p:nvSpPr>
        <p:spPr>
          <a:xfrm xmlns:a="http://schemas.openxmlformats.org/drawingml/2006/main">
            <a:off x="10858500" y="257175"/>
            <a:ext cx="47625" cy="47625"/>
          </a:xfrm>
          <a:prstGeom xmlns:a="http://schemas.openxmlformats.org/drawingml/2006/main" prst="ellipse">
            <a:avLst/>
          </a:prstGeom>
          <a:solidFill xmlns:a="http://schemas.openxmlformats.org/drawingml/2006/main">
            <a:srgbClr val="307FE2"/>
          </a:solidFill>
          <a:ln xmlns:a="http://schemas.openxmlformats.org/drawingml/2006/main" w="9525">
            <a:solidFill>
              <a:srgbClr val="307FE2"/>
            </a:solidFill>
            <a:prstDash val="solid"/>
          </a:ln>
        </p:spPr>
      </p:sp>
      <p:sp>
        <p:nvSpPr>
          <p:cNvPr id="11" name="">
            <a:extLst xmlns:a="http://schemas.openxmlformats.org/drawingml/2006/main">
              <a:ext uri="{FF2B5EF4-FFF2-40B4-BE49-F238E27FC236}">
                <a16:creationId xmlns:a16="http://schemas.microsoft.com/office/drawing/2014/main" id="{410B7750-19C3-4E9E-AD3A-91DB616B7FF7}"/>
              </a:ext>
            </a:extLst>
          </p:cNvPr>
          <p:cNvSpPr>
            <a:spLocks xmlns:a="http://schemas.openxmlformats.org/drawingml/2006/main" noGrp="1"/>
          </p:cNvSpPr>
          <p:nvPr/>
        </p:nvSpPr>
        <p:spPr>
          <a:xfrm xmlns:a="http://schemas.openxmlformats.org/drawingml/2006/main">
            <a:off x="11334750" y="190500"/>
            <a:ext cx="38100" cy="38100"/>
          </a:xfrm>
          <a:prstGeom xmlns:a="http://schemas.openxmlformats.org/drawingml/2006/main" prst="ellipse">
            <a:avLst/>
          </a:prstGeom>
          <a:solidFill xmlns:a="http://schemas.openxmlformats.org/drawingml/2006/main">
            <a:srgbClr val="EF8B39"/>
          </a:solidFill>
          <a:ln xmlns:a="http://schemas.openxmlformats.org/drawingml/2006/main" w="9525">
            <a:solidFill>
              <a:srgbClr val="EF8B39"/>
            </a:solidFill>
            <a:prstDash val="solid"/>
          </a:ln>
        </p:spPr>
      </p:sp>
      <p:sp>
        <p:nvSpPr>
          <p:cNvPr id="12" name="">
            <a:extLst xmlns:a="http://schemas.openxmlformats.org/drawingml/2006/main">
              <a:ext uri="{FF2B5EF4-FFF2-40B4-BE49-F238E27FC236}">
                <a16:creationId xmlns:a16="http://schemas.microsoft.com/office/drawing/2014/main" id="{98263FD0-EB92-4C9A-9BB2-2E4CAB38EF03}"/>
              </a:ext>
            </a:extLst>
          </p:cNvPr>
          <p:cNvSpPr>
            <a:spLocks xmlns:a="http://schemas.openxmlformats.org/drawingml/2006/main" noGrp="1"/>
          </p:cNvSpPr>
          <p:nvPr/>
        </p:nvSpPr>
        <p:spPr>
          <a:xfrm xmlns:a="http://schemas.openxmlformats.org/drawingml/2006/main">
            <a:off x="11677650" y="333375"/>
            <a:ext cx="38100" cy="38100"/>
          </a:xfrm>
          <a:prstGeom xmlns:a="http://schemas.openxmlformats.org/drawingml/2006/main" prst="ellipse">
            <a:avLst/>
          </a:prstGeom>
          <a:solidFill xmlns:a="http://schemas.openxmlformats.org/drawingml/2006/main">
            <a:srgbClr val="307FE2"/>
          </a:solidFill>
          <a:ln xmlns:a="http://schemas.openxmlformats.org/drawingml/2006/main" w="9525">
            <a:solidFill>
              <a:srgbClr val="307FE2"/>
            </a:solidFill>
            <a:prstDash val="solid"/>
          </a:ln>
        </p:spPr>
      </p:sp>
      <p:sp>
        <p:nvSpPr>
          <p:cNvPr id="38" name="header-eyebrow-3">
            <a:extLst xmlns:a="http://schemas.openxmlformats.org/drawingml/2006/main">
              <a:ext uri="{FF2B5EF4-FFF2-40B4-BE49-F238E27FC236}">
                <a16:creationId xmlns:a16="http://schemas.microsoft.com/office/drawing/2014/main" id="{F2754545-C5EC-4318-BD8E-ED455BFAAAD9}"/>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1">
                <a:solidFill>
                  <a:srgbClr val="307FE2"/>
                </a:solidFill>
                <a:latin typeface="Montserrat"/>
                <a:ea typeface="Montserrat"/>
                <a:cs typeface="Montserrat"/>
              </a:defRPr>
            </a:defPPr>
            <a:lvl1pPr algn="l">
              <a:buNone/>
              <a:defRPr sz="1050" b="1">
                <a:solidFill>
                  <a:srgbClr val="307FE2"/>
                </a:solidFill>
                <a:latin typeface="Montserrat"/>
                <a:ea typeface="Montserrat"/>
                <a:cs typeface="Montserrat"/>
              </a:defRPr>
            </a:lvl1pPr>
            <a:lvl2pPr algn="l">
              <a:buNone/>
              <a:defRPr sz="1050" b="1">
                <a:solidFill>
                  <a:srgbClr val="307FE2"/>
                </a:solidFill>
                <a:latin typeface="Montserrat"/>
                <a:ea typeface="Montserrat"/>
                <a:cs typeface="Montserrat"/>
              </a:defRPr>
            </a:lvl2pPr>
            <a:lvl3pPr algn="l">
              <a:buNone/>
              <a:defRPr sz="1050" b="1">
                <a:solidFill>
                  <a:srgbClr val="307FE2"/>
                </a:solidFill>
                <a:latin typeface="Montserrat"/>
                <a:ea typeface="Montserrat"/>
                <a:cs typeface="Montserrat"/>
              </a:defRPr>
            </a:lvl3pPr>
            <a:lvl4pPr algn="l">
              <a:buNone/>
              <a:defRPr sz="1050" b="1">
                <a:solidFill>
                  <a:srgbClr val="307FE2"/>
                </a:solidFill>
                <a:latin typeface="Montserrat"/>
                <a:ea typeface="Montserrat"/>
                <a:cs typeface="Montserrat"/>
              </a:defRPr>
            </a:lvl4pPr>
            <a:lvl5pPr algn="l">
              <a:buNone/>
              <a:defRPr sz="1050" b="1">
                <a:solidFill>
                  <a:srgbClr val="307FE2"/>
                </a:solidFill>
                <a:latin typeface="Montserrat"/>
                <a:ea typeface="Montserrat"/>
                <a:cs typeface="Montserrat"/>
              </a:defRPr>
            </a:lvl5pPr>
            <a:lvl6pPr algn="l">
              <a:buNone/>
              <a:defRPr sz="1050" b="1">
                <a:solidFill>
                  <a:srgbClr val="307FE2"/>
                </a:solidFill>
                <a:latin typeface="Montserrat"/>
                <a:ea typeface="Montserrat"/>
                <a:cs typeface="Montserrat"/>
              </a:defRPr>
            </a:lvl6pPr>
            <a:lvl7pPr algn="l">
              <a:buNone/>
              <a:defRPr sz="1050" b="1">
                <a:solidFill>
                  <a:srgbClr val="307FE2"/>
                </a:solidFill>
                <a:latin typeface="Montserrat"/>
                <a:ea typeface="Montserrat"/>
                <a:cs typeface="Montserrat"/>
              </a:defRPr>
            </a:lvl7pPr>
            <a:lvl8pPr algn="l">
              <a:buNone/>
              <a:defRPr sz="1050" b="1">
                <a:solidFill>
                  <a:srgbClr val="307FE2"/>
                </a:solidFill>
                <a:latin typeface="Montserrat"/>
                <a:ea typeface="Montserrat"/>
                <a:cs typeface="Montserrat"/>
              </a:defRPr>
            </a:lvl8pPr>
            <a:lvl9pPr algn="l">
              <a:buNone/>
              <a:defRPr sz="1050" b="1">
                <a:solidFill>
                  <a:srgbClr val="307FE2"/>
                </a:solidFill>
                <a:latin typeface="Montserrat"/>
                <a:ea typeface="Montserrat"/>
                <a:cs typeface="Montserrat"/>
              </a:defRPr>
            </a:lvl9pPr>
          </a:lstStyle>
          <a:p xmlns:a="http://schemas.openxmlformats.org/drawingml/2006/main">
            <a:pPr algn="l">
              <a:buNone/>
              <a:defRPr sz="1050" b="1">
                <a:solidFill>
                  <a:srgbClr val="307FE2"/>
                </a:solidFill>
                <a:latin typeface="Montserrat"/>
                <a:ea typeface="Montserrat"/>
                <a:cs typeface="Montserrat"/>
              </a:defRPr>
            </a:pPr>
            <a:r>
              <a:rPr sz="1050" b="1">
                <a:solidFill>
                  <a:srgbClr val="307FE2"/>
                </a:solidFill>
                <a:latin typeface="Montserrat"/>
                <a:ea typeface="Montserrat"/>
                <a:cs typeface="Montserrat"/>
              </a:rPr>
              <a:t>// OPENING · THE OUTCOME</a:t>
            </a:r>
          </a:p>
        </p:txBody>
      </p:sp>
      <p:sp>
        <p:nvSpPr>
          <p:cNvPr id="39" name="header-time-3">
            <a:extLst xmlns:a="http://schemas.openxmlformats.org/drawingml/2006/main">
              <a:ext uri="{FF2B5EF4-FFF2-40B4-BE49-F238E27FC236}">
                <a16:creationId xmlns:a16="http://schemas.microsoft.com/office/drawing/2014/main" id="{5CE81534-0000-45A5-8B6F-B0347AA04F50}"/>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00" b="0">
                <a:solidFill>
                  <a:srgbClr val="94A3B8"/>
                </a:solidFill>
                <a:latin typeface="Montserrat"/>
                <a:ea typeface="Montserrat"/>
                <a:cs typeface="Montserrat"/>
              </a:defRPr>
            </a:defPPr>
            <a:lvl1pPr algn="r">
              <a:buNone/>
              <a:defRPr sz="900" b="0">
                <a:solidFill>
                  <a:srgbClr val="94A3B8"/>
                </a:solidFill>
                <a:latin typeface="Montserrat"/>
                <a:ea typeface="Montserrat"/>
                <a:cs typeface="Montserrat"/>
              </a:defRPr>
            </a:lvl1pPr>
            <a:lvl2pPr algn="r">
              <a:buNone/>
              <a:defRPr sz="900" b="0">
                <a:solidFill>
                  <a:srgbClr val="94A3B8"/>
                </a:solidFill>
                <a:latin typeface="Montserrat"/>
                <a:ea typeface="Montserrat"/>
                <a:cs typeface="Montserrat"/>
              </a:defRPr>
            </a:lvl2pPr>
            <a:lvl3pPr algn="r">
              <a:buNone/>
              <a:defRPr sz="900" b="0">
                <a:solidFill>
                  <a:srgbClr val="94A3B8"/>
                </a:solidFill>
                <a:latin typeface="Montserrat"/>
                <a:ea typeface="Montserrat"/>
                <a:cs typeface="Montserrat"/>
              </a:defRPr>
            </a:lvl3pPr>
            <a:lvl4pPr algn="r">
              <a:buNone/>
              <a:defRPr sz="900" b="0">
                <a:solidFill>
                  <a:srgbClr val="94A3B8"/>
                </a:solidFill>
                <a:latin typeface="Montserrat"/>
                <a:ea typeface="Montserrat"/>
                <a:cs typeface="Montserrat"/>
              </a:defRPr>
            </a:lvl4pPr>
            <a:lvl5pPr algn="r">
              <a:buNone/>
              <a:defRPr sz="900" b="0">
                <a:solidFill>
                  <a:srgbClr val="94A3B8"/>
                </a:solidFill>
                <a:latin typeface="Montserrat"/>
                <a:ea typeface="Montserrat"/>
                <a:cs typeface="Montserrat"/>
              </a:defRPr>
            </a:lvl5pPr>
            <a:lvl6pPr algn="r">
              <a:buNone/>
              <a:defRPr sz="900" b="0">
                <a:solidFill>
                  <a:srgbClr val="94A3B8"/>
                </a:solidFill>
                <a:latin typeface="Montserrat"/>
                <a:ea typeface="Montserrat"/>
                <a:cs typeface="Montserrat"/>
              </a:defRPr>
            </a:lvl6pPr>
            <a:lvl7pPr algn="r">
              <a:buNone/>
              <a:defRPr sz="900" b="0">
                <a:solidFill>
                  <a:srgbClr val="94A3B8"/>
                </a:solidFill>
                <a:latin typeface="Montserrat"/>
                <a:ea typeface="Montserrat"/>
                <a:cs typeface="Montserrat"/>
              </a:defRPr>
            </a:lvl7pPr>
            <a:lvl8pPr algn="r">
              <a:buNone/>
              <a:defRPr sz="900" b="0">
                <a:solidFill>
                  <a:srgbClr val="94A3B8"/>
                </a:solidFill>
                <a:latin typeface="Montserrat"/>
                <a:ea typeface="Montserrat"/>
                <a:cs typeface="Montserrat"/>
              </a:defRPr>
            </a:lvl8pPr>
            <a:lvl9pPr algn="r">
              <a:buNone/>
              <a:defRPr sz="900" b="0">
                <a:solidFill>
                  <a:srgbClr val="94A3B8"/>
                </a:solidFill>
                <a:latin typeface="Montserrat"/>
                <a:ea typeface="Montserrat"/>
                <a:cs typeface="Montserrat"/>
              </a:defRPr>
            </a:lvl9pPr>
          </a:lstStyle>
          <a:p xmlns:a="http://schemas.openxmlformats.org/drawingml/2006/main">
            <a:pPr algn="r">
              <a:buNone/>
              <a:defRPr sz="900" b="0">
                <a:solidFill>
                  <a:srgbClr val="94A3B8"/>
                </a:solidFill>
                <a:latin typeface="Montserrat"/>
                <a:ea typeface="Montserrat"/>
                <a:cs typeface="Montserrat"/>
              </a:defRPr>
            </a:pPr>
            <a:r>
              <a:rPr sz="900" b="0">
                <a:solidFill>
                  <a:srgbClr val="94A3B8"/>
                </a:solidFill>
                <a:latin typeface="Montserrat"/>
                <a:ea typeface="Montserrat"/>
                <a:cs typeface="Montserrat"/>
              </a:rPr>
              <a:t>0:08–0:12</a:t>
            </a:r>
          </a:p>
        </p:txBody>
      </p:sp>
      <p:sp>
        <p:nvSpPr>
          <p:cNvPr id="40" name="header-title-3">
            <a:extLst xmlns:a="http://schemas.openxmlformats.org/drawingml/2006/main">
              <a:ext uri="{FF2B5EF4-FFF2-40B4-BE49-F238E27FC236}">
                <a16:creationId xmlns:a16="http://schemas.microsoft.com/office/drawing/2014/main" id="{58329ABE-AECA-40A6-9E14-440F13FC77F9}"/>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700" b="1">
                <a:solidFill>
                  <a:srgbClr val="0F172A"/>
                </a:solidFill>
                <a:latin typeface="Verdana"/>
                <a:ea typeface="Verdana"/>
                <a:cs typeface="Verdana"/>
              </a:defRPr>
            </a:defPPr>
            <a:lvl1pPr algn="l">
              <a:buNone/>
              <a:defRPr sz="2700" b="1">
                <a:solidFill>
                  <a:srgbClr val="0F172A"/>
                </a:solidFill>
                <a:latin typeface="Verdana"/>
                <a:ea typeface="Verdana"/>
                <a:cs typeface="Verdana"/>
              </a:defRPr>
            </a:lvl1pPr>
            <a:lvl2pPr algn="l">
              <a:buNone/>
              <a:defRPr sz="2700" b="1">
                <a:solidFill>
                  <a:srgbClr val="0F172A"/>
                </a:solidFill>
                <a:latin typeface="Verdana"/>
                <a:ea typeface="Verdana"/>
                <a:cs typeface="Verdana"/>
              </a:defRPr>
            </a:lvl2pPr>
            <a:lvl3pPr algn="l">
              <a:buNone/>
              <a:defRPr sz="2700" b="1">
                <a:solidFill>
                  <a:srgbClr val="0F172A"/>
                </a:solidFill>
                <a:latin typeface="Verdana"/>
                <a:ea typeface="Verdana"/>
                <a:cs typeface="Verdana"/>
              </a:defRPr>
            </a:lvl3pPr>
            <a:lvl4pPr algn="l">
              <a:buNone/>
              <a:defRPr sz="2700" b="1">
                <a:solidFill>
                  <a:srgbClr val="0F172A"/>
                </a:solidFill>
                <a:latin typeface="Verdana"/>
                <a:ea typeface="Verdana"/>
                <a:cs typeface="Verdana"/>
              </a:defRPr>
            </a:lvl4pPr>
            <a:lvl5pPr algn="l">
              <a:buNone/>
              <a:defRPr sz="2700" b="1">
                <a:solidFill>
                  <a:srgbClr val="0F172A"/>
                </a:solidFill>
                <a:latin typeface="Verdana"/>
                <a:ea typeface="Verdana"/>
                <a:cs typeface="Verdana"/>
              </a:defRPr>
            </a:lvl5pPr>
            <a:lvl6pPr algn="l">
              <a:buNone/>
              <a:defRPr sz="2700" b="1">
                <a:solidFill>
                  <a:srgbClr val="0F172A"/>
                </a:solidFill>
                <a:latin typeface="Verdana"/>
                <a:ea typeface="Verdana"/>
                <a:cs typeface="Verdana"/>
              </a:defRPr>
            </a:lvl6pPr>
            <a:lvl7pPr algn="l">
              <a:buNone/>
              <a:defRPr sz="2700" b="1">
                <a:solidFill>
                  <a:srgbClr val="0F172A"/>
                </a:solidFill>
                <a:latin typeface="Verdana"/>
                <a:ea typeface="Verdana"/>
                <a:cs typeface="Verdana"/>
              </a:defRPr>
            </a:lvl7pPr>
            <a:lvl8pPr algn="l">
              <a:buNone/>
              <a:defRPr sz="2700" b="1">
                <a:solidFill>
                  <a:srgbClr val="0F172A"/>
                </a:solidFill>
                <a:latin typeface="Verdana"/>
                <a:ea typeface="Verdana"/>
                <a:cs typeface="Verdana"/>
              </a:defRPr>
            </a:lvl8pPr>
            <a:lvl9pPr algn="l">
              <a:buNone/>
              <a:defRPr sz="2700" b="1">
                <a:solidFill>
                  <a:srgbClr val="0F172A"/>
                </a:solidFill>
                <a:latin typeface="Verdana"/>
                <a:ea typeface="Verdana"/>
                <a:cs typeface="Verdana"/>
              </a:defRPr>
            </a:lvl9pPr>
          </a:lstStyle>
          <a:p xmlns:a="http://schemas.openxmlformats.org/drawingml/2006/main">
            <a:pPr algn="l">
              <a:buNone/>
              <a:defRPr sz="2700" b="1">
                <a:solidFill>
                  <a:srgbClr val="0F172A"/>
                </a:solidFill>
                <a:latin typeface="Verdana"/>
                <a:ea typeface="Verdana"/>
                <a:cs typeface="Verdana"/>
              </a:defRPr>
            </a:pPr>
            <a:r>
              <a:rPr sz="2700" b="1">
                <a:solidFill>
                  <a:srgbClr val="0F172A"/>
                </a:solidFill>
                <a:latin typeface="Verdana"/>
                <a:ea typeface="Verdana"/>
                <a:cs typeface="Verdana"/>
              </a:rPr>
              <a:t>Two projects, one process</a:t>
            </a:r>
          </a:p>
        </p:txBody>
      </p:sp>
      <p:sp>
        <p:nvSpPr>
          <p:cNvPr id="41" name="build-preview-website-label">
            <a:extLst xmlns:a="http://schemas.openxmlformats.org/drawingml/2006/main">
              <a:ext uri="{FF2B5EF4-FFF2-40B4-BE49-F238E27FC236}">
                <a16:creationId xmlns:a16="http://schemas.microsoft.com/office/drawing/2014/main" id="{32141CB8-3193-4B77-B1FB-289BFE534160}"/>
              </a:ext>
            </a:extLst>
          </p:cNvPr>
          <p:cNvSpPr>
            <a:spLocks xmlns:a="http://schemas.openxmlformats.org/drawingml/2006/main" noGrp="1"/>
          </p:cNvSpPr>
          <p:nvPr/>
        </p:nvSpPr>
        <p:spPr>
          <a:xfrm xmlns:a="http://schemas.openxmlformats.org/drawingml/2006/main">
            <a:off x="647700" y="1695450"/>
            <a:ext cx="552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825" b="1">
                <a:solidFill>
                  <a:srgbClr val="B93800"/>
                </a:solidFill>
                <a:latin typeface="Courier New"/>
                <a:ea typeface="Courier New"/>
                <a:cs typeface="Courier New"/>
              </a:defRPr>
            </a:defPPr>
            <a:lvl1pPr algn="l">
              <a:buNone/>
              <a:defRPr sz="825" b="1">
                <a:solidFill>
                  <a:srgbClr val="B93800"/>
                </a:solidFill>
                <a:latin typeface="Courier New"/>
                <a:ea typeface="Courier New"/>
                <a:cs typeface="Courier New"/>
              </a:defRPr>
            </a:lvl1pPr>
            <a:lvl2pPr algn="l">
              <a:buNone/>
              <a:defRPr sz="825" b="1">
                <a:solidFill>
                  <a:srgbClr val="B93800"/>
                </a:solidFill>
                <a:latin typeface="Courier New"/>
                <a:ea typeface="Courier New"/>
                <a:cs typeface="Courier New"/>
              </a:defRPr>
            </a:lvl2pPr>
            <a:lvl3pPr algn="l">
              <a:buNone/>
              <a:defRPr sz="825" b="1">
                <a:solidFill>
                  <a:srgbClr val="B93800"/>
                </a:solidFill>
                <a:latin typeface="Courier New"/>
                <a:ea typeface="Courier New"/>
                <a:cs typeface="Courier New"/>
              </a:defRPr>
            </a:lvl3pPr>
            <a:lvl4pPr algn="l">
              <a:buNone/>
              <a:defRPr sz="825" b="1">
                <a:solidFill>
                  <a:srgbClr val="B93800"/>
                </a:solidFill>
                <a:latin typeface="Courier New"/>
                <a:ea typeface="Courier New"/>
                <a:cs typeface="Courier New"/>
              </a:defRPr>
            </a:lvl4pPr>
            <a:lvl5pPr algn="l">
              <a:buNone/>
              <a:defRPr sz="825" b="1">
                <a:solidFill>
                  <a:srgbClr val="B93800"/>
                </a:solidFill>
                <a:latin typeface="Courier New"/>
                <a:ea typeface="Courier New"/>
                <a:cs typeface="Courier New"/>
              </a:defRPr>
            </a:lvl5pPr>
            <a:lvl6pPr algn="l">
              <a:buNone/>
              <a:defRPr sz="825" b="1">
                <a:solidFill>
                  <a:srgbClr val="B93800"/>
                </a:solidFill>
                <a:latin typeface="Courier New"/>
                <a:ea typeface="Courier New"/>
                <a:cs typeface="Courier New"/>
              </a:defRPr>
            </a:lvl6pPr>
            <a:lvl7pPr algn="l">
              <a:buNone/>
              <a:defRPr sz="825" b="1">
                <a:solidFill>
                  <a:srgbClr val="B93800"/>
                </a:solidFill>
                <a:latin typeface="Courier New"/>
                <a:ea typeface="Courier New"/>
                <a:cs typeface="Courier New"/>
              </a:defRPr>
            </a:lvl7pPr>
            <a:lvl8pPr algn="l">
              <a:buNone/>
              <a:defRPr sz="825" b="1">
                <a:solidFill>
                  <a:srgbClr val="B93800"/>
                </a:solidFill>
                <a:latin typeface="Courier New"/>
                <a:ea typeface="Courier New"/>
                <a:cs typeface="Courier New"/>
              </a:defRPr>
            </a:lvl8pPr>
            <a:lvl9pPr algn="l">
              <a:buNone/>
              <a:defRPr sz="825" b="1">
                <a:solidFill>
                  <a:srgbClr val="B93800"/>
                </a:solidFill>
                <a:latin typeface="Courier New"/>
                <a:ea typeface="Courier New"/>
                <a:cs typeface="Courier New"/>
              </a:defRPr>
            </a:lvl9pPr>
          </a:lstStyle>
          <a:p xmlns:a="http://schemas.openxmlformats.org/drawingml/2006/main">
            <a:pPr algn="l">
              <a:buNone/>
              <a:defRPr sz="825" b="1">
                <a:solidFill>
                  <a:srgbClr val="B93800"/>
                </a:solidFill>
                <a:latin typeface="Courier New"/>
                <a:ea typeface="Courier New"/>
                <a:cs typeface="Courier New"/>
              </a:defRPr>
            </a:pPr>
            <a:r>
              <a:rPr sz="825" b="1">
                <a:solidFill>
                  <a:srgbClr val="B93800"/>
                </a:solidFill>
                <a:latin typeface="Courier New"/>
                <a:ea typeface="Courier New"/>
                <a:cs typeface="Courier New"/>
              </a:rPr>
              <a:t>PROJECT 1 · WEBSITE</a:t>
            </a:r>
          </a:p>
        </p:txBody>
      </p:sp>
      <p:sp>
        <p:nvSpPr>
          <p:cNvPr id="42" name="build-preview-game-label">
            <a:extLst xmlns:a="http://schemas.openxmlformats.org/drawingml/2006/main">
              <a:ext uri="{FF2B5EF4-FFF2-40B4-BE49-F238E27FC236}">
                <a16:creationId xmlns:a16="http://schemas.microsoft.com/office/drawing/2014/main" id="{A72D6B1B-98C6-47D5-9B32-AF81215E797B}"/>
              </a:ext>
            </a:extLst>
          </p:cNvPr>
          <p:cNvSpPr>
            <a:spLocks xmlns:a="http://schemas.openxmlformats.org/drawingml/2006/main" noGrp="1"/>
          </p:cNvSpPr>
          <p:nvPr/>
        </p:nvSpPr>
        <p:spPr>
          <a:xfrm xmlns:a="http://schemas.openxmlformats.org/drawingml/2006/main">
            <a:off x="6743700" y="1695450"/>
            <a:ext cx="4800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825" b="1">
                <a:solidFill>
                  <a:srgbClr val="B93800"/>
                </a:solidFill>
                <a:latin typeface="Courier New"/>
                <a:ea typeface="Courier New"/>
                <a:cs typeface="Courier New"/>
              </a:defRPr>
            </a:defPPr>
            <a:lvl1pPr algn="l">
              <a:buNone/>
              <a:defRPr sz="825" b="1">
                <a:solidFill>
                  <a:srgbClr val="B93800"/>
                </a:solidFill>
                <a:latin typeface="Courier New"/>
                <a:ea typeface="Courier New"/>
                <a:cs typeface="Courier New"/>
              </a:defRPr>
            </a:lvl1pPr>
            <a:lvl2pPr algn="l">
              <a:buNone/>
              <a:defRPr sz="825" b="1">
                <a:solidFill>
                  <a:srgbClr val="B93800"/>
                </a:solidFill>
                <a:latin typeface="Courier New"/>
                <a:ea typeface="Courier New"/>
                <a:cs typeface="Courier New"/>
              </a:defRPr>
            </a:lvl2pPr>
            <a:lvl3pPr algn="l">
              <a:buNone/>
              <a:defRPr sz="825" b="1">
                <a:solidFill>
                  <a:srgbClr val="B93800"/>
                </a:solidFill>
                <a:latin typeface="Courier New"/>
                <a:ea typeface="Courier New"/>
                <a:cs typeface="Courier New"/>
              </a:defRPr>
            </a:lvl3pPr>
            <a:lvl4pPr algn="l">
              <a:buNone/>
              <a:defRPr sz="825" b="1">
                <a:solidFill>
                  <a:srgbClr val="B93800"/>
                </a:solidFill>
                <a:latin typeface="Courier New"/>
                <a:ea typeface="Courier New"/>
                <a:cs typeface="Courier New"/>
              </a:defRPr>
            </a:lvl4pPr>
            <a:lvl5pPr algn="l">
              <a:buNone/>
              <a:defRPr sz="825" b="1">
                <a:solidFill>
                  <a:srgbClr val="B93800"/>
                </a:solidFill>
                <a:latin typeface="Courier New"/>
                <a:ea typeface="Courier New"/>
                <a:cs typeface="Courier New"/>
              </a:defRPr>
            </a:lvl5pPr>
            <a:lvl6pPr algn="l">
              <a:buNone/>
              <a:defRPr sz="825" b="1">
                <a:solidFill>
                  <a:srgbClr val="B93800"/>
                </a:solidFill>
                <a:latin typeface="Courier New"/>
                <a:ea typeface="Courier New"/>
                <a:cs typeface="Courier New"/>
              </a:defRPr>
            </a:lvl6pPr>
            <a:lvl7pPr algn="l">
              <a:buNone/>
              <a:defRPr sz="825" b="1">
                <a:solidFill>
                  <a:srgbClr val="B93800"/>
                </a:solidFill>
                <a:latin typeface="Courier New"/>
                <a:ea typeface="Courier New"/>
                <a:cs typeface="Courier New"/>
              </a:defRPr>
            </a:lvl7pPr>
            <a:lvl8pPr algn="l">
              <a:buNone/>
              <a:defRPr sz="825" b="1">
                <a:solidFill>
                  <a:srgbClr val="B93800"/>
                </a:solidFill>
                <a:latin typeface="Courier New"/>
                <a:ea typeface="Courier New"/>
                <a:cs typeface="Courier New"/>
              </a:defRPr>
            </a:lvl8pPr>
            <a:lvl9pPr algn="l">
              <a:buNone/>
              <a:defRPr sz="825" b="1">
                <a:solidFill>
                  <a:srgbClr val="B93800"/>
                </a:solidFill>
                <a:latin typeface="Courier New"/>
                <a:ea typeface="Courier New"/>
                <a:cs typeface="Courier New"/>
              </a:defRPr>
            </a:lvl9pPr>
          </a:lstStyle>
          <a:p xmlns:a="http://schemas.openxmlformats.org/drawingml/2006/main">
            <a:pPr algn="l">
              <a:buNone/>
              <a:defRPr sz="825" b="1">
                <a:solidFill>
                  <a:srgbClr val="B93800"/>
                </a:solidFill>
                <a:latin typeface="Courier New"/>
                <a:ea typeface="Courier New"/>
                <a:cs typeface="Courier New"/>
              </a:defRPr>
            </a:pPr>
            <a:r>
              <a:rPr sz="825" b="1">
                <a:solidFill>
                  <a:srgbClr val="B93800"/>
                </a:solidFill>
                <a:latin typeface="Courier New"/>
                <a:ea typeface="Courier New"/>
                <a:cs typeface="Courier New"/>
              </a:rPr>
              <a:t>PROJECT 2 · GAME</a:t>
            </a:r>
          </a:p>
        </p:txBody>
      </p:sp>
      <p:pic>
        <p:nvPicPr>
          <p:cNvPr id="43" name="">
            <a:extLst xmlns:a="http://schemas.openxmlformats.org/drawingml/2006/main">
              <a:ext uri="{FF2B5EF4-FFF2-40B4-BE49-F238E27FC236}">
                <a16:creationId xmlns:a16="http://schemas.microsoft.com/office/drawing/2014/main" id="{60A850F8-C956-43B0-B0A9-D7DDCE74FB86}"/>
              </a:ext>
            </a:extLst>
          </p:cNvPr>
          <p:cNvPicPr>
            <a:picLocks xmlns:a="http://schemas.openxmlformats.org/drawingml/2006/main" noChangeAspect="1"/>
          </p:cNvPicPr>
          <p:nvPr/>
        </p:nvPicPr>
        <p:blipFill>
          <a:blip xmlns:r="http://schemas.openxmlformats.org/officeDocument/2006/relationships" xmlns:a="http://schemas.openxmlformats.org/drawingml/2006/main" r:embed="Rcacabd93f4d04c6f"/>
          <a:srcRect xmlns:a="http://schemas.openxmlformats.org/drawingml/2006/main" l="0" t="13218" r="0" b="13218"/>
          <a:stretch xmlns:a="http://schemas.openxmlformats.org/drawingml/2006/main">
            <a:fillRect l="0" t="0" r="0" b="0"/>
          </a:stretch>
        </p:blipFill>
        <p:spPr>
          <a:xfrm xmlns:a="http://schemas.openxmlformats.org/drawingml/2006/main">
            <a:off x="647700" y="1971675"/>
            <a:ext cx="5524500" cy="2857500"/>
          </a:xfrm>
          <a:prstGeom xmlns:a="http://schemas.openxmlformats.org/drawingml/2006/main" prst="roundRect">
            <a:avLst>
              <a:gd name="adj" fmla="val 4000"/>
            </a:avLst>
          </a:prstGeom>
        </p:spPr>
      </p:pic>
      <p:pic>
        <p:nvPicPr>
          <p:cNvPr id="44" name="">
            <a:extLst xmlns:a="http://schemas.openxmlformats.org/drawingml/2006/main">
              <a:ext uri="{FF2B5EF4-FFF2-40B4-BE49-F238E27FC236}">
                <a16:creationId xmlns:a16="http://schemas.microsoft.com/office/drawing/2014/main" id="{97245F32-A081-48A6-A695-70C2AEFF83D7}"/>
              </a:ext>
            </a:extLst>
          </p:cNvPr>
          <p:cNvPicPr>
            <a:picLocks xmlns:a="http://schemas.openxmlformats.org/drawingml/2006/main" noChangeAspect="1"/>
          </p:cNvPicPr>
          <p:nvPr/>
        </p:nvPicPr>
        <p:blipFill>
          <a:blip xmlns:r="http://schemas.openxmlformats.org/officeDocument/2006/relationships" xmlns:a="http://schemas.openxmlformats.org/drawingml/2006/main" r:embed="R81a3b85f4a104ed0"/>
          <a:stretch xmlns:a="http://schemas.openxmlformats.org/drawingml/2006/main"/>
        </p:blipFill>
        <p:spPr>
          <a:xfrm xmlns:a="http://schemas.openxmlformats.org/drawingml/2006/main">
            <a:off x="6743700" y="1981200"/>
            <a:ext cx="4800600" cy="1504950"/>
          </a:xfrm>
          <a:prstGeom xmlns:a="http://schemas.openxmlformats.org/drawingml/2006/main" prst="rect">
            <a:avLst/>
          </a:prstGeom>
        </p:spPr>
      </p:pic>
      <p:sp>
        <p:nvSpPr>
          <p:cNvPr id="45" name="build-preview-website-title">
            <a:extLst xmlns:a="http://schemas.openxmlformats.org/drawingml/2006/main">
              <a:ext uri="{FF2B5EF4-FFF2-40B4-BE49-F238E27FC236}">
                <a16:creationId xmlns:a16="http://schemas.microsoft.com/office/drawing/2014/main" id="{4EA5049B-381C-409D-B094-ED7086EC2C3E}"/>
              </a:ext>
            </a:extLst>
          </p:cNvPr>
          <p:cNvSpPr>
            <a:spLocks xmlns:a="http://schemas.openxmlformats.org/drawingml/2006/main" noGrp="1"/>
          </p:cNvSpPr>
          <p:nvPr/>
        </p:nvSpPr>
        <p:spPr>
          <a:xfrm xmlns:a="http://schemas.openxmlformats.org/drawingml/2006/main">
            <a:off x="647700" y="4981575"/>
            <a:ext cx="552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1">
                <a:solidFill>
                  <a:srgbClr val="0F172A"/>
                </a:solidFill>
                <a:latin typeface="Montserrat"/>
                <a:ea typeface="Montserrat"/>
                <a:cs typeface="Montserrat"/>
              </a:defRPr>
            </a:defPPr>
            <a:lvl1pPr algn="l">
              <a:buNone/>
              <a:defRPr sz="1650" b="1">
                <a:solidFill>
                  <a:srgbClr val="0F172A"/>
                </a:solidFill>
                <a:latin typeface="Montserrat"/>
                <a:ea typeface="Montserrat"/>
                <a:cs typeface="Montserrat"/>
              </a:defRPr>
            </a:lvl1pPr>
            <a:lvl2pPr algn="l">
              <a:buNone/>
              <a:defRPr sz="1650" b="1">
                <a:solidFill>
                  <a:srgbClr val="0F172A"/>
                </a:solidFill>
                <a:latin typeface="Montserrat"/>
                <a:ea typeface="Montserrat"/>
                <a:cs typeface="Montserrat"/>
              </a:defRPr>
            </a:lvl2pPr>
            <a:lvl3pPr algn="l">
              <a:buNone/>
              <a:defRPr sz="1650" b="1">
                <a:solidFill>
                  <a:srgbClr val="0F172A"/>
                </a:solidFill>
                <a:latin typeface="Montserrat"/>
                <a:ea typeface="Montserrat"/>
                <a:cs typeface="Montserrat"/>
              </a:defRPr>
            </a:lvl3pPr>
            <a:lvl4pPr algn="l">
              <a:buNone/>
              <a:defRPr sz="1650" b="1">
                <a:solidFill>
                  <a:srgbClr val="0F172A"/>
                </a:solidFill>
                <a:latin typeface="Montserrat"/>
                <a:ea typeface="Montserrat"/>
                <a:cs typeface="Montserrat"/>
              </a:defRPr>
            </a:lvl4pPr>
            <a:lvl5pPr algn="l">
              <a:buNone/>
              <a:defRPr sz="1650" b="1">
                <a:solidFill>
                  <a:srgbClr val="0F172A"/>
                </a:solidFill>
                <a:latin typeface="Montserrat"/>
                <a:ea typeface="Montserrat"/>
                <a:cs typeface="Montserrat"/>
              </a:defRPr>
            </a:lvl5pPr>
            <a:lvl6pPr algn="l">
              <a:buNone/>
              <a:defRPr sz="1650" b="1">
                <a:solidFill>
                  <a:srgbClr val="0F172A"/>
                </a:solidFill>
                <a:latin typeface="Montserrat"/>
                <a:ea typeface="Montserrat"/>
                <a:cs typeface="Montserrat"/>
              </a:defRPr>
            </a:lvl6pPr>
            <a:lvl7pPr algn="l">
              <a:buNone/>
              <a:defRPr sz="1650" b="1">
                <a:solidFill>
                  <a:srgbClr val="0F172A"/>
                </a:solidFill>
                <a:latin typeface="Montserrat"/>
                <a:ea typeface="Montserrat"/>
                <a:cs typeface="Montserrat"/>
              </a:defRPr>
            </a:lvl7pPr>
            <a:lvl8pPr algn="l">
              <a:buNone/>
              <a:defRPr sz="1650" b="1">
                <a:solidFill>
                  <a:srgbClr val="0F172A"/>
                </a:solidFill>
                <a:latin typeface="Montserrat"/>
                <a:ea typeface="Montserrat"/>
                <a:cs typeface="Montserrat"/>
              </a:defRPr>
            </a:lvl8pPr>
            <a:lvl9pPr algn="l">
              <a:buNone/>
              <a:defRPr sz="1650" b="1">
                <a:solidFill>
                  <a:srgbClr val="0F172A"/>
                </a:solidFill>
                <a:latin typeface="Montserrat"/>
                <a:ea typeface="Montserrat"/>
                <a:cs typeface="Montserrat"/>
              </a:defRPr>
            </a:lvl9pPr>
          </a:lstStyle>
          <a:p xmlns:a="http://schemas.openxmlformats.org/drawingml/2006/main">
            <a:pPr algn="l">
              <a:buNone/>
              <a:defRPr sz="1650" b="1">
                <a:solidFill>
                  <a:srgbClr val="0F172A"/>
                </a:solidFill>
                <a:latin typeface="Montserrat"/>
                <a:ea typeface="Montserrat"/>
                <a:cs typeface="Montserrat"/>
              </a:defRPr>
            </a:pPr>
            <a:r>
              <a:rPr sz="1650" b="1">
                <a:solidFill>
                  <a:srgbClr val="0F172A"/>
                </a:solidFill>
                <a:latin typeface="Montserrat"/>
                <a:ea typeface="Montserrat"/>
                <a:cs typeface="Montserrat"/>
              </a:rPr>
              <a:t>A live website</a:t>
            </a:r>
          </a:p>
        </p:txBody>
      </p:sp>
      <p:sp>
        <p:nvSpPr>
          <p:cNvPr id="46" name="build-preview-website-body">
            <a:extLst xmlns:a="http://schemas.openxmlformats.org/drawingml/2006/main">
              <a:ext uri="{FF2B5EF4-FFF2-40B4-BE49-F238E27FC236}">
                <a16:creationId xmlns:a16="http://schemas.microsoft.com/office/drawing/2014/main" id="{8F12BC63-048D-4E66-8101-3B911CFDBB7F}"/>
              </a:ext>
            </a:extLst>
          </p:cNvPr>
          <p:cNvSpPr>
            <a:spLocks xmlns:a="http://schemas.openxmlformats.org/drawingml/2006/main" noGrp="1"/>
          </p:cNvSpPr>
          <p:nvPr/>
        </p:nvSpPr>
        <p:spPr>
          <a:xfrm xmlns:a="http://schemas.openxmlformats.org/drawingml/2006/main">
            <a:off x="647700" y="5314950"/>
            <a:ext cx="552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a:solidFill>
                  <a:srgbClr val="475569"/>
                </a:solidFill>
                <a:latin typeface="Montserrat"/>
                <a:ea typeface="Montserrat"/>
                <a:cs typeface="Montserrat"/>
              </a:defRPr>
            </a:defPPr>
            <a:lvl1pPr algn="l">
              <a:buNone/>
              <a:defRPr sz="1275" b="0">
                <a:solidFill>
                  <a:srgbClr val="475569"/>
                </a:solidFill>
                <a:latin typeface="Montserrat"/>
                <a:ea typeface="Montserrat"/>
                <a:cs typeface="Montserrat"/>
              </a:defRPr>
            </a:lvl1pPr>
            <a:lvl2pPr algn="l">
              <a:buNone/>
              <a:defRPr sz="1275" b="0">
                <a:solidFill>
                  <a:srgbClr val="475569"/>
                </a:solidFill>
                <a:latin typeface="Montserrat"/>
                <a:ea typeface="Montserrat"/>
                <a:cs typeface="Montserrat"/>
              </a:defRPr>
            </a:lvl2pPr>
            <a:lvl3pPr algn="l">
              <a:buNone/>
              <a:defRPr sz="1275" b="0">
                <a:solidFill>
                  <a:srgbClr val="475569"/>
                </a:solidFill>
                <a:latin typeface="Montserrat"/>
                <a:ea typeface="Montserrat"/>
                <a:cs typeface="Montserrat"/>
              </a:defRPr>
            </a:lvl3pPr>
            <a:lvl4pPr algn="l">
              <a:buNone/>
              <a:defRPr sz="1275" b="0">
                <a:solidFill>
                  <a:srgbClr val="475569"/>
                </a:solidFill>
                <a:latin typeface="Montserrat"/>
                <a:ea typeface="Montserrat"/>
                <a:cs typeface="Montserrat"/>
              </a:defRPr>
            </a:lvl4pPr>
            <a:lvl5pPr algn="l">
              <a:buNone/>
              <a:defRPr sz="1275" b="0">
                <a:solidFill>
                  <a:srgbClr val="475569"/>
                </a:solidFill>
                <a:latin typeface="Montserrat"/>
                <a:ea typeface="Montserrat"/>
                <a:cs typeface="Montserrat"/>
              </a:defRPr>
            </a:lvl5pPr>
            <a:lvl6pPr algn="l">
              <a:buNone/>
              <a:defRPr sz="1275" b="0">
                <a:solidFill>
                  <a:srgbClr val="475569"/>
                </a:solidFill>
                <a:latin typeface="Montserrat"/>
                <a:ea typeface="Montserrat"/>
                <a:cs typeface="Montserrat"/>
              </a:defRPr>
            </a:lvl6pPr>
            <a:lvl7pPr algn="l">
              <a:buNone/>
              <a:defRPr sz="1275" b="0">
                <a:solidFill>
                  <a:srgbClr val="475569"/>
                </a:solidFill>
                <a:latin typeface="Montserrat"/>
                <a:ea typeface="Montserrat"/>
                <a:cs typeface="Montserrat"/>
              </a:defRPr>
            </a:lvl7pPr>
            <a:lvl8pPr algn="l">
              <a:buNone/>
              <a:defRPr sz="1275" b="0">
                <a:solidFill>
                  <a:srgbClr val="475569"/>
                </a:solidFill>
                <a:latin typeface="Montserrat"/>
                <a:ea typeface="Montserrat"/>
                <a:cs typeface="Montserrat"/>
              </a:defRPr>
            </a:lvl8pPr>
            <a:lvl9pPr algn="l">
              <a:buNone/>
              <a:defRPr sz="1275" b="0">
                <a:solidFill>
                  <a:srgbClr val="475569"/>
                </a:solidFill>
                <a:latin typeface="Montserrat"/>
                <a:ea typeface="Montserrat"/>
                <a:cs typeface="Montserrat"/>
              </a:defRPr>
            </a:lvl9pPr>
          </a:lstStyle>
          <a:p xmlns:a="http://schemas.openxmlformats.org/drawingml/2006/main">
            <a:pPr algn="l">
              <a:buNone/>
              <a:defRPr sz="1275" b="0">
                <a:solidFill>
                  <a:srgbClr val="475569"/>
                </a:solidFill>
                <a:latin typeface="Montserrat"/>
                <a:ea typeface="Montserrat"/>
                <a:cs typeface="Montserrat"/>
              </a:defRPr>
            </a:pPr>
            <a:r>
              <a:rPr sz="1275" b="0">
                <a:solidFill>
                  <a:srgbClr val="475569"/>
                </a:solidFill>
                <a:latin typeface="Montserrat"/>
                <a:ea typeface="Montserrat"/>
                <a:cs typeface="Montserrat"/>
              </a:rPr>
              <a:t>Start with a complete page. Get it live, check the main action, then make it yours.</a:t>
            </a:r>
          </a:p>
        </p:txBody>
      </p:sp>
      <p:sp>
        <p:nvSpPr>
          <p:cNvPr id="47" name="build-preview-game-title">
            <a:extLst xmlns:a="http://schemas.openxmlformats.org/drawingml/2006/main">
              <a:ext uri="{FF2B5EF4-FFF2-40B4-BE49-F238E27FC236}">
                <a16:creationId xmlns:a16="http://schemas.microsoft.com/office/drawing/2014/main" id="{CD422DD6-2585-42CF-B6C1-EA0E4192F6C7}"/>
              </a:ext>
            </a:extLst>
          </p:cNvPr>
          <p:cNvSpPr>
            <a:spLocks xmlns:a="http://schemas.openxmlformats.org/drawingml/2006/main" noGrp="1"/>
          </p:cNvSpPr>
          <p:nvPr/>
        </p:nvSpPr>
        <p:spPr>
          <a:xfrm xmlns:a="http://schemas.openxmlformats.org/drawingml/2006/main">
            <a:off x="6743700" y="3752850"/>
            <a:ext cx="4800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1">
                <a:solidFill>
                  <a:srgbClr val="0F172A"/>
                </a:solidFill>
                <a:latin typeface="Montserrat"/>
                <a:ea typeface="Montserrat"/>
                <a:cs typeface="Montserrat"/>
              </a:defRPr>
            </a:defPPr>
            <a:lvl1pPr algn="l">
              <a:buNone/>
              <a:defRPr sz="1650" b="1">
                <a:solidFill>
                  <a:srgbClr val="0F172A"/>
                </a:solidFill>
                <a:latin typeface="Montserrat"/>
                <a:ea typeface="Montserrat"/>
                <a:cs typeface="Montserrat"/>
              </a:defRPr>
            </a:lvl1pPr>
            <a:lvl2pPr algn="l">
              <a:buNone/>
              <a:defRPr sz="1650" b="1">
                <a:solidFill>
                  <a:srgbClr val="0F172A"/>
                </a:solidFill>
                <a:latin typeface="Montserrat"/>
                <a:ea typeface="Montserrat"/>
                <a:cs typeface="Montserrat"/>
              </a:defRPr>
            </a:lvl2pPr>
            <a:lvl3pPr algn="l">
              <a:buNone/>
              <a:defRPr sz="1650" b="1">
                <a:solidFill>
                  <a:srgbClr val="0F172A"/>
                </a:solidFill>
                <a:latin typeface="Montserrat"/>
                <a:ea typeface="Montserrat"/>
                <a:cs typeface="Montserrat"/>
              </a:defRPr>
            </a:lvl3pPr>
            <a:lvl4pPr algn="l">
              <a:buNone/>
              <a:defRPr sz="1650" b="1">
                <a:solidFill>
                  <a:srgbClr val="0F172A"/>
                </a:solidFill>
                <a:latin typeface="Montserrat"/>
                <a:ea typeface="Montserrat"/>
                <a:cs typeface="Montserrat"/>
              </a:defRPr>
            </a:lvl4pPr>
            <a:lvl5pPr algn="l">
              <a:buNone/>
              <a:defRPr sz="1650" b="1">
                <a:solidFill>
                  <a:srgbClr val="0F172A"/>
                </a:solidFill>
                <a:latin typeface="Montserrat"/>
                <a:ea typeface="Montserrat"/>
                <a:cs typeface="Montserrat"/>
              </a:defRPr>
            </a:lvl5pPr>
            <a:lvl6pPr algn="l">
              <a:buNone/>
              <a:defRPr sz="1650" b="1">
                <a:solidFill>
                  <a:srgbClr val="0F172A"/>
                </a:solidFill>
                <a:latin typeface="Montserrat"/>
                <a:ea typeface="Montserrat"/>
                <a:cs typeface="Montserrat"/>
              </a:defRPr>
            </a:lvl6pPr>
            <a:lvl7pPr algn="l">
              <a:buNone/>
              <a:defRPr sz="1650" b="1">
                <a:solidFill>
                  <a:srgbClr val="0F172A"/>
                </a:solidFill>
                <a:latin typeface="Montserrat"/>
                <a:ea typeface="Montserrat"/>
                <a:cs typeface="Montserrat"/>
              </a:defRPr>
            </a:lvl7pPr>
            <a:lvl8pPr algn="l">
              <a:buNone/>
              <a:defRPr sz="1650" b="1">
                <a:solidFill>
                  <a:srgbClr val="0F172A"/>
                </a:solidFill>
                <a:latin typeface="Montserrat"/>
                <a:ea typeface="Montserrat"/>
                <a:cs typeface="Montserrat"/>
              </a:defRPr>
            </a:lvl8pPr>
            <a:lvl9pPr algn="l">
              <a:buNone/>
              <a:defRPr sz="1650" b="1">
                <a:solidFill>
                  <a:srgbClr val="0F172A"/>
                </a:solidFill>
                <a:latin typeface="Montserrat"/>
                <a:ea typeface="Montserrat"/>
                <a:cs typeface="Montserrat"/>
              </a:defRPr>
            </a:lvl9pPr>
          </a:lstStyle>
          <a:p xmlns:a="http://schemas.openxmlformats.org/drawingml/2006/main">
            <a:pPr algn="l">
              <a:buNone/>
              <a:defRPr sz="1650" b="1">
                <a:solidFill>
                  <a:srgbClr val="0F172A"/>
                </a:solidFill>
                <a:latin typeface="Montserrat"/>
                <a:ea typeface="Montserrat"/>
                <a:cs typeface="Montserrat"/>
              </a:defRPr>
            </a:pPr>
            <a:r>
              <a:rPr sz="1650" b="1">
                <a:solidFill>
                  <a:srgbClr val="0F172A"/>
                </a:solidFill>
                <a:latin typeface="Montserrat"/>
                <a:ea typeface="Montserrat"/>
                <a:cs typeface="Montserrat"/>
              </a:rPr>
              <a:t>Alien Tic-Tac-Toe</a:t>
            </a:r>
          </a:p>
        </p:txBody>
      </p:sp>
      <p:sp>
        <p:nvSpPr>
          <p:cNvPr id="48" name="build-preview-game-body">
            <a:extLst xmlns:a="http://schemas.openxmlformats.org/drawingml/2006/main">
              <a:ext uri="{FF2B5EF4-FFF2-40B4-BE49-F238E27FC236}">
                <a16:creationId xmlns:a16="http://schemas.microsoft.com/office/drawing/2014/main" id="{2836ACE4-5231-4D5C-BB4F-AB55705FBC23}"/>
              </a:ext>
            </a:extLst>
          </p:cNvPr>
          <p:cNvSpPr>
            <a:spLocks xmlns:a="http://schemas.openxmlformats.org/drawingml/2006/main" noGrp="1"/>
          </p:cNvSpPr>
          <p:nvPr/>
        </p:nvSpPr>
        <p:spPr>
          <a:xfrm xmlns:a="http://schemas.openxmlformats.org/drawingml/2006/main">
            <a:off x="6743700" y="4105275"/>
            <a:ext cx="4800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a:solidFill>
                  <a:srgbClr val="475569"/>
                </a:solidFill>
                <a:latin typeface="Montserrat"/>
                <a:ea typeface="Montserrat"/>
                <a:cs typeface="Montserrat"/>
              </a:defRPr>
            </a:defPPr>
            <a:lvl1pPr algn="l">
              <a:buNone/>
              <a:defRPr sz="1275" b="0">
                <a:solidFill>
                  <a:srgbClr val="475569"/>
                </a:solidFill>
                <a:latin typeface="Montserrat"/>
                <a:ea typeface="Montserrat"/>
                <a:cs typeface="Montserrat"/>
              </a:defRPr>
            </a:lvl1pPr>
            <a:lvl2pPr algn="l">
              <a:buNone/>
              <a:defRPr sz="1275" b="0">
                <a:solidFill>
                  <a:srgbClr val="475569"/>
                </a:solidFill>
                <a:latin typeface="Montserrat"/>
                <a:ea typeface="Montserrat"/>
                <a:cs typeface="Montserrat"/>
              </a:defRPr>
            </a:lvl2pPr>
            <a:lvl3pPr algn="l">
              <a:buNone/>
              <a:defRPr sz="1275" b="0">
                <a:solidFill>
                  <a:srgbClr val="475569"/>
                </a:solidFill>
                <a:latin typeface="Montserrat"/>
                <a:ea typeface="Montserrat"/>
                <a:cs typeface="Montserrat"/>
              </a:defRPr>
            </a:lvl3pPr>
            <a:lvl4pPr algn="l">
              <a:buNone/>
              <a:defRPr sz="1275" b="0">
                <a:solidFill>
                  <a:srgbClr val="475569"/>
                </a:solidFill>
                <a:latin typeface="Montserrat"/>
                <a:ea typeface="Montserrat"/>
                <a:cs typeface="Montserrat"/>
              </a:defRPr>
            </a:lvl4pPr>
            <a:lvl5pPr algn="l">
              <a:buNone/>
              <a:defRPr sz="1275" b="0">
                <a:solidFill>
                  <a:srgbClr val="475569"/>
                </a:solidFill>
                <a:latin typeface="Montserrat"/>
                <a:ea typeface="Montserrat"/>
                <a:cs typeface="Montserrat"/>
              </a:defRPr>
            </a:lvl5pPr>
            <a:lvl6pPr algn="l">
              <a:buNone/>
              <a:defRPr sz="1275" b="0">
                <a:solidFill>
                  <a:srgbClr val="475569"/>
                </a:solidFill>
                <a:latin typeface="Montserrat"/>
                <a:ea typeface="Montserrat"/>
                <a:cs typeface="Montserrat"/>
              </a:defRPr>
            </a:lvl6pPr>
            <a:lvl7pPr algn="l">
              <a:buNone/>
              <a:defRPr sz="1275" b="0">
                <a:solidFill>
                  <a:srgbClr val="475569"/>
                </a:solidFill>
                <a:latin typeface="Montserrat"/>
                <a:ea typeface="Montserrat"/>
                <a:cs typeface="Montserrat"/>
              </a:defRPr>
            </a:lvl7pPr>
            <a:lvl8pPr algn="l">
              <a:buNone/>
              <a:defRPr sz="1275" b="0">
                <a:solidFill>
                  <a:srgbClr val="475569"/>
                </a:solidFill>
                <a:latin typeface="Montserrat"/>
                <a:ea typeface="Montserrat"/>
                <a:cs typeface="Montserrat"/>
              </a:defRPr>
            </a:lvl8pPr>
            <a:lvl9pPr algn="l">
              <a:buNone/>
              <a:defRPr sz="1275" b="0">
                <a:solidFill>
                  <a:srgbClr val="475569"/>
                </a:solidFill>
                <a:latin typeface="Montserrat"/>
                <a:ea typeface="Montserrat"/>
                <a:cs typeface="Montserrat"/>
              </a:defRPr>
            </a:lvl9pPr>
          </a:lstStyle>
          <a:p xmlns:a="http://schemas.openxmlformats.org/drawingml/2006/main">
            <a:pPr algn="l">
              <a:buNone/>
              <a:defRPr sz="1275" b="0">
                <a:solidFill>
                  <a:srgbClr val="475569"/>
                </a:solidFill>
                <a:latin typeface="Montserrat"/>
                <a:ea typeface="Montserrat"/>
                <a:cs typeface="Montserrat"/>
              </a:defRPr>
            </a:pPr>
            <a:r>
              <a:rPr sz="1275" b="0">
                <a:solidFill>
                  <a:srgbClr val="475569"/>
                </a:solidFill>
                <a:latin typeface="Montserrat"/>
                <a:ea typeface="Montserrat"/>
                <a:cs typeface="Montserrat"/>
              </a:rPr>
              <a:t>Pick a square. Battle for it. Win and you place X. Lose and the alien places O.</a:t>
            </a:r>
          </a:p>
        </p:txBody>
      </p:sp>
      <p:sp>
        <p:nvSpPr>
          <p:cNvPr id="49" name="build-preview-game-check">
            <a:extLst xmlns:a="http://schemas.openxmlformats.org/drawingml/2006/main">
              <a:ext uri="{FF2B5EF4-FFF2-40B4-BE49-F238E27FC236}">
                <a16:creationId xmlns:a16="http://schemas.microsoft.com/office/drawing/2014/main" id="{8B8076A5-8A60-46C7-AF49-0B9357E775B0}"/>
              </a:ext>
            </a:extLst>
          </p:cNvPr>
          <p:cNvSpPr>
            <a:spLocks xmlns:a="http://schemas.openxmlformats.org/drawingml/2006/main" noGrp="1"/>
          </p:cNvSpPr>
          <p:nvPr/>
        </p:nvSpPr>
        <p:spPr>
          <a:xfrm xmlns:a="http://schemas.openxmlformats.org/drawingml/2006/main">
            <a:off x="6743700" y="4981575"/>
            <a:ext cx="4800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172A"/>
                </a:solidFill>
                <a:latin typeface="Montserrat"/>
                <a:ea typeface="Montserrat"/>
                <a:cs typeface="Montserrat"/>
              </a:defRPr>
            </a:defPPr>
            <a:lvl1pPr algn="l">
              <a:buNone/>
              <a:defRPr sz="1275" b="1">
                <a:solidFill>
                  <a:srgbClr val="0F172A"/>
                </a:solidFill>
                <a:latin typeface="Montserrat"/>
                <a:ea typeface="Montserrat"/>
                <a:cs typeface="Montserrat"/>
              </a:defRPr>
            </a:lvl1pPr>
            <a:lvl2pPr algn="l">
              <a:buNone/>
              <a:defRPr sz="1275" b="1">
                <a:solidFill>
                  <a:srgbClr val="0F172A"/>
                </a:solidFill>
                <a:latin typeface="Montserrat"/>
                <a:ea typeface="Montserrat"/>
                <a:cs typeface="Montserrat"/>
              </a:defRPr>
            </a:lvl2pPr>
            <a:lvl3pPr algn="l">
              <a:buNone/>
              <a:defRPr sz="1275" b="1">
                <a:solidFill>
                  <a:srgbClr val="0F172A"/>
                </a:solidFill>
                <a:latin typeface="Montserrat"/>
                <a:ea typeface="Montserrat"/>
                <a:cs typeface="Montserrat"/>
              </a:defRPr>
            </a:lvl3pPr>
            <a:lvl4pPr algn="l">
              <a:buNone/>
              <a:defRPr sz="1275" b="1">
                <a:solidFill>
                  <a:srgbClr val="0F172A"/>
                </a:solidFill>
                <a:latin typeface="Montserrat"/>
                <a:ea typeface="Montserrat"/>
                <a:cs typeface="Montserrat"/>
              </a:defRPr>
            </a:lvl4pPr>
            <a:lvl5pPr algn="l">
              <a:buNone/>
              <a:defRPr sz="1275" b="1">
                <a:solidFill>
                  <a:srgbClr val="0F172A"/>
                </a:solidFill>
                <a:latin typeface="Montserrat"/>
                <a:ea typeface="Montserrat"/>
                <a:cs typeface="Montserrat"/>
              </a:defRPr>
            </a:lvl5pPr>
            <a:lvl6pPr algn="l">
              <a:buNone/>
              <a:defRPr sz="1275" b="1">
                <a:solidFill>
                  <a:srgbClr val="0F172A"/>
                </a:solidFill>
                <a:latin typeface="Montserrat"/>
                <a:ea typeface="Montserrat"/>
                <a:cs typeface="Montserrat"/>
              </a:defRPr>
            </a:lvl6pPr>
            <a:lvl7pPr algn="l">
              <a:buNone/>
              <a:defRPr sz="1275" b="1">
                <a:solidFill>
                  <a:srgbClr val="0F172A"/>
                </a:solidFill>
                <a:latin typeface="Montserrat"/>
                <a:ea typeface="Montserrat"/>
                <a:cs typeface="Montserrat"/>
              </a:defRPr>
            </a:lvl7pPr>
            <a:lvl8pPr algn="l">
              <a:buNone/>
              <a:defRPr sz="1275" b="1">
                <a:solidFill>
                  <a:srgbClr val="0F172A"/>
                </a:solidFill>
                <a:latin typeface="Montserrat"/>
                <a:ea typeface="Montserrat"/>
                <a:cs typeface="Montserrat"/>
              </a:defRPr>
            </a:lvl8pPr>
            <a:lvl9pPr algn="l">
              <a:buNone/>
              <a:defRPr sz="1275" b="1">
                <a:solidFill>
                  <a:srgbClr val="0F172A"/>
                </a:solidFill>
                <a:latin typeface="Montserrat"/>
                <a:ea typeface="Montserrat"/>
                <a:cs typeface="Montserrat"/>
              </a:defRPr>
            </a:lvl9pPr>
          </a:lstStyle>
          <a:p xmlns:a="http://schemas.openxmlformats.org/drawingml/2006/main">
            <a:pPr algn="l">
              <a:buNone/>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A player can start, finish, and restart a round.</a:t>
            </a:r>
          </a:p>
        </p:txBody>
      </p:sp>
      <p:sp>
        <p:nvSpPr>
          <p:cNvPr id="50" name="build-preview-takeaway">
            <a:extLst xmlns:a="http://schemas.openxmlformats.org/drawingml/2006/main">
              <a:ext uri="{FF2B5EF4-FFF2-40B4-BE49-F238E27FC236}">
                <a16:creationId xmlns:a16="http://schemas.microsoft.com/office/drawing/2014/main" id="{F30385E8-F656-4E13-97BA-A07D3FBF23ED}"/>
              </a:ext>
            </a:extLst>
          </p:cNvPr>
          <p:cNvSpPr>
            <a:spLocks xmlns:a="http://schemas.openxmlformats.org/drawingml/2006/main" noGrp="1"/>
          </p:cNvSpPr>
          <p:nvPr/>
        </p:nvSpPr>
        <p:spPr>
          <a:xfrm xmlns:a="http://schemas.openxmlformats.org/drawingml/2006/main">
            <a:off x="647700" y="5857875"/>
            <a:ext cx="10896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a:solidFill>
                  <a:srgbClr val="B93800"/>
                </a:solidFill>
                <a:latin typeface="Montserrat"/>
                <a:ea typeface="Montserrat"/>
                <a:cs typeface="Montserrat"/>
              </a:defRPr>
            </a:defPPr>
            <a:lvl1pPr algn="l">
              <a:buNone/>
              <a:defRPr sz="1350" b="1">
                <a:solidFill>
                  <a:srgbClr val="B93800"/>
                </a:solidFill>
                <a:latin typeface="Montserrat"/>
                <a:ea typeface="Montserrat"/>
                <a:cs typeface="Montserrat"/>
              </a:defRPr>
            </a:lvl1pPr>
            <a:lvl2pPr algn="l">
              <a:buNone/>
              <a:defRPr sz="1350" b="1">
                <a:solidFill>
                  <a:srgbClr val="B93800"/>
                </a:solidFill>
                <a:latin typeface="Montserrat"/>
                <a:ea typeface="Montserrat"/>
                <a:cs typeface="Montserrat"/>
              </a:defRPr>
            </a:lvl2pPr>
            <a:lvl3pPr algn="l">
              <a:buNone/>
              <a:defRPr sz="1350" b="1">
                <a:solidFill>
                  <a:srgbClr val="B93800"/>
                </a:solidFill>
                <a:latin typeface="Montserrat"/>
                <a:ea typeface="Montserrat"/>
                <a:cs typeface="Montserrat"/>
              </a:defRPr>
            </a:lvl3pPr>
            <a:lvl4pPr algn="l">
              <a:buNone/>
              <a:defRPr sz="1350" b="1">
                <a:solidFill>
                  <a:srgbClr val="B93800"/>
                </a:solidFill>
                <a:latin typeface="Montserrat"/>
                <a:ea typeface="Montserrat"/>
                <a:cs typeface="Montserrat"/>
              </a:defRPr>
            </a:lvl4pPr>
            <a:lvl5pPr algn="l">
              <a:buNone/>
              <a:defRPr sz="1350" b="1">
                <a:solidFill>
                  <a:srgbClr val="B93800"/>
                </a:solidFill>
                <a:latin typeface="Montserrat"/>
                <a:ea typeface="Montserrat"/>
                <a:cs typeface="Montserrat"/>
              </a:defRPr>
            </a:lvl5pPr>
            <a:lvl6pPr algn="l">
              <a:buNone/>
              <a:defRPr sz="1350" b="1">
                <a:solidFill>
                  <a:srgbClr val="B93800"/>
                </a:solidFill>
                <a:latin typeface="Montserrat"/>
                <a:ea typeface="Montserrat"/>
                <a:cs typeface="Montserrat"/>
              </a:defRPr>
            </a:lvl6pPr>
            <a:lvl7pPr algn="l">
              <a:buNone/>
              <a:defRPr sz="1350" b="1">
                <a:solidFill>
                  <a:srgbClr val="B93800"/>
                </a:solidFill>
                <a:latin typeface="Montserrat"/>
                <a:ea typeface="Montserrat"/>
                <a:cs typeface="Montserrat"/>
              </a:defRPr>
            </a:lvl7pPr>
            <a:lvl8pPr algn="l">
              <a:buNone/>
              <a:defRPr sz="1350" b="1">
                <a:solidFill>
                  <a:srgbClr val="B93800"/>
                </a:solidFill>
                <a:latin typeface="Montserrat"/>
                <a:ea typeface="Montserrat"/>
                <a:cs typeface="Montserrat"/>
              </a:defRPr>
            </a:lvl8pPr>
            <a:lvl9pPr algn="l">
              <a:buNone/>
              <a:defRPr sz="1350" b="1">
                <a:solidFill>
                  <a:srgbClr val="B93800"/>
                </a:solidFill>
                <a:latin typeface="Montserrat"/>
                <a:ea typeface="Montserrat"/>
                <a:cs typeface="Montserrat"/>
              </a:defRPr>
            </a:lvl9pPr>
          </a:lstStyle>
          <a:p xmlns:a="http://schemas.openxmlformats.org/drawingml/2006/main">
            <a:pPr algn="l">
              <a:buNone/>
              <a:defRPr sz="1350" b="1">
                <a:solidFill>
                  <a:srgbClr val="B93800"/>
                </a:solidFill>
                <a:latin typeface="Montserrat"/>
                <a:ea typeface="Montserrat"/>
                <a:cs typeface="Montserrat"/>
              </a:defRPr>
            </a:pPr>
            <a:r>
              <a:rPr sz="1350" b="1">
                <a:solidFill>
                  <a:srgbClr val="B93800"/>
                </a:solidFill>
                <a:latin typeface="Montserrat"/>
                <a:ea typeface="Montserrat"/>
                <a:cs typeface="Montserrat"/>
              </a:rPr>
              <a:t>Both projects use the same six steps. Each gets its own GitHub repository, Vercel project, and live URL.</a:t>
            </a:r>
          </a:p>
        </p:txBody>
      </p:sp>
    </p:spTree>
    <p:extLst>
      <p:ext uri="{BB962C8B-B14F-4D97-AF65-F5344CB8AC3E}">
        <p14:creationId xmlns:p14="http://schemas.microsoft.com/office/powerpoint/2010/main" val="141335757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64F8E16B-BE49-4E6B-92BA-0A9F9C22CD2B}"/>
              </a:ext>
            </a:extLst>
          </p:cNvPr>
          <p:cNvPicPr>
            <a:picLocks xmlns:a="http://schemas.openxmlformats.org/drawingml/2006/main" noChangeAspect="1"/>
          </p:cNvPicPr>
          <p:nvPr/>
        </p:nvPicPr>
        <p:blipFill>
          <a:blip xmlns:r="http://schemas.openxmlformats.org/officeDocument/2006/relationships" xmlns:a="http://schemas.openxmlformats.org/drawingml/2006/main" r:embed="R0b4c50b498d74242"/>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B44BE79A-FD71-4892-BE84-CCD16F4E910B}"/>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06 / 63</a:t>
            </a:r>
            <a:endParaRPr sz="900"/>
          </a:p>
        </p:txBody>
      </p:sp>
      <p:sp>
        <p:nvSpPr>
          <p:cNvPr id="25" name="">
            <a:extLst xmlns:a="http://schemas.openxmlformats.org/drawingml/2006/main">
              <a:ext uri="{FF2B5EF4-FFF2-40B4-BE49-F238E27FC236}">
                <a16:creationId xmlns:a16="http://schemas.microsoft.com/office/drawing/2014/main" id="{B011DF69-0C81-4307-969C-9227742637FC}"/>
              </a:ext>
            </a:extLst>
          </p:cNvPr>
          <p:cNvSpPr>
            <a:spLocks xmlns:a="http://schemas.openxmlformats.org/drawingml/2006/main" noGrp="1"/>
          </p:cNvSpPr>
          <p:nvPr/>
        </p:nvSpPr>
        <p:spPr>
          <a:xfrm xmlns:a="http://schemas.openxmlformats.org/drawingml/2006/main">
            <a:off x="3667125" y="6381750"/>
            <a:ext cx="4857750" cy="0"/>
          </a:xfrm>
          <a:prstGeom xmlns:a="http://schemas.openxmlformats.org/drawingml/2006/main" prst="line">
            <a:avLst/>
          </a:prstGeom>
          <a:noFill xmlns:a="http://schemas.openxmlformats.org/drawingml/2006/main"/>
          <a:ln xmlns:a="http://schemas.openxmlformats.org/drawingml/2006/main" w="5715">
            <a:solidFill>
              <a:srgbClr val="D8E2EF"/>
            </a:solidFill>
            <a:prstDash val="solid"/>
          </a:ln>
        </p:spPr>
      </p:sp>
      <p:sp>
        <p:nvSpPr>
          <p:cNvPr id="26" name="">
            <a:extLst xmlns:a="http://schemas.openxmlformats.org/drawingml/2006/main">
              <a:ext uri="{FF2B5EF4-FFF2-40B4-BE49-F238E27FC236}">
                <a16:creationId xmlns:a16="http://schemas.microsoft.com/office/drawing/2014/main" id="{6A4D996B-794E-40D6-8BF7-F42BDDB6B518}"/>
              </a:ext>
            </a:extLst>
          </p:cNvPr>
          <p:cNvSpPr>
            <a:spLocks xmlns:a="http://schemas.openxmlformats.org/drawingml/2006/main" noGrp="1"/>
          </p:cNvSpPr>
          <p:nvPr/>
        </p:nvSpPr>
        <p:spPr>
          <a:xfrm xmlns:a="http://schemas.openxmlformats.org/drawingml/2006/main">
            <a:off x="36337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27" name="">
            <a:extLst xmlns:a="http://schemas.openxmlformats.org/drawingml/2006/main">
              <a:ext uri="{FF2B5EF4-FFF2-40B4-BE49-F238E27FC236}">
                <a16:creationId xmlns:a16="http://schemas.microsoft.com/office/drawing/2014/main" id="{E42B9A48-0AA0-4F22-B51E-F931EABC4CC0}"/>
              </a:ext>
            </a:extLst>
          </p:cNvPr>
          <p:cNvSpPr>
            <a:spLocks xmlns:a="http://schemas.openxmlformats.org/drawingml/2006/main" noGrp="1"/>
          </p:cNvSpPr>
          <p:nvPr/>
        </p:nvSpPr>
        <p:spPr>
          <a:xfrm xmlns:a="http://schemas.openxmlformats.org/drawingml/2006/main">
            <a:off x="32670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PLAN</a:t>
            </a:r>
          </a:p>
        </p:txBody>
      </p:sp>
      <p:sp>
        <p:nvSpPr>
          <p:cNvPr id="28" name="">
            <a:extLst xmlns:a="http://schemas.openxmlformats.org/drawingml/2006/main">
              <a:ext uri="{FF2B5EF4-FFF2-40B4-BE49-F238E27FC236}">
                <a16:creationId xmlns:a16="http://schemas.microsoft.com/office/drawing/2014/main" id="{23EA88A7-5414-490B-9556-00CE79403842}"/>
              </a:ext>
            </a:extLst>
          </p:cNvPr>
          <p:cNvSpPr>
            <a:spLocks xmlns:a="http://schemas.openxmlformats.org/drawingml/2006/main" noGrp="1"/>
          </p:cNvSpPr>
          <p:nvPr/>
        </p:nvSpPr>
        <p:spPr>
          <a:xfrm xmlns:a="http://schemas.openxmlformats.org/drawingml/2006/main">
            <a:off x="46053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29" name="">
            <a:extLst xmlns:a="http://schemas.openxmlformats.org/drawingml/2006/main">
              <a:ext uri="{FF2B5EF4-FFF2-40B4-BE49-F238E27FC236}">
                <a16:creationId xmlns:a16="http://schemas.microsoft.com/office/drawing/2014/main" id="{7812208A-A4B6-4EF1-9664-45D88951221E}"/>
              </a:ext>
            </a:extLst>
          </p:cNvPr>
          <p:cNvSpPr>
            <a:spLocks xmlns:a="http://schemas.openxmlformats.org/drawingml/2006/main" noGrp="1"/>
          </p:cNvSpPr>
          <p:nvPr/>
        </p:nvSpPr>
        <p:spPr>
          <a:xfrm xmlns:a="http://schemas.openxmlformats.org/drawingml/2006/main">
            <a:off x="42386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DESIGN</a:t>
            </a:r>
          </a:p>
        </p:txBody>
      </p:sp>
      <p:sp>
        <p:nvSpPr>
          <p:cNvPr id="30" name="">
            <a:extLst xmlns:a="http://schemas.openxmlformats.org/drawingml/2006/main">
              <a:ext uri="{FF2B5EF4-FFF2-40B4-BE49-F238E27FC236}">
                <a16:creationId xmlns:a16="http://schemas.microsoft.com/office/drawing/2014/main" id="{1ECBAA83-A1E4-4855-8326-6FF502A79372}"/>
              </a:ext>
            </a:extLst>
          </p:cNvPr>
          <p:cNvSpPr>
            <a:spLocks xmlns:a="http://schemas.openxmlformats.org/drawingml/2006/main" noGrp="1"/>
          </p:cNvSpPr>
          <p:nvPr/>
        </p:nvSpPr>
        <p:spPr>
          <a:xfrm xmlns:a="http://schemas.openxmlformats.org/drawingml/2006/main">
            <a:off x="55768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31" name="">
            <a:extLst xmlns:a="http://schemas.openxmlformats.org/drawingml/2006/main">
              <a:ext uri="{FF2B5EF4-FFF2-40B4-BE49-F238E27FC236}">
                <a16:creationId xmlns:a16="http://schemas.microsoft.com/office/drawing/2014/main" id="{40D302E3-5CCB-4FAB-9008-E1ACDAB84AB3}"/>
              </a:ext>
            </a:extLst>
          </p:cNvPr>
          <p:cNvSpPr>
            <a:spLocks xmlns:a="http://schemas.openxmlformats.org/drawingml/2006/main" noGrp="1"/>
          </p:cNvSpPr>
          <p:nvPr/>
        </p:nvSpPr>
        <p:spPr>
          <a:xfrm xmlns:a="http://schemas.openxmlformats.org/drawingml/2006/main">
            <a:off x="52101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BUILD</a:t>
            </a:r>
          </a:p>
        </p:txBody>
      </p:sp>
      <p:sp>
        <p:nvSpPr>
          <p:cNvPr id="32" name="">
            <a:extLst xmlns:a="http://schemas.openxmlformats.org/drawingml/2006/main">
              <a:ext uri="{FF2B5EF4-FFF2-40B4-BE49-F238E27FC236}">
                <a16:creationId xmlns:a16="http://schemas.microsoft.com/office/drawing/2014/main" id="{72B4C0D4-8ABF-46B0-855D-0F5C032BFA64}"/>
              </a:ext>
            </a:extLst>
          </p:cNvPr>
          <p:cNvSpPr>
            <a:spLocks xmlns:a="http://schemas.openxmlformats.org/drawingml/2006/main" noGrp="1"/>
          </p:cNvSpPr>
          <p:nvPr/>
        </p:nvSpPr>
        <p:spPr>
          <a:xfrm xmlns:a="http://schemas.openxmlformats.org/drawingml/2006/main">
            <a:off x="65484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33" name="">
            <a:extLst xmlns:a="http://schemas.openxmlformats.org/drawingml/2006/main">
              <a:ext uri="{FF2B5EF4-FFF2-40B4-BE49-F238E27FC236}">
                <a16:creationId xmlns:a16="http://schemas.microsoft.com/office/drawing/2014/main" id="{3515253C-CE45-4A30-AED1-14C9E69AD5AA}"/>
              </a:ext>
            </a:extLst>
          </p:cNvPr>
          <p:cNvSpPr>
            <a:spLocks xmlns:a="http://schemas.openxmlformats.org/drawingml/2006/main" noGrp="1"/>
          </p:cNvSpPr>
          <p:nvPr/>
        </p:nvSpPr>
        <p:spPr>
          <a:xfrm xmlns:a="http://schemas.openxmlformats.org/drawingml/2006/main">
            <a:off x="61817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TEST</a:t>
            </a:r>
          </a:p>
        </p:txBody>
      </p:sp>
      <p:sp>
        <p:nvSpPr>
          <p:cNvPr id="34" name="">
            <a:extLst xmlns:a="http://schemas.openxmlformats.org/drawingml/2006/main">
              <a:ext uri="{FF2B5EF4-FFF2-40B4-BE49-F238E27FC236}">
                <a16:creationId xmlns:a16="http://schemas.microsoft.com/office/drawing/2014/main" id="{3C1605D4-AC89-4D9F-81E1-4FC9773E0C13}"/>
              </a:ext>
            </a:extLst>
          </p:cNvPr>
          <p:cNvSpPr>
            <a:spLocks xmlns:a="http://schemas.openxmlformats.org/drawingml/2006/main" noGrp="1"/>
          </p:cNvSpPr>
          <p:nvPr/>
        </p:nvSpPr>
        <p:spPr>
          <a:xfrm xmlns:a="http://schemas.openxmlformats.org/drawingml/2006/main">
            <a:off x="75199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35" name="">
            <a:extLst xmlns:a="http://schemas.openxmlformats.org/drawingml/2006/main">
              <a:ext uri="{FF2B5EF4-FFF2-40B4-BE49-F238E27FC236}">
                <a16:creationId xmlns:a16="http://schemas.microsoft.com/office/drawing/2014/main" id="{8E207ED6-ADBC-4389-A06C-C5EA07F048B1}"/>
              </a:ext>
            </a:extLst>
          </p:cNvPr>
          <p:cNvSpPr>
            <a:spLocks xmlns:a="http://schemas.openxmlformats.org/drawingml/2006/main" noGrp="1"/>
          </p:cNvSpPr>
          <p:nvPr/>
        </p:nvSpPr>
        <p:spPr>
          <a:xfrm xmlns:a="http://schemas.openxmlformats.org/drawingml/2006/main">
            <a:off x="71532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DEPLOY</a:t>
            </a:r>
          </a:p>
        </p:txBody>
      </p:sp>
      <p:sp>
        <p:nvSpPr>
          <p:cNvPr id="36" name="">
            <a:extLst xmlns:a="http://schemas.openxmlformats.org/drawingml/2006/main">
              <a:ext uri="{FF2B5EF4-FFF2-40B4-BE49-F238E27FC236}">
                <a16:creationId xmlns:a16="http://schemas.microsoft.com/office/drawing/2014/main" id="{F33F574A-5F73-4C6A-AC6F-799720AFF5C3}"/>
              </a:ext>
            </a:extLst>
          </p:cNvPr>
          <p:cNvSpPr>
            <a:spLocks xmlns:a="http://schemas.openxmlformats.org/drawingml/2006/main" noGrp="1"/>
          </p:cNvSpPr>
          <p:nvPr/>
        </p:nvSpPr>
        <p:spPr>
          <a:xfrm xmlns:a="http://schemas.openxmlformats.org/drawingml/2006/main">
            <a:off x="84915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37" name="">
            <a:extLst xmlns:a="http://schemas.openxmlformats.org/drawingml/2006/main">
              <a:ext uri="{FF2B5EF4-FFF2-40B4-BE49-F238E27FC236}">
                <a16:creationId xmlns:a16="http://schemas.microsoft.com/office/drawing/2014/main" id="{6676C76D-0282-45BA-9D8D-311C2C0ABA2B}"/>
              </a:ext>
            </a:extLst>
          </p:cNvPr>
          <p:cNvSpPr>
            <a:spLocks xmlns:a="http://schemas.openxmlformats.org/drawingml/2006/main" noGrp="1"/>
          </p:cNvSpPr>
          <p:nvPr/>
        </p:nvSpPr>
        <p:spPr>
          <a:xfrm xmlns:a="http://schemas.openxmlformats.org/drawingml/2006/main">
            <a:off x="81248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MAINTAIN</a:t>
            </a:r>
          </a:p>
        </p:txBody>
      </p:sp>
      <p:sp>
        <p:nvSpPr>
          <p:cNvPr id="38" name="">
            <a:extLst xmlns:a="http://schemas.openxmlformats.org/drawingml/2006/main">
              <a:ext uri="{FF2B5EF4-FFF2-40B4-BE49-F238E27FC236}">
                <a16:creationId xmlns:a16="http://schemas.microsoft.com/office/drawing/2014/main" id="{8133822A-24D9-4355-8F74-5C5D28E52F1A}"/>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307FE2"/>
                </a:solidFill>
                <a:latin typeface="Montserrat"/>
                <a:ea typeface="Montserrat"/>
                <a:cs typeface="Montserrat"/>
              </a:defRPr>
            </a:defPPr>
            <a:lvl1pPr algn="l">
              <a:defRPr sz="1050" b="1">
                <a:solidFill>
                  <a:srgbClr val="307FE2"/>
                </a:solidFill>
                <a:latin typeface="Montserrat"/>
                <a:ea typeface="Montserrat"/>
                <a:cs typeface="Montserrat"/>
              </a:defRPr>
            </a:lvl1pPr>
            <a:lvl2pPr algn="l">
              <a:defRPr sz="1050" b="1">
                <a:solidFill>
                  <a:srgbClr val="307FE2"/>
                </a:solidFill>
                <a:latin typeface="Montserrat"/>
                <a:ea typeface="Montserrat"/>
                <a:cs typeface="Montserrat"/>
              </a:defRPr>
            </a:lvl2pPr>
            <a:lvl3pPr algn="l">
              <a:defRPr sz="1050" b="1">
                <a:solidFill>
                  <a:srgbClr val="307FE2"/>
                </a:solidFill>
                <a:latin typeface="Montserrat"/>
                <a:ea typeface="Montserrat"/>
                <a:cs typeface="Montserrat"/>
              </a:defRPr>
            </a:lvl3pPr>
            <a:lvl4pPr algn="l">
              <a:defRPr sz="1050" b="1">
                <a:solidFill>
                  <a:srgbClr val="307FE2"/>
                </a:solidFill>
                <a:latin typeface="Montserrat"/>
                <a:ea typeface="Montserrat"/>
                <a:cs typeface="Montserrat"/>
              </a:defRPr>
            </a:lvl4pPr>
            <a:lvl5pPr algn="l">
              <a:defRPr sz="1050" b="1">
                <a:solidFill>
                  <a:srgbClr val="307FE2"/>
                </a:solidFill>
                <a:latin typeface="Montserrat"/>
                <a:ea typeface="Montserrat"/>
                <a:cs typeface="Montserrat"/>
              </a:defRPr>
            </a:lvl5pPr>
            <a:lvl6pPr algn="l">
              <a:defRPr sz="1050" b="1">
                <a:solidFill>
                  <a:srgbClr val="307FE2"/>
                </a:solidFill>
                <a:latin typeface="Montserrat"/>
                <a:ea typeface="Montserrat"/>
                <a:cs typeface="Montserrat"/>
              </a:defRPr>
            </a:lvl6pPr>
            <a:lvl7pPr algn="l">
              <a:defRPr sz="1050" b="1">
                <a:solidFill>
                  <a:srgbClr val="307FE2"/>
                </a:solidFill>
                <a:latin typeface="Montserrat"/>
                <a:ea typeface="Montserrat"/>
                <a:cs typeface="Montserrat"/>
              </a:defRPr>
            </a:lvl7pPr>
            <a:lvl8pPr algn="l">
              <a:defRPr sz="1050" b="1">
                <a:solidFill>
                  <a:srgbClr val="307FE2"/>
                </a:solidFill>
                <a:latin typeface="Montserrat"/>
                <a:ea typeface="Montserrat"/>
                <a:cs typeface="Montserrat"/>
              </a:defRPr>
            </a:lvl8pPr>
            <a:lvl9pPr algn="l">
              <a:defRPr sz="1050" b="1">
                <a:solidFill>
                  <a:srgbClr val="307FE2"/>
                </a:solidFill>
                <a:latin typeface="Montserrat"/>
                <a:ea typeface="Montserrat"/>
                <a:cs typeface="Montserrat"/>
              </a:defRPr>
            </a:lvl9pPr>
          </a:lstStyle>
          <a:p xmlns:a="http://schemas.openxmlformats.org/drawingml/2006/main">
            <a:pPr algn="l">
              <a:defRPr sz="1050" b="1">
                <a:solidFill>
                  <a:srgbClr val="307FE2"/>
                </a:solidFill>
                <a:latin typeface="Montserrat"/>
                <a:ea typeface="Montserrat"/>
                <a:cs typeface="Montserrat"/>
              </a:defRPr>
            </a:pPr>
            <a:r>
              <a:rPr sz="1050" b="1">
                <a:solidFill>
                  <a:srgbClr val="307FE2"/>
                </a:solidFill>
                <a:latin typeface="Montserrat"/>
                <a:ea typeface="Montserrat"/>
                <a:cs typeface="Montserrat"/>
              </a:rPr>
              <a:t>// BEFORE WE BUILD · AI AGENTS</a:t>
            </a:r>
          </a:p>
        </p:txBody>
      </p:sp>
      <p:sp>
        <p:nvSpPr>
          <p:cNvPr id="39" name="">
            <a:extLst xmlns:a="http://schemas.openxmlformats.org/drawingml/2006/main">
              <a:ext uri="{FF2B5EF4-FFF2-40B4-BE49-F238E27FC236}">
                <a16:creationId xmlns:a16="http://schemas.microsoft.com/office/drawing/2014/main" id="{2F378698-CC5E-4AC6-9D90-4FC149DAA61E}"/>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94A3B8"/>
                </a:solidFill>
                <a:latin typeface="Montserrat"/>
                <a:ea typeface="Montserrat"/>
                <a:cs typeface="Montserrat"/>
              </a:defRPr>
            </a:defPPr>
            <a:lvl1pPr algn="r">
              <a:defRPr sz="900" b="0">
                <a:solidFill>
                  <a:srgbClr val="94A3B8"/>
                </a:solidFill>
                <a:latin typeface="Montserrat"/>
                <a:ea typeface="Montserrat"/>
                <a:cs typeface="Montserrat"/>
              </a:defRPr>
            </a:lvl1pPr>
            <a:lvl2pPr algn="r">
              <a:defRPr sz="900" b="0">
                <a:solidFill>
                  <a:srgbClr val="94A3B8"/>
                </a:solidFill>
                <a:latin typeface="Montserrat"/>
                <a:ea typeface="Montserrat"/>
                <a:cs typeface="Montserrat"/>
              </a:defRPr>
            </a:lvl2pPr>
            <a:lvl3pPr algn="r">
              <a:defRPr sz="900" b="0">
                <a:solidFill>
                  <a:srgbClr val="94A3B8"/>
                </a:solidFill>
                <a:latin typeface="Montserrat"/>
                <a:ea typeface="Montserrat"/>
                <a:cs typeface="Montserrat"/>
              </a:defRPr>
            </a:lvl3pPr>
            <a:lvl4pPr algn="r">
              <a:defRPr sz="900" b="0">
                <a:solidFill>
                  <a:srgbClr val="94A3B8"/>
                </a:solidFill>
                <a:latin typeface="Montserrat"/>
                <a:ea typeface="Montserrat"/>
                <a:cs typeface="Montserrat"/>
              </a:defRPr>
            </a:lvl4pPr>
            <a:lvl5pPr algn="r">
              <a:defRPr sz="900" b="0">
                <a:solidFill>
                  <a:srgbClr val="94A3B8"/>
                </a:solidFill>
                <a:latin typeface="Montserrat"/>
                <a:ea typeface="Montserrat"/>
                <a:cs typeface="Montserrat"/>
              </a:defRPr>
            </a:lvl5pPr>
            <a:lvl6pPr algn="r">
              <a:defRPr sz="900" b="0">
                <a:solidFill>
                  <a:srgbClr val="94A3B8"/>
                </a:solidFill>
                <a:latin typeface="Montserrat"/>
                <a:ea typeface="Montserrat"/>
                <a:cs typeface="Montserrat"/>
              </a:defRPr>
            </a:lvl6pPr>
            <a:lvl7pPr algn="r">
              <a:defRPr sz="900" b="0">
                <a:solidFill>
                  <a:srgbClr val="94A3B8"/>
                </a:solidFill>
                <a:latin typeface="Montserrat"/>
                <a:ea typeface="Montserrat"/>
                <a:cs typeface="Montserrat"/>
              </a:defRPr>
            </a:lvl7pPr>
            <a:lvl8pPr algn="r">
              <a:defRPr sz="900" b="0">
                <a:solidFill>
                  <a:srgbClr val="94A3B8"/>
                </a:solidFill>
                <a:latin typeface="Montserrat"/>
                <a:ea typeface="Montserrat"/>
                <a:cs typeface="Montserrat"/>
              </a:defRPr>
            </a:lvl8pPr>
            <a:lvl9pPr algn="r">
              <a:defRPr sz="900" b="0">
                <a:solidFill>
                  <a:srgbClr val="94A3B8"/>
                </a:solidFill>
                <a:latin typeface="Montserrat"/>
                <a:ea typeface="Montserrat"/>
                <a:cs typeface="Montserrat"/>
              </a:defRPr>
            </a:lvl9pPr>
          </a:lstStyle>
          <a:p xmlns:a="http://schemas.openxmlformats.org/drawingml/2006/main">
            <a:pPr algn="r">
              <a:defRPr sz="900" b="0">
                <a:solidFill>
                  <a:srgbClr val="94A3B8"/>
                </a:solidFill>
                <a:latin typeface="Montserrat"/>
                <a:ea typeface="Montserrat"/>
                <a:cs typeface="Montserrat"/>
              </a:defRPr>
            </a:pPr>
            <a:r>
              <a:rPr sz="900" b="0">
                <a:solidFill>
                  <a:srgbClr val="94A3B8"/>
                </a:solidFill>
                <a:latin typeface="Montserrat"/>
                <a:ea typeface="Montserrat"/>
                <a:cs typeface="Montserrat"/>
              </a:rPr>
              <a:t>0:12–0:27</a:t>
            </a:r>
          </a:p>
        </p:txBody>
      </p:sp>
      <p:sp>
        <p:nvSpPr>
          <p:cNvPr id="40" name="">
            <a:extLst xmlns:a="http://schemas.openxmlformats.org/drawingml/2006/main">
              <a:ext uri="{FF2B5EF4-FFF2-40B4-BE49-F238E27FC236}">
                <a16:creationId xmlns:a16="http://schemas.microsoft.com/office/drawing/2014/main" id="{732F1CEE-D48D-4998-A087-111E3FAC62BA}"/>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The parts of an agent</a:t>
            </a:r>
          </a:p>
        </p:txBody>
      </p:sp>
      <p:sp>
        <p:nvSpPr>
          <p:cNvPr id="41" name="">
            <a:extLst xmlns:a="http://schemas.openxmlformats.org/drawingml/2006/main">
              <a:ext uri="{FF2B5EF4-FFF2-40B4-BE49-F238E27FC236}">
                <a16:creationId xmlns:a16="http://schemas.microsoft.com/office/drawing/2014/main" id="{6973E156-C5C7-4496-9D54-2A1E7C7C36A3}"/>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MODEL · TOOLS · MEMORY</a:t>
            </a:r>
          </a:p>
        </p:txBody>
      </p:sp>
      <p:sp>
        <p:nvSpPr>
          <p:cNvPr id="42" name="">
            <a:extLst xmlns:a="http://schemas.openxmlformats.org/drawingml/2006/main">
              <a:ext uri="{FF2B5EF4-FFF2-40B4-BE49-F238E27FC236}">
                <a16:creationId xmlns:a16="http://schemas.microsoft.com/office/drawing/2014/main" id="{22EBD38C-08D4-4FC5-97D5-030605E96108}"/>
              </a:ext>
            </a:extLst>
          </p:cNvPr>
          <p:cNvSpPr>
            <a:spLocks xmlns:a="http://schemas.openxmlformats.org/drawingml/2006/main" noGrp="1"/>
          </p:cNvSpPr>
          <p:nvPr/>
        </p:nvSpPr>
        <p:spPr>
          <a:xfrm xmlns:a="http://schemas.openxmlformats.org/drawingml/2006/main">
            <a:off x="647700" y="2009775"/>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43" name="">
            <a:extLst xmlns:a="http://schemas.openxmlformats.org/drawingml/2006/main">
              <a:ext uri="{FF2B5EF4-FFF2-40B4-BE49-F238E27FC236}">
                <a16:creationId xmlns:a16="http://schemas.microsoft.com/office/drawing/2014/main" id="{770C9F31-9EB7-4A4E-9CE4-8D61A7AAAD4D}"/>
              </a:ext>
            </a:extLst>
          </p:cNvPr>
          <p:cNvSpPr>
            <a:spLocks xmlns:a="http://schemas.openxmlformats.org/drawingml/2006/main" noGrp="1"/>
          </p:cNvSpPr>
          <p:nvPr/>
        </p:nvSpPr>
        <p:spPr>
          <a:xfrm xmlns:a="http://schemas.openxmlformats.org/drawingml/2006/main">
            <a:off x="742950" y="2238375"/>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0">
                <a:solidFill>
                  <a:srgbClr val="307FE2"/>
                </a:solidFill>
                <a:latin typeface="Courier New"/>
                <a:ea typeface="Courier New"/>
                <a:cs typeface="Courier New"/>
              </a:defRPr>
            </a:defPPr>
            <a:lvl1pPr algn="l">
              <a:defRPr sz="825" b="0">
                <a:solidFill>
                  <a:srgbClr val="307FE2"/>
                </a:solidFill>
                <a:latin typeface="Courier New"/>
                <a:ea typeface="Courier New"/>
                <a:cs typeface="Courier New"/>
              </a:defRPr>
            </a:lvl1pPr>
            <a:lvl2pPr algn="l">
              <a:defRPr sz="825" b="0">
                <a:solidFill>
                  <a:srgbClr val="307FE2"/>
                </a:solidFill>
                <a:latin typeface="Courier New"/>
                <a:ea typeface="Courier New"/>
                <a:cs typeface="Courier New"/>
              </a:defRPr>
            </a:lvl2pPr>
            <a:lvl3pPr algn="l">
              <a:defRPr sz="825" b="0">
                <a:solidFill>
                  <a:srgbClr val="307FE2"/>
                </a:solidFill>
                <a:latin typeface="Courier New"/>
                <a:ea typeface="Courier New"/>
                <a:cs typeface="Courier New"/>
              </a:defRPr>
            </a:lvl3pPr>
            <a:lvl4pPr algn="l">
              <a:defRPr sz="825" b="0">
                <a:solidFill>
                  <a:srgbClr val="307FE2"/>
                </a:solidFill>
                <a:latin typeface="Courier New"/>
                <a:ea typeface="Courier New"/>
                <a:cs typeface="Courier New"/>
              </a:defRPr>
            </a:lvl4pPr>
            <a:lvl5pPr algn="l">
              <a:defRPr sz="825" b="0">
                <a:solidFill>
                  <a:srgbClr val="307FE2"/>
                </a:solidFill>
                <a:latin typeface="Courier New"/>
                <a:ea typeface="Courier New"/>
                <a:cs typeface="Courier New"/>
              </a:defRPr>
            </a:lvl5pPr>
            <a:lvl6pPr algn="l">
              <a:defRPr sz="825" b="0">
                <a:solidFill>
                  <a:srgbClr val="307FE2"/>
                </a:solidFill>
                <a:latin typeface="Courier New"/>
                <a:ea typeface="Courier New"/>
                <a:cs typeface="Courier New"/>
              </a:defRPr>
            </a:lvl6pPr>
            <a:lvl7pPr algn="l">
              <a:defRPr sz="825" b="0">
                <a:solidFill>
                  <a:srgbClr val="307FE2"/>
                </a:solidFill>
                <a:latin typeface="Courier New"/>
                <a:ea typeface="Courier New"/>
                <a:cs typeface="Courier New"/>
              </a:defRPr>
            </a:lvl7pPr>
            <a:lvl8pPr algn="l">
              <a:defRPr sz="825" b="0">
                <a:solidFill>
                  <a:srgbClr val="307FE2"/>
                </a:solidFill>
                <a:latin typeface="Courier New"/>
                <a:ea typeface="Courier New"/>
                <a:cs typeface="Courier New"/>
              </a:defRPr>
            </a:lvl8pPr>
            <a:lvl9pPr algn="l">
              <a:defRPr sz="825" b="0">
                <a:solidFill>
                  <a:srgbClr val="307FE2"/>
                </a:solidFill>
                <a:latin typeface="Courier New"/>
                <a:ea typeface="Courier New"/>
                <a:cs typeface="Courier New"/>
              </a:defRPr>
            </a:lvl9pPr>
          </a:lstStyle>
          <a:p xmlns:a="http://schemas.openxmlformats.org/drawingml/2006/main">
            <a:pPr algn="l">
              <a:defRPr sz="825" b="0">
                <a:solidFill>
                  <a:srgbClr val="307FE2"/>
                </a:solidFill>
                <a:latin typeface="Courier New"/>
                <a:ea typeface="Courier New"/>
                <a:cs typeface="Courier New"/>
              </a:defRPr>
            </a:pPr>
            <a:r>
              <a:rPr sz="825" b="0">
                <a:solidFill>
                  <a:srgbClr val="307FE2"/>
                </a:solidFill>
                <a:latin typeface="Courier New"/>
                <a:ea typeface="Courier New"/>
                <a:cs typeface="Courier New"/>
              </a:rPr>
              <a:t>01</a:t>
            </a:r>
          </a:p>
        </p:txBody>
      </p:sp>
      <p:sp>
        <p:nvSpPr>
          <p:cNvPr id="44" name="">
            <a:extLst xmlns:a="http://schemas.openxmlformats.org/drawingml/2006/main">
              <a:ext uri="{FF2B5EF4-FFF2-40B4-BE49-F238E27FC236}">
                <a16:creationId xmlns:a16="http://schemas.microsoft.com/office/drawing/2014/main" id="{F0C44C1E-F1A2-4424-A375-BC5D6728193A}"/>
              </a:ext>
            </a:extLst>
          </p:cNvPr>
          <p:cNvSpPr>
            <a:spLocks xmlns:a="http://schemas.openxmlformats.org/drawingml/2006/main" noGrp="1"/>
          </p:cNvSpPr>
          <p:nvPr/>
        </p:nvSpPr>
        <p:spPr>
          <a:xfrm xmlns:a="http://schemas.openxmlformats.org/drawingml/2006/main">
            <a:off x="1200150" y="2200275"/>
            <a:ext cx="1190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25" b="1">
                <a:solidFill>
                  <a:srgbClr val="0F172A"/>
                </a:solidFill>
                <a:latin typeface="Montserrat"/>
                <a:ea typeface="Montserrat"/>
                <a:cs typeface="Montserrat"/>
              </a:defRPr>
            </a:defPPr>
            <a:lvl1pPr algn="l">
              <a:defRPr sz="1425" b="1">
                <a:solidFill>
                  <a:srgbClr val="0F172A"/>
                </a:solidFill>
                <a:latin typeface="Montserrat"/>
                <a:ea typeface="Montserrat"/>
                <a:cs typeface="Montserrat"/>
              </a:defRPr>
            </a:lvl1pPr>
            <a:lvl2pPr algn="l">
              <a:defRPr sz="1425" b="1">
                <a:solidFill>
                  <a:srgbClr val="0F172A"/>
                </a:solidFill>
                <a:latin typeface="Montserrat"/>
                <a:ea typeface="Montserrat"/>
                <a:cs typeface="Montserrat"/>
              </a:defRPr>
            </a:lvl2pPr>
            <a:lvl3pPr algn="l">
              <a:defRPr sz="1425" b="1">
                <a:solidFill>
                  <a:srgbClr val="0F172A"/>
                </a:solidFill>
                <a:latin typeface="Montserrat"/>
                <a:ea typeface="Montserrat"/>
                <a:cs typeface="Montserrat"/>
              </a:defRPr>
            </a:lvl3pPr>
            <a:lvl4pPr algn="l">
              <a:defRPr sz="1425" b="1">
                <a:solidFill>
                  <a:srgbClr val="0F172A"/>
                </a:solidFill>
                <a:latin typeface="Montserrat"/>
                <a:ea typeface="Montserrat"/>
                <a:cs typeface="Montserrat"/>
              </a:defRPr>
            </a:lvl4pPr>
            <a:lvl5pPr algn="l">
              <a:defRPr sz="1425" b="1">
                <a:solidFill>
                  <a:srgbClr val="0F172A"/>
                </a:solidFill>
                <a:latin typeface="Montserrat"/>
                <a:ea typeface="Montserrat"/>
                <a:cs typeface="Montserrat"/>
              </a:defRPr>
            </a:lvl5pPr>
            <a:lvl6pPr algn="l">
              <a:defRPr sz="1425" b="1">
                <a:solidFill>
                  <a:srgbClr val="0F172A"/>
                </a:solidFill>
                <a:latin typeface="Montserrat"/>
                <a:ea typeface="Montserrat"/>
                <a:cs typeface="Montserrat"/>
              </a:defRPr>
            </a:lvl6pPr>
            <a:lvl7pPr algn="l">
              <a:defRPr sz="1425" b="1">
                <a:solidFill>
                  <a:srgbClr val="0F172A"/>
                </a:solidFill>
                <a:latin typeface="Montserrat"/>
                <a:ea typeface="Montserrat"/>
                <a:cs typeface="Montserrat"/>
              </a:defRPr>
            </a:lvl7pPr>
            <a:lvl8pPr algn="l">
              <a:defRPr sz="1425" b="1">
                <a:solidFill>
                  <a:srgbClr val="0F172A"/>
                </a:solidFill>
                <a:latin typeface="Montserrat"/>
                <a:ea typeface="Montserrat"/>
                <a:cs typeface="Montserrat"/>
              </a:defRPr>
            </a:lvl8pPr>
            <a:lvl9pPr algn="l">
              <a:defRPr sz="1425" b="1">
                <a:solidFill>
                  <a:srgbClr val="0F172A"/>
                </a:solidFill>
                <a:latin typeface="Montserrat"/>
                <a:ea typeface="Montserrat"/>
                <a:cs typeface="Montserrat"/>
              </a:defRPr>
            </a:lvl9pPr>
          </a:lstStyle>
          <a:p xmlns:a="http://schemas.openxmlformats.org/drawingml/2006/main">
            <a:pPr algn="l">
              <a:defRPr sz="1425" b="1">
                <a:solidFill>
                  <a:srgbClr val="0F172A"/>
                </a:solidFill>
                <a:latin typeface="Montserrat"/>
                <a:ea typeface="Montserrat"/>
                <a:cs typeface="Montserrat"/>
              </a:defRPr>
            </a:pPr>
            <a:r>
              <a:rPr sz="1425" b="1">
                <a:solidFill>
                  <a:srgbClr val="0F172A"/>
                </a:solidFill>
                <a:latin typeface="Montserrat"/>
                <a:ea typeface="Montserrat"/>
                <a:cs typeface="Montserrat"/>
              </a:rPr>
              <a:t>Model</a:t>
            </a:r>
          </a:p>
        </p:txBody>
      </p:sp>
      <p:sp>
        <p:nvSpPr>
          <p:cNvPr id="45" name="">
            <a:extLst xmlns:a="http://schemas.openxmlformats.org/drawingml/2006/main">
              <a:ext uri="{FF2B5EF4-FFF2-40B4-BE49-F238E27FC236}">
                <a16:creationId xmlns:a16="http://schemas.microsoft.com/office/drawing/2014/main" id="{4F42C096-FF69-4D74-854F-EC282E1E0B05}"/>
              </a:ext>
            </a:extLst>
          </p:cNvPr>
          <p:cNvSpPr>
            <a:spLocks xmlns:a="http://schemas.openxmlformats.org/drawingml/2006/main" noGrp="1"/>
          </p:cNvSpPr>
          <p:nvPr/>
        </p:nvSpPr>
        <p:spPr>
          <a:xfrm xmlns:a="http://schemas.openxmlformats.org/drawingml/2006/main">
            <a:off x="2381250" y="2200275"/>
            <a:ext cx="4095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Reads the goal, chooses the next step, and produces the words or code.</a:t>
            </a:r>
          </a:p>
        </p:txBody>
      </p:sp>
      <p:sp>
        <p:nvSpPr>
          <p:cNvPr id="46" name="">
            <a:extLst xmlns:a="http://schemas.openxmlformats.org/drawingml/2006/main">
              <a:ext uri="{FF2B5EF4-FFF2-40B4-BE49-F238E27FC236}">
                <a16:creationId xmlns:a16="http://schemas.microsoft.com/office/drawing/2014/main" id="{3E64BDA5-2963-4907-8DE2-1F7F2F4A7F46}"/>
              </a:ext>
            </a:extLst>
          </p:cNvPr>
          <p:cNvSpPr>
            <a:spLocks xmlns:a="http://schemas.openxmlformats.org/drawingml/2006/main" noGrp="1"/>
          </p:cNvSpPr>
          <p:nvPr/>
        </p:nvSpPr>
        <p:spPr>
          <a:xfrm xmlns:a="http://schemas.openxmlformats.org/drawingml/2006/main">
            <a:off x="742950" y="2924175"/>
            <a:ext cx="573405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47" name="">
            <a:extLst xmlns:a="http://schemas.openxmlformats.org/drawingml/2006/main">
              <a:ext uri="{FF2B5EF4-FFF2-40B4-BE49-F238E27FC236}">
                <a16:creationId xmlns:a16="http://schemas.microsoft.com/office/drawing/2014/main" id="{ACBE67AE-4A7A-457B-9063-20482BB869EB}"/>
              </a:ext>
            </a:extLst>
          </p:cNvPr>
          <p:cNvSpPr>
            <a:spLocks xmlns:a="http://schemas.openxmlformats.org/drawingml/2006/main" noGrp="1"/>
          </p:cNvSpPr>
          <p:nvPr/>
        </p:nvSpPr>
        <p:spPr>
          <a:xfrm xmlns:a="http://schemas.openxmlformats.org/drawingml/2006/main">
            <a:off x="742950" y="3114675"/>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0">
                <a:solidFill>
                  <a:srgbClr val="307FE2"/>
                </a:solidFill>
                <a:latin typeface="Courier New"/>
                <a:ea typeface="Courier New"/>
                <a:cs typeface="Courier New"/>
              </a:defRPr>
            </a:defPPr>
            <a:lvl1pPr algn="l">
              <a:defRPr sz="825" b="0">
                <a:solidFill>
                  <a:srgbClr val="307FE2"/>
                </a:solidFill>
                <a:latin typeface="Courier New"/>
                <a:ea typeface="Courier New"/>
                <a:cs typeface="Courier New"/>
              </a:defRPr>
            </a:lvl1pPr>
            <a:lvl2pPr algn="l">
              <a:defRPr sz="825" b="0">
                <a:solidFill>
                  <a:srgbClr val="307FE2"/>
                </a:solidFill>
                <a:latin typeface="Courier New"/>
                <a:ea typeface="Courier New"/>
                <a:cs typeface="Courier New"/>
              </a:defRPr>
            </a:lvl2pPr>
            <a:lvl3pPr algn="l">
              <a:defRPr sz="825" b="0">
                <a:solidFill>
                  <a:srgbClr val="307FE2"/>
                </a:solidFill>
                <a:latin typeface="Courier New"/>
                <a:ea typeface="Courier New"/>
                <a:cs typeface="Courier New"/>
              </a:defRPr>
            </a:lvl3pPr>
            <a:lvl4pPr algn="l">
              <a:defRPr sz="825" b="0">
                <a:solidFill>
                  <a:srgbClr val="307FE2"/>
                </a:solidFill>
                <a:latin typeface="Courier New"/>
                <a:ea typeface="Courier New"/>
                <a:cs typeface="Courier New"/>
              </a:defRPr>
            </a:lvl4pPr>
            <a:lvl5pPr algn="l">
              <a:defRPr sz="825" b="0">
                <a:solidFill>
                  <a:srgbClr val="307FE2"/>
                </a:solidFill>
                <a:latin typeface="Courier New"/>
                <a:ea typeface="Courier New"/>
                <a:cs typeface="Courier New"/>
              </a:defRPr>
            </a:lvl5pPr>
            <a:lvl6pPr algn="l">
              <a:defRPr sz="825" b="0">
                <a:solidFill>
                  <a:srgbClr val="307FE2"/>
                </a:solidFill>
                <a:latin typeface="Courier New"/>
                <a:ea typeface="Courier New"/>
                <a:cs typeface="Courier New"/>
              </a:defRPr>
            </a:lvl6pPr>
            <a:lvl7pPr algn="l">
              <a:defRPr sz="825" b="0">
                <a:solidFill>
                  <a:srgbClr val="307FE2"/>
                </a:solidFill>
                <a:latin typeface="Courier New"/>
                <a:ea typeface="Courier New"/>
                <a:cs typeface="Courier New"/>
              </a:defRPr>
            </a:lvl7pPr>
            <a:lvl8pPr algn="l">
              <a:defRPr sz="825" b="0">
                <a:solidFill>
                  <a:srgbClr val="307FE2"/>
                </a:solidFill>
                <a:latin typeface="Courier New"/>
                <a:ea typeface="Courier New"/>
                <a:cs typeface="Courier New"/>
              </a:defRPr>
            </a:lvl8pPr>
            <a:lvl9pPr algn="l">
              <a:defRPr sz="825" b="0">
                <a:solidFill>
                  <a:srgbClr val="307FE2"/>
                </a:solidFill>
                <a:latin typeface="Courier New"/>
                <a:ea typeface="Courier New"/>
                <a:cs typeface="Courier New"/>
              </a:defRPr>
            </a:lvl9pPr>
          </a:lstStyle>
          <a:p xmlns:a="http://schemas.openxmlformats.org/drawingml/2006/main">
            <a:pPr algn="l">
              <a:defRPr sz="825" b="0">
                <a:solidFill>
                  <a:srgbClr val="307FE2"/>
                </a:solidFill>
                <a:latin typeface="Courier New"/>
                <a:ea typeface="Courier New"/>
                <a:cs typeface="Courier New"/>
              </a:defRPr>
            </a:pPr>
            <a:r>
              <a:rPr sz="825" b="0">
                <a:solidFill>
                  <a:srgbClr val="307FE2"/>
                </a:solidFill>
                <a:latin typeface="Courier New"/>
                <a:ea typeface="Courier New"/>
                <a:cs typeface="Courier New"/>
              </a:rPr>
              <a:t>02</a:t>
            </a:r>
          </a:p>
        </p:txBody>
      </p:sp>
      <p:sp>
        <p:nvSpPr>
          <p:cNvPr id="48" name="">
            <a:extLst xmlns:a="http://schemas.openxmlformats.org/drawingml/2006/main">
              <a:ext uri="{FF2B5EF4-FFF2-40B4-BE49-F238E27FC236}">
                <a16:creationId xmlns:a16="http://schemas.microsoft.com/office/drawing/2014/main" id="{1385AB05-48B7-41FD-B040-670044643230}"/>
              </a:ext>
            </a:extLst>
          </p:cNvPr>
          <p:cNvSpPr>
            <a:spLocks xmlns:a="http://schemas.openxmlformats.org/drawingml/2006/main" noGrp="1"/>
          </p:cNvSpPr>
          <p:nvPr/>
        </p:nvSpPr>
        <p:spPr>
          <a:xfrm xmlns:a="http://schemas.openxmlformats.org/drawingml/2006/main">
            <a:off x="1200150" y="3076575"/>
            <a:ext cx="1190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25" b="1">
                <a:solidFill>
                  <a:srgbClr val="0F172A"/>
                </a:solidFill>
                <a:latin typeface="Montserrat"/>
                <a:ea typeface="Montserrat"/>
                <a:cs typeface="Montserrat"/>
              </a:defRPr>
            </a:defPPr>
            <a:lvl1pPr algn="l">
              <a:defRPr sz="1425" b="1">
                <a:solidFill>
                  <a:srgbClr val="0F172A"/>
                </a:solidFill>
                <a:latin typeface="Montserrat"/>
                <a:ea typeface="Montserrat"/>
                <a:cs typeface="Montserrat"/>
              </a:defRPr>
            </a:lvl1pPr>
            <a:lvl2pPr algn="l">
              <a:defRPr sz="1425" b="1">
                <a:solidFill>
                  <a:srgbClr val="0F172A"/>
                </a:solidFill>
                <a:latin typeface="Montserrat"/>
                <a:ea typeface="Montserrat"/>
                <a:cs typeface="Montserrat"/>
              </a:defRPr>
            </a:lvl2pPr>
            <a:lvl3pPr algn="l">
              <a:defRPr sz="1425" b="1">
                <a:solidFill>
                  <a:srgbClr val="0F172A"/>
                </a:solidFill>
                <a:latin typeface="Montserrat"/>
                <a:ea typeface="Montserrat"/>
                <a:cs typeface="Montserrat"/>
              </a:defRPr>
            </a:lvl3pPr>
            <a:lvl4pPr algn="l">
              <a:defRPr sz="1425" b="1">
                <a:solidFill>
                  <a:srgbClr val="0F172A"/>
                </a:solidFill>
                <a:latin typeface="Montserrat"/>
                <a:ea typeface="Montserrat"/>
                <a:cs typeface="Montserrat"/>
              </a:defRPr>
            </a:lvl4pPr>
            <a:lvl5pPr algn="l">
              <a:defRPr sz="1425" b="1">
                <a:solidFill>
                  <a:srgbClr val="0F172A"/>
                </a:solidFill>
                <a:latin typeface="Montserrat"/>
                <a:ea typeface="Montserrat"/>
                <a:cs typeface="Montserrat"/>
              </a:defRPr>
            </a:lvl5pPr>
            <a:lvl6pPr algn="l">
              <a:defRPr sz="1425" b="1">
                <a:solidFill>
                  <a:srgbClr val="0F172A"/>
                </a:solidFill>
                <a:latin typeface="Montserrat"/>
                <a:ea typeface="Montserrat"/>
                <a:cs typeface="Montserrat"/>
              </a:defRPr>
            </a:lvl6pPr>
            <a:lvl7pPr algn="l">
              <a:defRPr sz="1425" b="1">
                <a:solidFill>
                  <a:srgbClr val="0F172A"/>
                </a:solidFill>
                <a:latin typeface="Montserrat"/>
                <a:ea typeface="Montserrat"/>
                <a:cs typeface="Montserrat"/>
              </a:defRPr>
            </a:lvl7pPr>
            <a:lvl8pPr algn="l">
              <a:defRPr sz="1425" b="1">
                <a:solidFill>
                  <a:srgbClr val="0F172A"/>
                </a:solidFill>
                <a:latin typeface="Montserrat"/>
                <a:ea typeface="Montserrat"/>
                <a:cs typeface="Montserrat"/>
              </a:defRPr>
            </a:lvl8pPr>
            <a:lvl9pPr algn="l">
              <a:defRPr sz="1425" b="1">
                <a:solidFill>
                  <a:srgbClr val="0F172A"/>
                </a:solidFill>
                <a:latin typeface="Montserrat"/>
                <a:ea typeface="Montserrat"/>
                <a:cs typeface="Montserrat"/>
              </a:defRPr>
            </a:lvl9pPr>
          </a:lstStyle>
          <a:p xmlns:a="http://schemas.openxmlformats.org/drawingml/2006/main">
            <a:pPr algn="l">
              <a:defRPr sz="1425" b="1">
                <a:solidFill>
                  <a:srgbClr val="0F172A"/>
                </a:solidFill>
                <a:latin typeface="Montserrat"/>
                <a:ea typeface="Montserrat"/>
                <a:cs typeface="Montserrat"/>
              </a:defRPr>
            </a:pPr>
            <a:r>
              <a:rPr sz="1425" b="1">
                <a:solidFill>
                  <a:srgbClr val="0F172A"/>
                </a:solidFill>
                <a:latin typeface="Montserrat"/>
                <a:ea typeface="Montserrat"/>
                <a:cs typeface="Montserrat"/>
              </a:rPr>
              <a:t>Tools</a:t>
            </a:r>
          </a:p>
        </p:txBody>
      </p:sp>
      <p:sp>
        <p:nvSpPr>
          <p:cNvPr id="49" name="">
            <a:extLst xmlns:a="http://schemas.openxmlformats.org/drawingml/2006/main">
              <a:ext uri="{FF2B5EF4-FFF2-40B4-BE49-F238E27FC236}">
                <a16:creationId xmlns:a16="http://schemas.microsoft.com/office/drawing/2014/main" id="{011327FE-323D-46C5-988F-88D0448E1CDF}"/>
              </a:ext>
            </a:extLst>
          </p:cNvPr>
          <p:cNvSpPr>
            <a:spLocks xmlns:a="http://schemas.openxmlformats.org/drawingml/2006/main" noGrp="1"/>
          </p:cNvSpPr>
          <p:nvPr/>
        </p:nvSpPr>
        <p:spPr>
          <a:xfrm xmlns:a="http://schemas.openxmlformats.org/drawingml/2006/main">
            <a:off x="2381250" y="3076575"/>
            <a:ext cx="4095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Open files, edit them, run commands, search, and use connected services.</a:t>
            </a:r>
          </a:p>
        </p:txBody>
      </p:sp>
      <p:sp>
        <p:nvSpPr>
          <p:cNvPr id="50" name="">
            <a:extLst xmlns:a="http://schemas.openxmlformats.org/drawingml/2006/main">
              <a:ext uri="{FF2B5EF4-FFF2-40B4-BE49-F238E27FC236}">
                <a16:creationId xmlns:a16="http://schemas.microsoft.com/office/drawing/2014/main" id="{4D5A786C-FC9B-44CA-BB4E-5AA64E58F77B}"/>
              </a:ext>
            </a:extLst>
          </p:cNvPr>
          <p:cNvSpPr>
            <a:spLocks xmlns:a="http://schemas.openxmlformats.org/drawingml/2006/main" noGrp="1"/>
          </p:cNvSpPr>
          <p:nvPr/>
        </p:nvSpPr>
        <p:spPr>
          <a:xfrm xmlns:a="http://schemas.openxmlformats.org/drawingml/2006/main">
            <a:off x="742950" y="3800475"/>
            <a:ext cx="573405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51" name="">
            <a:extLst xmlns:a="http://schemas.openxmlformats.org/drawingml/2006/main">
              <a:ext uri="{FF2B5EF4-FFF2-40B4-BE49-F238E27FC236}">
                <a16:creationId xmlns:a16="http://schemas.microsoft.com/office/drawing/2014/main" id="{74F89FCB-67D1-4666-8CA3-4FD0D565E20D}"/>
              </a:ext>
            </a:extLst>
          </p:cNvPr>
          <p:cNvSpPr>
            <a:spLocks xmlns:a="http://schemas.openxmlformats.org/drawingml/2006/main" noGrp="1"/>
          </p:cNvSpPr>
          <p:nvPr/>
        </p:nvSpPr>
        <p:spPr>
          <a:xfrm xmlns:a="http://schemas.openxmlformats.org/drawingml/2006/main">
            <a:off x="742950" y="3990975"/>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0">
                <a:solidFill>
                  <a:srgbClr val="307FE2"/>
                </a:solidFill>
                <a:latin typeface="Courier New"/>
                <a:ea typeface="Courier New"/>
                <a:cs typeface="Courier New"/>
              </a:defRPr>
            </a:defPPr>
            <a:lvl1pPr algn="l">
              <a:defRPr sz="825" b="0">
                <a:solidFill>
                  <a:srgbClr val="307FE2"/>
                </a:solidFill>
                <a:latin typeface="Courier New"/>
                <a:ea typeface="Courier New"/>
                <a:cs typeface="Courier New"/>
              </a:defRPr>
            </a:lvl1pPr>
            <a:lvl2pPr algn="l">
              <a:defRPr sz="825" b="0">
                <a:solidFill>
                  <a:srgbClr val="307FE2"/>
                </a:solidFill>
                <a:latin typeface="Courier New"/>
                <a:ea typeface="Courier New"/>
                <a:cs typeface="Courier New"/>
              </a:defRPr>
            </a:lvl2pPr>
            <a:lvl3pPr algn="l">
              <a:defRPr sz="825" b="0">
                <a:solidFill>
                  <a:srgbClr val="307FE2"/>
                </a:solidFill>
                <a:latin typeface="Courier New"/>
                <a:ea typeface="Courier New"/>
                <a:cs typeface="Courier New"/>
              </a:defRPr>
            </a:lvl3pPr>
            <a:lvl4pPr algn="l">
              <a:defRPr sz="825" b="0">
                <a:solidFill>
                  <a:srgbClr val="307FE2"/>
                </a:solidFill>
                <a:latin typeface="Courier New"/>
                <a:ea typeface="Courier New"/>
                <a:cs typeface="Courier New"/>
              </a:defRPr>
            </a:lvl4pPr>
            <a:lvl5pPr algn="l">
              <a:defRPr sz="825" b="0">
                <a:solidFill>
                  <a:srgbClr val="307FE2"/>
                </a:solidFill>
                <a:latin typeface="Courier New"/>
                <a:ea typeface="Courier New"/>
                <a:cs typeface="Courier New"/>
              </a:defRPr>
            </a:lvl5pPr>
            <a:lvl6pPr algn="l">
              <a:defRPr sz="825" b="0">
                <a:solidFill>
                  <a:srgbClr val="307FE2"/>
                </a:solidFill>
                <a:latin typeface="Courier New"/>
                <a:ea typeface="Courier New"/>
                <a:cs typeface="Courier New"/>
              </a:defRPr>
            </a:lvl6pPr>
            <a:lvl7pPr algn="l">
              <a:defRPr sz="825" b="0">
                <a:solidFill>
                  <a:srgbClr val="307FE2"/>
                </a:solidFill>
                <a:latin typeface="Courier New"/>
                <a:ea typeface="Courier New"/>
                <a:cs typeface="Courier New"/>
              </a:defRPr>
            </a:lvl7pPr>
            <a:lvl8pPr algn="l">
              <a:defRPr sz="825" b="0">
                <a:solidFill>
                  <a:srgbClr val="307FE2"/>
                </a:solidFill>
                <a:latin typeface="Courier New"/>
                <a:ea typeface="Courier New"/>
                <a:cs typeface="Courier New"/>
              </a:defRPr>
            </a:lvl8pPr>
            <a:lvl9pPr algn="l">
              <a:defRPr sz="825" b="0">
                <a:solidFill>
                  <a:srgbClr val="307FE2"/>
                </a:solidFill>
                <a:latin typeface="Courier New"/>
                <a:ea typeface="Courier New"/>
                <a:cs typeface="Courier New"/>
              </a:defRPr>
            </a:lvl9pPr>
          </a:lstStyle>
          <a:p xmlns:a="http://schemas.openxmlformats.org/drawingml/2006/main">
            <a:pPr algn="l">
              <a:defRPr sz="825" b="0">
                <a:solidFill>
                  <a:srgbClr val="307FE2"/>
                </a:solidFill>
                <a:latin typeface="Courier New"/>
                <a:ea typeface="Courier New"/>
                <a:cs typeface="Courier New"/>
              </a:defRPr>
            </a:pPr>
            <a:r>
              <a:rPr sz="825" b="0">
                <a:solidFill>
                  <a:srgbClr val="307FE2"/>
                </a:solidFill>
                <a:latin typeface="Courier New"/>
                <a:ea typeface="Courier New"/>
                <a:cs typeface="Courier New"/>
              </a:rPr>
              <a:t>03</a:t>
            </a:r>
          </a:p>
        </p:txBody>
      </p:sp>
      <p:sp>
        <p:nvSpPr>
          <p:cNvPr id="52" name="">
            <a:extLst xmlns:a="http://schemas.openxmlformats.org/drawingml/2006/main">
              <a:ext uri="{FF2B5EF4-FFF2-40B4-BE49-F238E27FC236}">
                <a16:creationId xmlns:a16="http://schemas.microsoft.com/office/drawing/2014/main" id="{2CB61D9F-D0FD-4D0E-A706-6D45A193FC99}"/>
              </a:ext>
            </a:extLst>
          </p:cNvPr>
          <p:cNvSpPr>
            <a:spLocks xmlns:a="http://schemas.openxmlformats.org/drawingml/2006/main" noGrp="1"/>
          </p:cNvSpPr>
          <p:nvPr/>
        </p:nvSpPr>
        <p:spPr>
          <a:xfrm xmlns:a="http://schemas.openxmlformats.org/drawingml/2006/main">
            <a:off x="1200150" y="3952875"/>
            <a:ext cx="1190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25" b="1">
                <a:solidFill>
                  <a:srgbClr val="0F172A"/>
                </a:solidFill>
                <a:latin typeface="Montserrat"/>
                <a:ea typeface="Montserrat"/>
                <a:cs typeface="Montserrat"/>
              </a:defRPr>
            </a:defPPr>
            <a:lvl1pPr algn="l">
              <a:defRPr sz="1425" b="1">
                <a:solidFill>
                  <a:srgbClr val="0F172A"/>
                </a:solidFill>
                <a:latin typeface="Montserrat"/>
                <a:ea typeface="Montserrat"/>
                <a:cs typeface="Montserrat"/>
              </a:defRPr>
            </a:lvl1pPr>
            <a:lvl2pPr algn="l">
              <a:defRPr sz="1425" b="1">
                <a:solidFill>
                  <a:srgbClr val="0F172A"/>
                </a:solidFill>
                <a:latin typeface="Montserrat"/>
                <a:ea typeface="Montserrat"/>
                <a:cs typeface="Montserrat"/>
              </a:defRPr>
            </a:lvl2pPr>
            <a:lvl3pPr algn="l">
              <a:defRPr sz="1425" b="1">
                <a:solidFill>
                  <a:srgbClr val="0F172A"/>
                </a:solidFill>
                <a:latin typeface="Montserrat"/>
                <a:ea typeface="Montserrat"/>
                <a:cs typeface="Montserrat"/>
              </a:defRPr>
            </a:lvl3pPr>
            <a:lvl4pPr algn="l">
              <a:defRPr sz="1425" b="1">
                <a:solidFill>
                  <a:srgbClr val="0F172A"/>
                </a:solidFill>
                <a:latin typeface="Montserrat"/>
                <a:ea typeface="Montserrat"/>
                <a:cs typeface="Montserrat"/>
              </a:defRPr>
            </a:lvl4pPr>
            <a:lvl5pPr algn="l">
              <a:defRPr sz="1425" b="1">
                <a:solidFill>
                  <a:srgbClr val="0F172A"/>
                </a:solidFill>
                <a:latin typeface="Montserrat"/>
                <a:ea typeface="Montserrat"/>
                <a:cs typeface="Montserrat"/>
              </a:defRPr>
            </a:lvl5pPr>
            <a:lvl6pPr algn="l">
              <a:defRPr sz="1425" b="1">
                <a:solidFill>
                  <a:srgbClr val="0F172A"/>
                </a:solidFill>
                <a:latin typeface="Montserrat"/>
                <a:ea typeface="Montserrat"/>
                <a:cs typeface="Montserrat"/>
              </a:defRPr>
            </a:lvl6pPr>
            <a:lvl7pPr algn="l">
              <a:defRPr sz="1425" b="1">
                <a:solidFill>
                  <a:srgbClr val="0F172A"/>
                </a:solidFill>
                <a:latin typeface="Montserrat"/>
                <a:ea typeface="Montserrat"/>
                <a:cs typeface="Montserrat"/>
              </a:defRPr>
            </a:lvl7pPr>
            <a:lvl8pPr algn="l">
              <a:defRPr sz="1425" b="1">
                <a:solidFill>
                  <a:srgbClr val="0F172A"/>
                </a:solidFill>
                <a:latin typeface="Montserrat"/>
                <a:ea typeface="Montserrat"/>
                <a:cs typeface="Montserrat"/>
              </a:defRPr>
            </a:lvl8pPr>
            <a:lvl9pPr algn="l">
              <a:defRPr sz="1425" b="1">
                <a:solidFill>
                  <a:srgbClr val="0F172A"/>
                </a:solidFill>
                <a:latin typeface="Montserrat"/>
                <a:ea typeface="Montserrat"/>
                <a:cs typeface="Montserrat"/>
              </a:defRPr>
            </a:lvl9pPr>
          </a:lstStyle>
          <a:p xmlns:a="http://schemas.openxmlformats.org/drawingml/2006/main">
            <a:pPr algn="l">
              <a:defRPr sz="1425" b="1">
                <a:solidFill>
                  <a:srgbClr val="0F172A"/>
                </a:solidFill>
                <a:latin typeface="Montserrat"/>
                <a:ea typeface="Montserrat"/>
                <a:cs typeface="Montserrat"/>
              </a:defRPr>
            </a:pPr>
            <a:r>
              <a:rPr sz="1425" b="1">
                <a:solidFill>
                  <a:srgbClr val="0F172A"/>
                </a:solidFill>
                <a:latin typeface="Montserrat"/>
                <a:ea typeface="Montserrat"/>
                <a:cs typeface="Montserrat"/>
              </a:rPr>
              <a:t>Memory</a:t>
            </a:r>
          </a:p>
        </p:txBody>
      </p:sp>
      <p:sp>
        <p:nvSpPr>
          <p:cNvPr id="53" name="">
            <a:extLst xmlns:a="http://schemas.openxmlformats.org/drawingml/2006/main">
              <a:ext uri="{FF2B5EF4-FFF2-40B4-BE49-F238E27FC236}">
                <a16:creationId xmlns:a16="http://schemas.microsoft.com/office/drawing/2014/main" id="{D529A221-4DD0-46CB-B67C-7C0CD589665E}"/>
              </a:ext>
            </a:extLst>
          </p:cNvPr>
          <p:cNvSpPr>
            <a:spLocks xmlns:a="http://schemas.openxmlformats.org/drawingml/2006/main" noGrp="1"/>
          </p:cNvSpPr>
          <p:nvPr/>
        </p:nvSpPr>
        <p:spPr>
          <a:xfrm xmlns:a="http://schemas.openxmlformats.org/drawingml/2006/main">
            <a:off x="2381250" y="3952875"/>
            <a:ext cx="4095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Carries project rules, past decisions, and the last stopping point forward.</a:t>
            </a:r>
          </a:p>
        </p:txBody>
      </p:sp>
      <p:sp>
        <p:nvSpPr>
          <p:cNvPr id="54" name="">
            <a:extLst xmlns:a="http://schemas.openxmlformats.org/drawingml/2006/main">
              <a:ext uri="{FF2B5EF4-FFF2-40B4-BE49-F238E27FC236}">
                <a16:creationId xmlns:a16="http://schemas.microsoft.com/office/drawing/2014/main" id="{52104752-2941-440F-B589-3708EC23BE1C}"/>
              </a:ext>
            </a:extLst>
          </p:cNvPr>
          <p:cNvSpPr>
            <a:spLocks xmlns:a="http://schemas.openxmlformats.org/drawingml/2006/main" noGrp="1"/>
          </p:cNvSpPr>
          <p:nvPr/>
        </p:nvSpPr>
        <p:spPr>
          <a:xfrm xmlns:a="http://schemas.openxmlformats.org/drawingml/2006/main">
            <a:off x="7105650" y="2076450"/>
            <a:ext cx="3943350" cy="2657475"/>
          </a:xfrm>
          <a:prstGeom xmlns:a="http://schemas.openxmlformats.org/drawingml/2006/main" prst="roundRect">
            <a:avLst>
              <a:gd name="adj" fmla="val 5018"/>
            </a:avLst>
          </a:prstGeom>
          <a:solidFill xmlns:a="http://schemas.openxmlformats.org/drawingml/2006/main">
            <a:srgbClr val="FFFFFF"/>
          </a:solidFill>
          <a:ln xmlns:a="http://schemas.openxmlformats.org/drawingml/2006/main" w="9525">
            <a:solidFill>
              <a:srgbClr val="D8E2EF"/>
            </a:solidFill>
            <a:prstDash val="solid"/>
          </a:ln>
        </p:spPr>
      </p:sp>
      <p:pic>
        <p:nvPicPr>
          <p:cNvPr id="55" name="">
            <a:extLst xmlns:a="http://schemas.openxmlformats.org/drawingml/2006/main">
              <a:ext uri="{FF2B5EF4-FFF2-40B4-BE49-F238E27FC236}">
                <a16:creationId xmlns:a16="http://schemas.microsoft.com/office/drawing/2014/main" id="{A03ACDA4-721C-4388-9B11-51C2C35F9B21}"/>
              </a:ext>
            </a:extLst>
          </p:cNvPr>
          <p:cNvPicPr>
            <a:picLocks xmlns:a="http://schemas.openxmlformats.org/drawingml/2006/main" noChangeAspect="1"/>
          </p:cNvPicPr>
          <p:nvPr/>
        </p:nvPicPr>
        <p:blipFill>
          <a:blip xmlns:r="http://schemas.openxmlformats.org/officeDocument/2006/relationships" xmlns:a="http://schemas.openxmlformats.org/drawingml/2006/main" r:embed="R236fcf23e65941df"/>
          <a:srcRect xmlns:a="http://schemas.openxmlformats.org/drawingml/2006/main" l="303" t="0" r="303" b="0"/>
          <a:stretch xmlns:a="http://schemas.openxmlformats.org/drawingml/2006/main">
            <a:fillRect l="0" t="0" r="0" b="0"/>
          </a:stretch>
        </p:blipFill>
        <p:spPr>
          <a:xfrm xmlns:a="http://schemas.openxmlformats.org/drawingml/2006/main">
            <a:off x="7124700" y="2095500"/>
            <a:ext cx="3905250" cy="2619375"/>
          </a:xfrm>
          <a:prstGeom xmlns:a="http://schemas.openxmlformats.org/drawingml/2006/main" prst="rect">
            <a:avLst/>
          </a:prstGeom>
        </p:spPr>
      </p:pic>
      <p:sp>
        <p:nvSpPr>
          <p:cNvPr id="56" name="">
            <a:extLst xmlns:a="http://schemas.openxmlformats.org/drawingml/2006/main">
              <a:ext uri="{FF2B5EF4-FFF2-40B4-BE49-F238E27FC236}">
                <a16:creationId xmlns:a16="http://schemas.microsoft.com/office/drawing/2014/main" id="{B07C8199-441D-43D6-9578-B7A73032309C}"/>
              </a:ext>
            </a:extLst>
          </p:cNvPr>
          <p:cNvSpPr>
            <a:spLocks xmlns:a="http://schemas.openxmlformats.org/drawingml/2006/main" noGrp="1"/>
          </p:cNvSpPr>
          <p:nvPr/>
        </p:nvSpPr>
        <p:spPr>
          <a:xfrm xmlns:a="http://schemas.openxmlformats.org/drawingml/2006/main">
            <a:off x="647700" y="480060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57" name="">
            <a:extLst xmlns:a="http://schemas.openxmlformats.org/drawingml/2006/main">
              <a:ext uri="{FF2B5EF4-FFF2-40B4-BE49-F238E27FC236}">
                <a16:creationId xmlns:a16="http://schemas.microsoft.com/office/drawing/2014/main" id="{E157F432-8542-44E8-824D-3E1117C47378}"/>
              </a:ext>
            </a:extLst>
          </p:cNvPr>
          <p:cNvSpPr>
            <a:spLocks xmlns:a="http://schemas.openxmlformats.org/drawingml/2006/main" noGrp="1"/>
          </p:cNvSpPr>
          <p:nvPr/>
        </p:nvSpPr>
        <p:spPr>
          <a:xfrm xmlns:a="http://schemas.openxmlformats.org/drawingml/2006/main">
            <a:off x="742950" y="504825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A good agent remembers the project. You check the facts before it acts.</a:t>
            </a:r>
          </a:p>
        </p:txBody>
      </p:sp>
    </p:spTree>
    <p:extLst>
      <p:ext uri="{BB962C8B-B14F-4D97-AF65-F5344CB8AC3E}">
        <p14:creationId xmlns:p14="http://schemas.microsoft.com/office/powerpoint/2010/main" val="144816005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1584784B-FF67-40B9-9687-D9B239F3D64B}"/>
              </a:ext>
            </a:extLst>
          </p:cNvPr>
          <p:cNvPicPr>
            <a:picLocks xmlns:a="http://schemas.openxmlformats.org/drawingml/2006/main" noChangeAspect="1"/>
          </p:cNvPicPr>
          <p:nvPr/>
        </p:nvPicPr>
        <p:blipFill>
          <a:blip xmlns:r="http://schemas.openxmlformats.org/officeDocument/2006/relationships" xmlns:a="http://schemas.openxmlformats.org/drawingml/2006/main" r:embed="Rffa5471a3fe74b38"/>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EFCDF642-58A2-4D9A-9639-C216744ACD8F}"/>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07 / 63</a:t>
            </a:r>
            <a:endParaRPr sz="900"/>
          </a:p>
        </p:txBody>
      </p:sp>
      <p:sp>
        <p:nvSpPr>
          <p:cNvPr id="30" name="">
            <a:extLst xmlns:a="http://schemas.openxmlformats.org/drawingml/2006/main">
              <a:ext uri="{FF2B5EF4-FFF2-40B4-BE49-F238E27FC236}">
                <a16:creationId xmlns:a16="http://schemas.microsoft.com/office/drawing/2014/main" id="{8182EDA9-1ACF-40BB-83B3-10FEE8F107B9}"/>
              </a:ext>
            </a:extLst>
          </p:cNvPr>
          <p:cNvSpPr>
            <a:spLocks xmlns:a="http://schemas.openxmlformats.org/drawingml/2006/main" noGrp="1"/>
          </p:cNvSpPr>
          <p:nvPr/>
        </p:nvSpPr>
        <p:spPr>
          <a:xfrm xmlns:a="http://schemas.openxmlformats.org/drawingml/2006/main">
            <a:off x="3667125" y="6381750"/>
            <a:ext cx="4857750" cy="0"/>
          </a:xfrm>
          <a:prstGeom xmlns:a="http://schemas.openxmlformats.org/drawingml/2006/main" prst="line">
            <a:avLst/>
          </a:prstGeom>
          <a:noFill xmlns:a="http://schemas.openxmlformats.org/drawingml/2006/main"/>
          <a:ln xmlns:a="http://schemas.openxmlformats.org/drawingml/2006/main" w="5715">
            <a:solidFill>
              <a:srgbClr val="D8E2EF"/>
            </a:solidFill>
            <a:prstDash val="solid"/>
          </a:ln>
        </p:spPr>
      </p:sp>
      <p:sp>
        <p:nvSpPr>
          <p:cNvPr id="31" name="">
            <a:extLst xmlns:a="http://schemas.openxmlformats.org/drawingml/2006/main">
              <a:ext uri="{FF2B5EF4-FFF2-40B4-BE49-F238E27FC236}">
                <a16:creationId xmlns:a16="http://schemas.microsoft.com/office/drawing/2014/main" id="{F806B099-7835-409D-9071-065578B3DF59}"/>
              </a:ext>
            </a:extLst>
          </p:cNvPr>
          <p:cNvSpPr>
            <a:spLocks xmlns:a="http://schemas.openxmlformats.org/drawingml/2006/main" noGrp="1"/>
          </p:cNvSpPr>
          <p:nvPr/>
        </p:nvSpPr>
        <p:spPr>
          <a:xfrm xmlns:a="http://schemas.openxmlformats.org/drawingml/2006/main">
            <a:off x="36337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32" name="">
            <a:extLst xmlns:a="http://schemas.openxmlformats.org/drawingml/2006/main">
              <a:ext uri="{FF2B5EF4-FFF2-40B4-BE49-F238E27FC236}">
                <a16:creationId xmlns:a16="http://schemas.microsoft.com/office/drawing/2014/main" id="{59910102-9847-4095-A5C6-2334D20483FF}"/>
              </a:ext>
            </a:extLst>
          </p:cNvPr>
          <p:cNvSpPr>
            <a:spLocks xmlns:a="http://schemas.openxmlformats.org/drawingml/2006/main" noGrp="1"/>
          </p:cNvSpPr>
          <p:nvPr/>
        </p:nvSpPr>
        <p:spPr>
          <a:xfrm xmlns:a="http://schemas.openxmlformats.org/drawingml/2006/main">
            <a:off x="32670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PLAN</a:t>
            </a:r>
          </a:p>
        </p:txBody>
      </p:sp>
      <p:sp>
        <p:nvSpPr>
          <p:cNvPr id="33" name="">
            <a:extLst xmlns:a="http://schemas.openxmlformats.org/drawingml/2006/main">
              <a:ext uri="{FF2B5EF4-FFF2-40B4-BE49-F238E27FC236}">
                <a16:creationId xmlns:a16="http://schemas.microsoft.com/office/drawing/2014/main" id="{F33BCD7A-A509-4B08-A709-8B3F0E090A94}"/>
              </a:ext>
            </a:extLst>
          </p:cNvPr>
          <p:cNvSpPr>
            <a:spLocks xmlns:a="http://schemas.openxmlformats.org/drawingml/2006/main" noGrp="1"/>
          </p:cNvSpPr>
          <p:nvPr/>
        </p:nvSpPr>
        <p:spPr>
          <a:xfrm xmlns:a="http://schemas.openxmlformats.org/drawingml/2006/main">
            <a:off x="46053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34" name="">
            <a:extLst xmlns:a="http://schemas.openxmlformats.org/drawingml/2006/main">
              <a:ext uri="{FF2B5EF4-FFF2-40B4-BE49-F238E27FC236}">
                <a16:creationId xmlns:a16="http://schemas.microsoft.com/office/drawing/2014/main" id="{14242789-D241-4784-8F1C-B18F8C3C4EA9}"/>
              </a:ext>
            </a:extLst>
          </p:cNvPr>
          <p:cNvSpPr>
            <a:spLocks xmlns:a="http://schemas.openxmlformats.org/drawingml/2006/main" noGrp="1"/>
          </p:cNvSpPr>
          <p:nvPr/>
        </p:nvSpPr>
        <p:spPr>
          <a:xfrm xmlns:a="http://schemas.openxmlformats.org/drawingml/2006/main">
            <a:off x="42386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DESIGN</a:t>
            </a:r>
          </a:p>
        </p:txBody>
      </p:sp>
      <p:sp>
        <p:nvSpPr>
          <p:cNvPr id="35" name="">
            <a:extLst xmlns:a="http://schemas.openxmlformats.org/drawingml/2006/main">
              <a:ext uri="{FF2B5EF4-FFF2-40B4-BE49-F238E27FC236}">
                <a16:creationId xmlns:a16="http://schemas.microsoft.com/office/drawing/2014/main" id="{6EB9C894-0BE7-4682-82AB-647189EF0972}"/>
              </a:ext>
            </a:extLst>
          </p:cNvPr>
          <p:cNvSpPr>
            <a:spLocks xmlns:a="http://schemas.openxmlformats.org/drawingml/2006/main" noGrp="1"/>
          </p:cNvSpPr>
          <p:nvPr/>
        </p:nvSpPr>
        <p:spPr>
          <a:xfrm xmlns:a="http://schemas.openxmlformats.org/drawingml/2006/main">
            <a:off x="55768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36" name="">
            <a:extLst xmlns:a="http://schemas.openxmlformats.org/drawingml/2006/main">
              <a:ext uri="{FF2B5EF4-FFF2-40B4-BE49-F238E27FC236}">
                <a16:creationId xmlns:a16="http://schemas.microsoft.com/office/drawing/2014/main" id="{DD37DFE6-FC0A-4412-8238-38004FC57CF7}"/>
              </a:ext>
            </a:extLst>
          </p:cNvPr>
          <p:cNvSpPr>
            <a:spLocks xmlns:a="http://schemas.openxmlformats.org/drawingml/2006/main" noGrp="1"/>
          </p:cNvSpPr>
          <p:nvPr/>
        </p:nvSpPr>
        <p:spPr>
          <a:xfrm xmlns:a="http://schemas.openxmlformats.org/drawingml/2006/main">
            <a:off x="52101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BUILD</a:t>
            </a:r>
          </a:p>
        </p:txBody>
      </p:sp>
      <p:sp>
        <p:nvSpPr>
          <p:cNvPr id="37" name="">
            <a:extLst xmlns:a="http://schemas.openxmlformats.org/drawingml/2006/main">
              <a:ext uri="{FF2B5EF4-FFF2-40B4-BE49-F238E27FC236}">
                <a16:creationId xmlns:a16="http://schemas.microsoft.com/office/drawing/2014/main" id="{B26E13ED-DF58-4E3C-88E3-8A088147FB64}"/>
              </a:ext>
            </a:extLst>
          </p:cNvPr>
          <p:cNvSpPr>
            <a:spLocks xmlns:a="http://schemas.openxmlformats.org/drawingml/2006/main" noGrp="1"/>
          </p:cNvSpPr>
          <p:nvPr/>
        </p:nvSpPr>
        <p:spPr>
          <a:xfrm xmlns:a="http://schemas.openxmlformats.org/drawingml/2006/main">
            <a:off x="65484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38" name="">
            <a:extLst xmlns:a="http://schemas.openxmlformats.org/drawingml/2006/main">
              <a:ext uri="{FF2B5EF4-FFF2-40B4-BE49-F238E27FC236}">
                <a16:creationId xmlns:a16="http://schemas.microsoft.com/office/drawing/2014/main" id="{751622CC-315E-4FD1-9B3D-9E1FAE7AA473}"/>
              </a:ext>
            </a:extLst>
          </p:cNvPr>
          <p:cNvSpPr>
            <a:spLocks xmlns:a="http://schemas.openxmlformats.org/drawingml/2006/main" noGrp="1"/>
          </p:cNvSpPr>
          <p:nvPr/>
        </p:nvSpPr>
        <p:spPr>
          <a:xfrm xmlns:a="http://schemas.openxmlformats.org/drawingml/2006/main">
            <a:off x="61817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TEST</a:t>
            </a:r>
          </a:p>
        </p:txBody>
      </p:sp>
      <p:sp>
        <p:nvSpPr>
          <p:cNvPr id="39" name="">
            <a:extLst xmlns:a="http://schemas.openxmlformats.org/drawingml/2006/main">
              <a:ext uri="{FF2B5EF4-FFF2-40B4-BE49-F238E27FC236}">
                <a16:creationId xmlns:a16="http://schemas.microsoft.com/office/drawing/2014/main" id="{3ECB3E04-F370-4878-9AC5-D8177599F10B}"/>
              </a:ext>
            </a:extLst>
          </p:cNvPr>
          <p:cNvSpPr>
            <a:spLocks xmlns:a="http://schemas.openxmlformats.org/drawingml/2006/main" noGrp="1"/>
          </p:cNvSpPr>
          <p:nvPr/>
        </p:nvSpPr>
        <p:spPr>
          <a:xfrm xmlns:a="http://schemas.openxmlformats.org/drawingml/2006/main">
            <a:off x="75199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40" name="">
            <a:extLst xmlns:a="http://schemas.openxmlformats.org/drawingml/2006/main">
              <a:ext uri="{FF2B5EF4-FFF2-40B4-BE49-F238E27FC236}">
                <a16:creationId xmlns:a16="http://schemas.microsoft.com/office/drawing/2014/main" id="{58648A31-C452-41AE-B6B2-6FFF993AAD25}"/>
              </a:ext>
            </a:extLst>
          </p:cNvPr>
          <p:cNvSpPr>
            <a:spLocks xmlns:a="http://schemas.openxmlformats.org/drawingml/2006/main" noGrp="1"/>
          </p:cNvSpPr>
          <p:nvPr/>
        </p:nvSpPr>
        <p:spPr>
          <a:xfrm xmlns:a="http://schemas.openxmlformats.org/drawingml/2006/main">
            <a:off x="71532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DEPLOY</a:t>
            </a:r>
          </a:p>
        </p:txBody>
      </p:sp>
      <p:sp>
        <p:nvSpPr>
          <p:cNvPr id="41" name="">
            <a:extLst xmlns:a="http://schemas.openxmlformats.org/drawingml/2006/main">
              <a:ext uri="{FF2B5EF4-FFF2-40B4-BE49-F238E27FC236}">
                <a16:creationId xmlns:a16="http://schemas.microsoft.com/office/drawing/2014/main" id="{86554EC9-620C-468F-A1F4-1E5B62CA2BB2}"/>
              </a:ext>
            </a:extLst>
          </p:cNvPr>
          <p:cNvSpPr>
            <a:spLocks xmlns:a="http://schemas.openxmlformats.org/drawingml/2006/main" noGrp="1"/>
          </p:cNvSpPr>
          <p:nvPr/>
        </p:nvSpPr>
        <p:spPr>
          <a:xfrm xmlns:a="http://schemas.openxmlformats.org/drawingml/2006/main">
            <a:off x="84915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42" name="">
            <a:extLst xmlns:a="http://schemas.openxmlformats.org/drawingml/2006/main">
              <a:ext uri="{FF2B5EF4-FFF2-40B4-BE49-F238E27FC236}">
                <a16:creationId xmlns:a16="http://schemas.microsoft.com/office/drawing/2014/main" id="{AAC879FA-8461-4B01-9FF6-87529808B63F}"/>
              </a:ext>
            </a:extLst>
          </p:cNvPr>
          <p:cNvSpPr>
            <a:spLocks xmlns:a="http://schemas.openxmlformats.org/drawingml/2006/main" noGrp="1"/>
          </p:cNvSpPr>
          <p:nvPr/>
        </p:nvSpPr>
        <p:spPr>
          <a:xfrm xmlns:a="http://schemas.openxmlformats.org/drawingml/2006/main">
            <a:off x="81248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MAINTAIN</a:t>
            </a:r>
          </a:p>
        </p:txBody>
      </p:sp>
      <p:sp>
        <p:nvSpPr>
          <p:cNvPr id="43" name="">
            <a:extLst xmlns:a="http://schemas.openxmlformats.org/drawingml/2006/main">
              <a:ext uri="{FF2B5EF4-FFF2-40B4-BE49-F238E27FC236}">
                <a16:creationId xmlns:a16="http://schemas.microsoft.com/office/drawing/2014/main" id="{B6482C88-CEAC-470D-AC7B-CCA498A2182D}"/>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307FE2"/>
                </a:solidFill>
                <a:latin typeface="Montserrat"/>
                <a:ea typeface="Montserrat"/>
                <a:cs typeface="Montserrat"/>
              </a:defRPr>
            </a:defPPr>
            <a:lvl1pPr algn="l">
              <a:defRPr sz="1050" b="1">
                <a:solidFill>
                  <a:srgbClr val="307FE2"/>
                </a:solidFill>
                <a:latin typeface="Montserrat"/>
                <a:ea typeface="Montserrat"/>
                <a:cs typeface="Montserrat"/>
              </a:defRPr>
            </a:lvl1pPr>
            <a:lvl2pPr algn="l">
              <a:defRPr sz="1050" b="1">
                <a:solidFill>
                  <a:srgbClr val="307FE2"/>
                </a:solidFill>
                <a:latin typeface="Montserrat"/>
                <a:ea typeface="Montserrat"/>
                <a:cs typeface="Montserrat"/>
              </a:defRPr>
            </a:lvl2pPr>
            <a:lvl3pPr algn="l">
              <a:defRPr sz="1050" b="1">
                <a:solidFill>
                  <a:srgbClr val="307FE2"/>
                </a:solidFill>
                <a:latin typeface="Montserrat"/>
                <a:ea typeface="Montserrat"/>
                <a:cs typeface="Montserrat"/>
              </a:defRPr>
            </a:lvl3pPr>
            <a:lvl4pPr algn="l">
              <a:defRPr sz="1050" b="1">
                <a:solidFill>
                  <a:srgbClr val="307FE2"/>
                </a:solidFill>
                <a:latin typeface="Montserrat"/>
                <a:ea typeface="Montserrat"/>
                <a:cs typeface="Montserrat"/>
              </a:defRPr>
            </a:lvl4pPr>
            <a:lvl5pPr algn="l">
              <a:defRPr sz="1050" b="1">
                <a:solidFill>
                  <a:srgbClr val="307FE2"/>
                </a:solidFill>
                <a:latin typeface="Montserrat"/>
                <a:ea typeface="Montserrat"/>
                <a:cs typeface="Montserrat"/>
              </a:defRPr>
            </a:lvl5pPr>
            <a:lvl6pPr algn="l">
              <a:defRPr sz="1050" b="1">
                <a:solidFill>
                  <a:srgbClr val="307FE2"/>
                </a:solidFill>
                <a:latin typeface="Montserrat"/>
                <a:ea typeface="Montserrat"/>
                <a:cs typeface="Montserrat"/>
              </a:defRPr>
            </a:lvl6pPr>
            <a:lvl7pPr algn="l">
              <a:defRPr sz="1050" b="1">
                <a:solidFill>
                  <a:srgbClr val="307FE2"/>
                </a:solidFill>
                <a:latin typeface="Montserrat"/>
                <a:ea typeface="Montserrat"/>
                <a:cs typeface="Montserrat"/>
              </a:defRPr>
            </a:lvl7pPr>
            <a:lvl8pPr algn="l">
              <a:defRPr sz="1050" b="1">
                <a:solidFill>
                  <a:srgbClr val="307FE2"/>
                </a:solidFill>
                <a:latin typeface="Montserrat"/>
                <a:ea typeface="Montserrat"/>
                <a:cs typeface="Montserrat"/>
              </a:defRPr>
            </a:lvl8pPr>
            <a:lvl9pPr algn="l">
              <a:defRPr sz="1050" b="1">
                <a:solidFill>
                  <a:srgbClr val="307FE2"/>
                </a:solidFill>
                <a:latin typeface="Montserrat"/>
                <a:ea typeface="Montserrat"/>
                <a:cs typeface="Montserrat"/>
              </a:defRPr>
            </a:lvl9pPr>
          </a:lstStyle>
          <a:p xmlns:a="http://schemas.openxmlformats.org/drawingml/2006/main">
            <a:pPr algn="l">
              <a:defRPr sz="1050" b="1">
                <a:solidFill>
                  <a:srgbClr val="307FE2"/>
                </a:solidFill>
                <a:latin typeface="Montserrat"/>
                <a:ea typeface="Montserrat"/>
                <a:cs typeface="Montserrat"/>
              </a:defRPr>
            </a:pPr>
            <a:r>
              <a:rPr sz="1050" b="1">
                <a:solidFill>
                  <a:srgbClr val="307FE2"/>
                </a:solidFill>
                <a:latin typeface="Montserrat"/>
                <a:ea typeface="Montserrat"/>
                <a:cs typeface="Montserrat"/>
              </a:rPr>
              <a:t>// BEFORE WE BUILD · CODING HARNESSES</a:t>
            </a:r>
          </a:p>
        </p:txBody>
      </p:sp>
      <p:sp>
        <p:nvSpPr>
          <p:cNvPr id="44" name="">
            <a:extLst xmlns:a="http://schemas.openxmlformats.org/drawingml/2006/main">
              <a:ext uri="{FF2B5EF4-FFF2-40B4-BE49-F238E27FC236}">
                <a16:creationId xmlns:a16="http://schemas.microsoft.com/office/drawing/2014/main" id="{998C0C64-43D5-4AEA-85F2-59598AC2D713}"/>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94A3B8"/>
                </a:solidFill>
                <a:latin typeface="Montserrat"/>
                <a:ea typeface="Montserrat"/>
                <a:cs typeface="Montserrat"/>
              </a:defRPr>
            </a:defPPr>
            <a:lvl1pPr algn="r">
              <a:defRPr sz="900" b="0">
                <a:solidFill>
                  <a:srgbClr val="94A3B8"/>
                </a:solidFill>
                <a:latin typeface="Montserrat"/>
                <a:ea typeface="Montserrat"/>
                <a:cs typeface="Montserrat"/>
              </a:defRPr>
            </a:lvl1pPr>
            <a:lvl2pPr algn="r">
              <a:defRPr sz="900" b="0">
                <a:solidFill>
                  <a:srgbClr val="94A3B8"/>
                </a:solidFill>
                <a:latin typeface="Montserrat"/>
                <a:ea typeface="Montserrat"/>
                <a:cs typeface="Montserrat"/>
              </a:defRPr>
            </a:lvl2pPr>
            <a:lvl3pPr algn="r">
              <a:defRPr sz="900" b="0">
                <a:solidFill>
                  <a:srgbClr val="94A3B8"/>
                </a:solidFill>
                <a:latin typeface="Montserrat"/>
                <a:ea typeface="Montserrat"/>
                <a:cs typeface="Montserrat"/>
              </a:defRPr>
            </a:lvl3pPr>
            <a:lvl4pPr algn="r">
              <a:defRPr sz="900" b="0">
                <a:solidFill>
                  <a:srgbClr val="94A3B8"/>
                </a:solidFill>
                <a:latin typeface="Montserrat"/>
                <a:ea typeface="Montserrat"/>
                <a:cs typeface="Montserrat"/>
              </a:defRPr>
            </a:lvl4pPr>
            <a:lvl5pPr algn="r">
              <a:defRPr sz="900" b="0">
                <a:solidFill>
                  <a:srgbClr val="94A3B8"/>
                </a:solidFill>
                <a:latin typeface="Montserrat"/>
                <a:ea typeface="Montserrat"/>
                <a:cs typeface="Montserrat"/>
              </a:defRPr>
            </a:lvl5pPr>
            <a:lvl6pPr algn="r">
              <a:defRPr sz="900" b="0">
                <a:solidFill>
                  <a:srgbClr val="94A3B8"/>
                </a:solidFill>
                <a:latin typeface="Montserrat"/>
                <a:ea typeface="Montserrat"/>
                <a:cs typeface="Montserrat"/>
              </a:defRPr>
            </a:lvl6pPr>
            <a:lvl7pPr algn="r">
              <a:defRPr sz="900" b="0">
                <a:solidFill>
                  <a:srgbClr val="94A3B8"/>
                </a:solidFill>
                <a:latin typeface="Montserrat"/>
                <a:ea typeface="Montserrat"/>
                <a:cs typeface="Montserrat"/>
              </a:defRPr>
            </a:lvl7pPr>
            <a:lvl8pPr algn="r">
              <a:defRPr sz="900" b="0">
                <a:solidFill>
                  <a:srgbClr val="94A3B8"/>
                </a:solidFill>
                <a:latin typeface="Montserrat"/>
                <a:ea typeface="Montserrat"/>
                <a:cs typeface="Montserrat"/>
              </a:defRPr>
            </a:lvl8pPr>
            <a:lvl9pPr algn="r">
              <a:defRPr sz="900" b="0">
                <a:solidFill>
                  <a:srgbClr val="94A3B8"/>
                </a:solidFill>
                <a:latin typeface="Montserrat"/>
                <a:ea typeface="Montserrat"/>
                <a:cs typeface="Montserrat"/>
              </a:defRPr>
            </a:lvl9pPr>
          </a:lstStyle>
          <a:p xmlns:a="http://schemas.openxmlformats.org/drawingml/2006/main">
            <a:pPr algn="r">
              <a:defRPr sz="900" b="0">
                <a:solidFill>
                  <a:srgbClr val="94A3B8"/>
                </a:solidFill>
                <a:latin typeface="Montserrat"/>
                <a:ea typeface="Montserrat"/>
                <a:cs typeface="Montserrat"/>
              </a:defRPr>
            </a:pPr>
            <a:r>
              <a:rPr sz="900" b="0">
                <a:solidFill>
                  <a:srgbClr val="94A3B8"/>
                </a:solidFill>
                <a:latin typeface="Montserrat"/>
                <a:ea typeface="Montserrat"/>
                <a:cs typeface="Montserrat"/>
              </a:rPr>
              <a:t>0:12–0:27</a:t>
            </a:r>
          </a:p>
        </p:txBody>
      </p:sp>
      <p:sp>
        <p:nvSpPr>
          <p:cNvPr id="45" name="">
            <a:extLst xmlns:a="http://schemas.openxmlformats.org/drawingml/2006/main">
              <a:ext uri="{FF2B5EF4-FFF2-40B4-BE49-F238E27FC236}">
                <a16:creationId xmlns:a16="http://schemas.microsoft.com/office/drawing/2014/main" id="{BA0DE64C-D82D-4FAB-81BE-5924E451F2D0}"/>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The coding harness</a:t>
            </a:r>
          </a:p>
        </p:txBody>
      </p:sp>
      <p:sp>
        <p:nvSpPr>
          <p:cNvPr id="46" name="">
            <a:extLst xmlns:a="http://schemas.openxmlformats.org/drawingml/2006/main">
              <a:ext uri="{FF2B5EF4-FFF2-40B4-BE49-F238E27FC236}">
                <a16:creationId xmlns:a16="http://schemas.microsoft.com/office/drawing/2014/main" id="{49433400-79AB-4FB9-B8DD-8AAEA94A8280}"/>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THE WORKING ENVIRONMENT AROUND THE MODEL</a:t>
            </a:r>
          </a:p>
        </p:txBody>
      </p:sp>
      <p:sp>
        <p:nvSpPr>
          <p:cNvPr id="47" name="">
            <a:extLst xmlns:a="http://schemas.openxmlformats.org/drawingml/2006/main">
              <a:ext uri="{FF2B5EF4-FFF2-40B4-BE49-F238E27FC236}">
                <a16:creationId xmlns:a16="http://schemas.microsoft.com/office/drawing/2014/main" id="{594BFCEA-8E1D-4777-B275-7D5C6BCB6BD6}"/>
              </a:ext>
            </a:extLst>
          </p:cNvPr>
          <p:cNvSpPr>
            <a:spLocks xmlns:a="http://schemas.openxmlformats.org/drawingml/2006/main" noGrp="1"/>
          </p:cNvSpPr>
          <p:nvPr/>
        </p:nvSpPr>
        <p:spPr>
          <a:xfrm xmlns:a="http://schemas.openxmlformats.org/drawingml/2006/main">
            <a:off x="742950" y="2057400"/>
            <a:ext cx="10706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75" b="1">
                <a:solidFill>
                  <a:srgbClr val="0F172A"/>
                </a:solidFill>
                <a:latin typeface="Montserrat"/>
                <a:ea typeface="Montserrat"/>
                <a:cs typeface="Montserrat"/>
              </a:defRPr>
            </a:defPPr>
            <a:lvl1pPr algn="l">
              <a:defRPr sz="1575" b="1">
                <a:solidFill>
                  <a:srgbClr val="0F172A"/>
                </a:solidFill>
                <a:latin typeface="Montserrat"/>
                <a:ea typeface="Montserrat"/>
                <a:cs typeface="Montserrat"/>
              </a:defRPr>
            </a:lvl1pPr>
            <a:lvl2pPr algn="l">
              <a:defRPr sz="1575" b="1">
                <a:solidFill>
                  <a:srgbClr val="0F172A"/>
                </a:solidFill>
                <a:latin typeface="Montserrat"/>
                <a:ea typeface="Montserrat"/>
                <a:cs typeface="Montserrat"/>
              </a:defRPr>
            </a:lvl2pPr>
            <a:lvl3pPr algn="l">
              <a:defRPr sz="1575" b="1">
                <a:solidFill>
                  <a:srgbClr val="0F172A"/>
                </a:solidFill>
                <a:latin typeface="Montserrat"/>
                <a:ea typeface="Montserrat"/>
                <a:cs typeface="Montserrat"/>
              </a:defRPr>
            </a:lvl3pPr>
            <a:lvl4pPr algn="l">
              <a:defRPr sz="1575" b="1">
                <a:solidFill>
                  <a:srgbClr val="0F172A"/>
                </a:solidFill>
                <a:latin typeface="Montserrat"/>
                <a:ea typeface="Montserrat"/>
                <a:cs typeface="Montserrat"/>
              </a:defRPr>
            </a:lvl4pPr>
            <a:lvl5pPr algn="l">
              <a:defRPr sz="1575" b="1">
                <a:solidFill>
                  <a:srgbClr val="0F172A"/>
                </a:solidFill>
                <a:latin typeface="Montserrat"/>
                <a:ea typeface="Montserrat"/>
                <a:cs typeface="Montserrat"/>
              </a:defRPr>
            </a:lvl5pPr>
            <a:lvl6pPr algn="l">
              <a:defRPr sz="1575" b="1">
                <a:solidFill>
                  <a:srgbClr val="0F172A"/>
                </a:solidFill>
                <a:latin typeface="Montserrat"/>
                <a:ea typeface="Montserrat"/>
                <a:cs typeface="Montserrat"/>
              </a:defRPr>
            </a:lvl6pPr>
            <a:lvl7pPr algn="l">
              <a:defRPr sz="1575" b="1">
                <a:solidFill>
                  <a:srgbClr val="0F172A"/>
                </a:solidFill>
                <a:latin typeface="Montserrat"/>
                <a:ea typeface="Montserrat"/>
                <a:cs typeface="Montserrat"/>
              </a:defRPr>
            </a:lvl7pPr>
            <a:lvl8pPr algn="l">
              <a:defRPr sz="1575" b="1">
                <a:solidFill>
                  <a:srgbClr val="0F172A"/>
                </a:solidFill>
                <a:latin typeface="Montserrat"/>
                <a:ea typeface="Montserrat"/>
                <a:cs typeface="Montserrat"/>
              </a:defRPr>
            </a:lvl8pPr>
            <a:lvl9pPr algn="l">
              <a:defRPr sz="1575" b="1">
                <a:solidFill>
                  <a:srgbClr val="0F172A"/>
                </a:solidFill>
                <a:latin typeface="Montserrat"/>
                <a:ea typeface="Montserrat"/>
                <a:cs typeface="Montserrat"/>
              </a:defRPr>
            </a:lvl9pPr>
          </a:lstStyle>
          <a:p xmlns:a="http://schemas.openxmlformats.org/drawingml/2006/main">
            <a:pPr algn="l">
              <a:defRPr sz="1575" b="1">
                <a:solidFill>
                  <a:srgbClr val="0F172A"/>
                </a:solidFill>
                <a:latin typeface="Montserrat"/>
                <a:ea typeface="Montserrat"/>
                <a:cs typeface="Montserrat"/>
              </a:defRPr>
            </a:pPr>
            <a:r>
              <a:rPr sz="1575" b="1">
                <a:solidFill>
                  <a:srgbClr val="0F172A"/>
                </a:solidFill>
                <a:latin typeface="Montserrat"/>
                <a:ea typeface="Montserrat"/>
                <a:cs typeface="Montserrat"/>
              </a:rPr>
              <a:t>The harness supplies the tools and memory around the model. Together, they make an agent.</a:t>
            </a:r>
          </a:p>
        </p:txBody>
      </p:sp>
      <p:sp>
        <p:nvSpPr>
          <p:cNvPr id="48" name="">
            <a:extLst xmlns:a="http://schemas.openxmlformats.org/drawingml/2006/main">
              <a:ext uri="{FF2B5EF4-FFF2-40B4-BE49-F238E27FC236}">
                <a16:creationId xmlns:a16="http://schemas.microsoft.com/office/drawing/2014/main" id="{41E61997-AE09-471C-A165-86C9E31DA01C}"/>
              </a:ext>
            </a:extLst>
          </p:cNvPr>
          <p:cNvSpPr>
            <a:spLocks xmlns:a="http://schemas.openxmlformats.org/drawingml/2006/main" noGrp="1"/>
          </p:cNvSpPr>
          <p:nvPr/>
        </p:nvSpPr>
        <p:spPr>
          <a:xfrm xmlns:a="http://schemas.openxmlformats.org/drawingml/2006/main">
            <a:off x="742950" y="262890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01</a:t>
            </a:r>
          </a:p>
        </p:txBody>
      </p:sp>
      <p:sp>
        <p:nvSpPr>
          <p:cNvPr id="49" name="">
            <a:extLst xmlns:a="http://schemas.openxmlformats.org/drawingml/2006/main">
              <a:ext uri="{FF2B5EF4-FFF2-40B4-BE49-F238E27FC236}">
                <a16:creationId xmlns:a16="http://schemas.microsoft.com/office/drawing/2014/main" id="{E9D71716-F1A9-4F51-9366-30AD4C5835FD}"/>
              </a:ext>
            </a:extLst>
          </p:cNvPr>
          <p:cNvSpPr>
            <a:spLocks xmlns:a="http://schemas.openxmlformats.org/drawingml/2006/main" noGrp="1"/>
          </p:cNvSpPr>
          <p:nvPr/>
        </p:nvSpPr>
        <p:spPr>
          <a:xfrm xmlns:a="http://schemas.openxmlformats.org/drawingml/2006/main">
            <a:off x="742950" y="3067050"/>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Context</a:t>
            </a:r>
          </a:p>
        </p:txBody>
      </p:sp>
      <p:sp>
        <p:nvSpPr>
          <p:cNvPr id="50" name="">
            <a:extLst xmlns:a="http://schemas.openxmlformats.org/drawingml/2006/main">
              <a:ext uri="{FF2B5EF4-FFF2-40B4-BE49-F238E27FC236}">
                <a16:creationId xmlns:a16="http://schemas.microsoft.com/office/drawing/2014/main" id="{40F0F0E7-CA01-443A-8093-355CBEF02D91}"/>
              </a:ext>
            </a:extLst>
          </p:cNvPr>
          <p:cNvSpPr>
            <a:spLocks xmlns:a="http://schemas.openxmlformats.org/drawingml/2006/main" noGrp="1"/>
          </p:cNvSpPr>
          <p:nvPr/>
        </p:nvSpPr>
        <p:spPr>
          <a:xfrm xmlns:a="http://schemas.openxmlformats.org/drawingml/2006/main">
            <a:off x="742950" y="3695700"/>
            <a:ext cx="24669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0">
                <a:solidFill>
                  <a:srgbClr val="475569"/>
                </a:solidFill>
                <a:latin typeface="Montserrat"/>
                <a:ea typeface="Montserrat"/>
                <a:cs typeface="Montserrat"/>
              </a:defRPr>
            </a:defPPr>
            <a:lvl1pPr algn="l">
              <a:defRPr sz="1125" b="0">
                <a:solidFill>
                  <a:srgbClr val="475569"/>
                </a:solidFill>
                <a:latin typeface="Montserrat"/>
                <a:ea typeface="Montserrat"/>
                <a:cs typeface="Montserrat"/>
              </a:defRPr>
            </a:lvl1pPr>
            <a:lvl2pPr algn="l">
              <a:defRPr sz="1125" b="0">
                <a:solidFill>
                  <a:srgbClr val="475569"/>
                </a:solidFill>
                <a:latin typeface="Montserrat"/>
                <a:ea typeface="Montserrat"/>
                <a:cs typeface="Montserrat"/>
              </a:defRPr>
            </a:lvl2pPr>
            <a:lvl3pPr algn="l">
              <a:defRPr sz="1125" b="0">
                <a:solidFill>
                  <a:srgbClr val="475569"/>
                </a:solidFill>
                <a:latin typeface="Montserrat"/>
                <a:ea typeface="Montserrat"/>
                <a:cs typeface="Montserrat"/>
              </a:defRPr>
            </a:lvl3pPr>
            <a:lvl4pPr algn="l">
              <a:defRPr sz="1125" b="0">
                <a:solidFill>
                  <a:srgbClr val="475569"/>
                </a:solidFill>
                <a:latin typeface="Montserrat"/>
                <a:ea typeface="Montserrat"/>
                <a:cs typeface="Montserrat"/>
              </a:defRPr>
            </a:lvl4pPr>
            <a:lvl5pPr algn="l">
              <a:defRPr sz="1125" b="0">
                <a:solidFill>
                  <a:srgbClr val="475569"/>
                </a:solidFill>
                <a:latin typeface="Montserrat"/>
                <a:ea typeface="Montserrat"/>
                <a:cs typeface="Montserrat"/>
              </a:defRPr>
            </a:lvl5pPr>
            <a:lvl6pPr algn="l">
              <a:defRPr sz="1125" b="0">
                <a:solidFill>
                  <a:srgbClr val="475569"/>
                </a:solidFill>
                <a:latin typeface="Montserrat"/>
                <a:ea typeface="Montserrat"/>
                <a:cs typeface="Montserrat"/>
              </a:defRPr>
            </a:lvl6pPr>
            <a:lvl7pPr algn="l">
              <a:defRPr sz="1125" b="0">
                <a:solidFill>
                  <a:srgbClr val="475569"/>
                </a:solidFill>
                <a:latin typeface="Montserrat"/>
                <a:ea typeface="Montserrat"/>
                <a:cs typeface="Montserrat"/>
              </a:defRPr>
            </a:lvl7pPr>
            <a:lvl8pPr algn="l">
              <a:defRPr sz="1125" b="0">
                <a:solidFill>
                  <a:srgbClr val="475569"/>
                </a:solidFill>
                <a:latin typeface="Montserrat"/>
                <a:ea typeface="Montserrat"/>
                <a:cs typeface="Montserrat"/>
              </a:defRPr>
            </a:lvl8pPr>
            <a:lvl9pPr algn="l">
              <a:defRPr sz="1125" b="0">
                <a:solidFill>
                  <a:srgbClr val="475569"/>
                </a:solidFill>
                <a:latin typeface="Montserrat"/>
                <a:ea typeface="Montserrat"/>
                <a:cs typeface="Montserrat"/>
              </a:defRPr>
            </a:lvl9pPr>
          </a:lstStyle>
          <a:p xmlns:a="http://schemas.openxmlformats.org/drawingml/2006/main">
            <a:pPr algn="l">
              <a:defRPr sz="1125" b="0">
                <a:solidFill>
                  <a:srgbClr val="475569"/>
                </a:solidFill>
                <a:latin typeface="Montserrat"/>
                <a:ea typeface="Montserrat"/>
                <a:cs typeface="Montserrat"/>
              </a:defRPr>
            </a:pPr>
            <a:r>
              <a:rPr sz="1125" b="0">
                <a:solidFill>
                  <a:srgbClr val="475569"/>
                </a:solidFill>
                <a:latin typeface="Montserrat"/>
                <a:ea typeface="Montserrat"/>
                <a:cs typeface="Montserrat"/>
              </a:rPr>
              <a:t>Gives the model the right files, instructions, and project history.</a:t>
            </a:r>
          </a:p>
        </p:txBody>
      </p:sp>
      <p:sp>
        <p:nvSpPr>
          <p:cNvPr id="51" name="">
            <a:extLst xmlns:a="http://schemas.openxmlformats.org/drawingml/2006/main">
              <a:ext uri="{FF2B5EF4-FFF2-40B4-BE49-F238E27FC236}">
                <a16:creationId xmlns:a16="http://schemas.microsoft.com/office/drawing/2014/main" id="{B8FAD010-9895-4030-969A-5E6DFEABF85F}"/>
              </a:ext>
            </a:extLst>
          </p:cNvPr>
          <p:cNvSpPr>
            <a:spLocks xmlns:a="http://schemas.openxmlformats.org/drawingml/2006/main" noGrp="1"/>
          </p:cNvSpPr>
          <p:nvPr/>
        </p:nvSpPr>
        <p:spPr>
          <a:xfrm xmlns:a="http://schemas.openxmlformats.org/drawingml/2006/main">
            <a:off x="3362325" y="2628900"/>
            <a:ext cx="0" cy="18097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52" name="">
            <a:extLst xmlns:a="http://schemas.openxmlformats.org/drawingml/2006/main">
              <a:ext uri="{FF2B5EF4-FFF2-40B4-BE49-F238E27FC236}">
                <a16:creationId xmlns:a16="http://schemas.microsoft.com/office/drawing/2014/main" id="{05A0FC0F-25B0-4397-BB32-C7EA65783D89}"/>
              </a:ext>
            </a:extLst>
          </p:cNvPr>
          <p:cNvSpPr>
            <a:spLocks xmlns:a="http://schemas.openxmlformats.org/drawingml/2006/main" noGrp="1"/>
          </p:cNvSpPr>
          <p:nvPr/>
        </p:nvSpPr>
        <p:spPr>
          <a:xfrm xmlns:a="http://schemas.openxmlformats.org/drawingml/2006/main">
            <a:off x="3476625" y="262890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02</a:t>
            </a:r>
          </a:p>
        </p:txBody>
      </p:sp>
      <p:sp>
        <p:nvSpPr>
          <p:cNvPr id="53" name="">
            <a:extLst xmlns:a="http://schemas.openxmlformats.org/drawingml/2006/main">
              <a:ext uri="{FF2B5EF4-FFF2-40B4-BE49-F238E27FC236}">
                <a16:creationId xmlns:a16="http://schemas.microsoft.com/office/drawing/2014/main" id="{B30823E1-676A-4FB0-92D9-185EA1D9E2BB}"/>
              </a:ext>
            </a:extLst>
          </p:cNvPr>
          <p:cNvSpPr>
            <a:spLocks xmlns:a="http://schemas.openxmlformats.org/drawingml/2006/main" noGrp="1"/>
          </p:cNvSpPr>
          <p:nvPr/>
        </p:nvSpPr>
        <p:spPr>
          <a:xfrm xmlns:a="http://schemas.openxmlformats.org/drawingml/2006/main">
            <a:off x="3476625" y="3067050"/>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Tools</a:t>
            </a:r>
          </a:p>
        </p:txBody>
      </p:sp>
      <p:sp>
        <p:nvSpPr>
          <p:cNvPr id="54" name="">
            <a:extLst xmlns:a="http://schemas.openxmlformats.org/drawingml/2006/main">
              <a:ext uri="{FF2B5EF4-FFF2-40B4-BE49-F238E27FC236}">
                <a16:creationId xmlns:a16="http://schemas.microsoft.com/office/drawing/2014/main" id="{7A7DA07A-BCB4-4F9C-87CF-7B6B45A8CC58}"/>
              </a:ext>
            </a:extLst>
          </p:cNvPr>
          <p:cNvSpPr>
            <a:spLocks xmlns:a="http://schemas.openxmlformats.org/drawingml/2006/main" noGrp="1"/>
          </p:cNvSpPr>
          <p:nvPr/>
        </p:nvSpPr>
        <p:spPr>
          <a:xfrm xmlns:a="http://schemas.openxmlformats.org/drawingml/2006/main">
            <a:off x="3476625" y="3695700"/>
            <a:ext cx="24669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0">
                <a:solidFill>
                  <a:srgbClr val="475569"/>
                </a:solidFill>
                <a:latin typeface="Montserrat"/>
                <a:ea typeface="Montserrat"/>
                <a:cs typeface="Montserrat"/>
              </a:defRPr>
            </a:defPPr>
            <a:lvl1pPr algn="l">
              <a:defRPr sz="1125" b="0">
                <a:solidFill>
                  <a:srgbClr val="475569"/>
                </a:solidFill>
                <a:latin typeface="Montserrat"/>
                <a:ea typeface="Montserrat"/>
                <a:cs typeface="Montserrat"/>
              </a:defRPr>
            </a:lvl1pPr>
            <a:lvl2pPr algn="l">
              <a:defRPr sz="1125" b="0">
                <a:solidFill>
                  <a:srgbClr val="475569"/>
                </a:solidFill>
                <a:latin typeface="Montserrat"/>
                <a:ea typeface="Montserrat"/>
                <a:cs typeface="Montserrat"/>
              </a:defRPr>
            </a:lvl2pPr>
            <a:lvl3pPr algn="l">
              <a:defRPr sz="1125" b="0">
                <a:solidFill>
                  <a:srgbClr val="475569"/>
                </a:solidFill>
                <a:latin typeface="Montserrat"/>
                <a:ea typeface="Montserrat"/>
                <a:cs typeface="Montserrat"/>
              </a:defRPr>
            </a:lvl3pPr>
            <a:lvl4pPr algn="l">
              <a:defRPr sz="1125" b="0">
                <a:solidFill>
                  <a:srgbClr val="475569"/>
                </a:solidFill>
                <a:latin typeface="Montserrat"/>
                <a:ea typeface="Montserrat"/>
                <a:cs typeface="Montserrat"/>
              </a:defRPr>
            </a:lvl4pPr>
            <a:lvl5pPr algn="l">
              <a:defRPr sz="1125" b="0">
                <a:solidFill>
                  <a:srgbClr val="475569"/>
                </a:solidFill>
                <a:latin typeface="Montserrat"/>
                <a:ea typeface="Montserrat"/>
                <a:cs typeface="Montserrat"/>
              </a:defRPr>
            </a:lvl5pPr>
            <a:lvl6pPr algn="l">
              <a:defRPr sz="1125" b="0">
                <a:solidFill>
                  <a:srgbClr val="475569"/>
                </a:solidFill>
                <a:latin typeface="Montserrat"/>
                <a:ea typeface="Montserrat"/>
                <a:cs typeface="Montserrat"/>
              </a:defRPr>
            </a:lvl6pPr>
            <a:lvl7pPr algn="l">
              <a:defRPr sz="1125" b="0">
                <a:solidFill>
                  <a:srgbClr val="475569"/>
                </a:solidFill>
                <a:latin typeface="Montserrat"/>
                <a:ea typeface="Montserrat"/>
                <a:cs typeface="Montserrat"/>
              </a:defRPr>
            </a:lvl7pPr>
            <a:lvl8pPr algn="l">
              <a:defRPr sz="1125" b="0">
                <a:solidFill>
                  <a:srgbClr val="475569"/>
                </a:solidFill>
                <a:latin typeface="Montserrat"/>
                <a:ea typeface="Montserrat"/>
                <a:cs typeface="Montserrat"/>
              </a:defRPr>
            </a:lvl8pPr>
            <a:lvl9pPr algn="l">
              <a:defRPr sz="1125" b="0">
                <a:solidFill>
                  <a:srgbClr val="475569"/>
                </a:solidFill>
                <a:latin typeface="Montserrat"/>
                <a:ea typeface="Montserrat"/>
                <a:cs typeface="Montserrat"/>
              </a:defRPr>
            </a:lvl9pPr>
          </a:lstStyle>
          <a:p xmlns:a="http://schemas.openxmlformats.org/drawingml/2006/main">
            <a:pPr algn="l">
              <a:defRPr sz="1125" b="0">
                <a:solidFill>
                  <a:srgbClr val="475569"/>
                </a:solidFill>
                <a:latin typeface="Montserrat"/>
                <a:ea typeface="Montserrat"/>
                <a:cs typeface="Montserrat"/>
              </a:defRPr>
            </a:pPr>
            <a:r>
              <a:rPr sz="1125" b="0">
                <a:solidFill>
                  <a:srgbClr val="475569"/>
                </a:solidFill>
                <a:latin typeface="Montserrat"/>
                <a:ea typeface="Montserrat"/>
                <a:cs typeface="Montserrat"/>
              </a:rPr>
              <a:t>Reads and edits files, searches the project, and runs commands.</a:t>
            </a:r>
          </a:p>
        </p:txBody>
      </p:sp>
      <p:sp>
        <p:nvSpPr>
          <p:cNvPr id="55" name="">
            <a:extLst xmlns:a="http://schemas.openxmlformats.org/drawingml/2006/main">
              <a:ext uri="{FF2B5EF4-FFF2-40B4-BE49-F238E27FC236}">
                <a16:creationId xmlns:a16="http://schemas.microsoft.com/office/drawing/2014/main" id="{8F163E6D-0D8D-430E-AC56-B0BFA429BBBC}"/>
              </a:ext>
            </a:extLst>
          </p:cNvPr>
          <p:cNvSpPr>
            <a:spLocks xmlns:a="http://schemas.openxmlformats.org/drawingml/2006/main" noGrp="1"/>
          </p:cNvSpPr>
          <p:nvPr/>
        </p:nvSpPr>
        <p:spPr>
          <a:xfrm xmlns:a="http://schemas.openxmlformats.org/drawingml/2006/main">
            <a:off x="6096000" y="2628900"/>
            <a:ext cx="0" cy="18097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56" name="">
            <a:extLst xmlns:a="http://schemas.openxmlformats.org/drawingml/2006/main">
              <a:ext uri="{FF2B5EF4-FFF2-40B4-BE49-F238E27FC236}">
                <a16:creationId xmlns:a16="http://schemas.microsoft.com/office/drawing/2014/main" id="{2C47A3CE-3265-4F9B-82EC-38A5FB26B9EB}"/>
              </a:ext>
            </a:extLst>
          </p:cNvPr>
          <p:cNvSpPr>
            <a:spLocks xmlns:a="http://schemas.openxmlformats.org/drawingml/2006/main" noGrp="1"/>
          </p:cNvSpPr>
          <p:nvPr/>
        </p:nvSpPr>
        <p:spPr>
          <a:xfrm xmlns:a="http://schemas.openxmlformats.org/drawingml/2006/main">
            <a:off x="6210300" y="262890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03</a:t>
            </a:r>
          </a:p>
        </p:txBody>
      </p:sp>
      <p:sp>
        <p:nvSpPr>
          <p:cNvPr id="57" name="">
            <a:extLst xmlns:a="http://schemas.openxmlformats.org/drawingml/2006/main">
              <a:ext uri="{FF2B5EF4-FFF2-40B4-BE49-F238E27FC236}">
                <a16:creationId xmlns:a16="http://schemas.microsoft.com/office/drawing/2014/main" id="{D2F2C178-437D-49CD-AE7E-852F53170B21}"/>
              </a:ext>
            </a:extLst>
          </p:cNvPr>
          <p:cNvSpPr>
            <a:spLocks xmlns:a="http://schemas.openxmlformats.org/drawingml/2006/main" noGrp="1"/>
          </p:cNvSpPr>
          <p:nvPr/>
        </p:nvSpPr>
        <p:spPr>
          <a:xfrm xmlns:a="http://schemas.openxmlformats.org/drawingml/2006/main">
            <a:off x="6210300" y="3067050"/>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Permissions</a:t>
            </a:r>
          </a:p>
        </p:txBody>
      </p:sp>
      <p:sp>
        <p:nvSpPr>
          <p:cNvPr id="58" name="">
            <a:extLst xmlns:a="http://schemas.openxmlformats.org/drawingml/2006/main">
              <a:ext uri="{FF2B5EF4-FFF2-40B4-BE49-F238E27FC236}">
                <a16:creationId xmlns:a16="http://schemas.microsoft.com/office/drawing/2014/main" id="{57EBA795-5ADD-41DA-9C32-32E26443C020}"/>
              </a:ext>
            </a:extLst>
          </p:cNvPr>
          <p:cNvSpPr>
            <a:spLocks xmlns:a="http://schemas.openxmlformats.org/drawingml/2006/main" noGrp="1"/>
          </p:cNvSpPr>
          <p:nvPr/>
        </p:nvSpPr>
        <p:spPr>
          <a:xfrm xmlns:a="http://schemas.openxmlformats.org/drawingml/2006/main">
            <a:off x="6210300" y="3695700"/>
            <a:ext cx="24669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0">
                <a:solidFill>
                  <a:srgbClr val="475569"/>
                </a:solidFill>
                <a:latin typeface="Montserrat"/>
                <a:ea typeface="Montserrat"/>
                <a:cs typeface="Montserrat"/>
              </a:defRPr>
            </a:defPPr>
            <a:lvl1pPr algn="l">
              <a:defRPr sz="1125" b="0">
                <a:solidFill>
                  <a:srgbClr val="475569"/>
                </a:solidFill>
                <a:latin typeface="Montserrat"/>
                <a:ea typeface="Montserrat"/>
                <a:cs typeface="Montserrat"/>
              </a:defRPr>
            </a:lvl1pPr>
            <a:lvl2pPr algn="l">
              <a:defRPr sz="1125" b="0">
                <a:solidFill>
                  <a:srgbClr val="475569"/>
                </a:solidFill>
                <a:latin typeface="Montserrat"/>
                <a:ea typeface="Montserrat"/>
                <a:cs typeface="Montserrat"/>
              </a:defRPr>
            </a:lvl2pPr>
            <a:lvl3pPr algn="l">
              <a:defRPr sz="1125" b="0">
                <a:solidFill>
                  <a:srgbClr val="475569"/>
                </a:solidFill>
                <a:latin typeface="Montserrat"/>
                <a:ea typeface="Montserrat"/>
                <a:cs typeface="Montserrat"/>
              </a:defRPr>
            </a:lvl3pPr>
            <a:lvl4pPr algn="l">
              <a:defRPr sz="1125" b="0">
                <a:solidFill>
                  <a:srgbClr val="475569"/>
                </a:solidFill>
                <a:latin typeface="Montserrat"/>
                <a:ea typeface="Montserrat"/>
                <a:cs typeface="Montserrat"/>
              </a:defRPr>
            </a:lvl4pPr>
            <a:lvl5pPr algn="l">
              <a:defRPr sz="1125" b="0">
                <a:solidFill>
                  <a:srgbClr val="475569"/>
                </a:solidFill>
                <a:latin typeface="Montserrat"/>
                <a:ea typeface="Montserrat"/>
                <a:cs typeface="Montserrat"/>
              </a:defRPr>
            </a:lvl5pPr>
            <a:lvl6pPr algn="l">
              <a:defRPr sz="1125" b="0">
                <a:solidFill>
                  <a:srgbClr val="475569"/>
                </a:solidFill>
                <a:latin typeface="Montserrat"/>
                <a:ea typeface="Montserrat"/>
                <a:cs typeface="Montserrat"/>
              </a:defRPr>
            </a:lvl6pPr>
            <a:lvl7pPr algn="l">
              <a:defRPr sz="1125" b="0">
                <a:solidFill>
                  <a:srgbClr val="475569"/>
                </a:solidFill>
                <a:latin typeface="Montserrat"/>
                <a:ea typeface="Montserrat"/>
                <a:cs typeface="Montserrat"/>
              </a:defRPr>
            </a:lvl7pPr>
            <a:lvl8pPr algn="l">
              <a:defRPr sz="1125" b="0">
                <a:solidFill>
                  <a:srgbClr val="475569"/>
                </a:solidFill>
                <a:latin typeface="Montserrat"/>
                <a:ea typeface="Montserrat"/>
                <a:cs typeface="Montserrat"/>
              </a:defRPr>
            </a:lvl8pPr>
            <a:lvl9pPr algn="l">
              <a:defRPr sz="1125" b="0">
                <a:solidFill>
                  <a:srgbClr val="475569"/>
                </a:solidFill>
                <a:latin typeface="Montserrat"/>
                <a:ea typeface="Montserrat"/>
                <a:cs typeface="Montserrat"/>
              </a:defRPr>
            </a:lvl9pPr>
          </a:lstStyle>
          <a:p xmlns:a="http://schemas.openxmlformats.org/drawingml/2006/main">
            <a:pPr algn="l">
              <a:defRPr sz="1125" b="0">
                <a:solidFill>
                  <a:srgbClr val="475569"/>
                </a:solidFill>
                <a:latin typeface="Montserrat"/>
                <a:ea typeface="Montserrat"/>
                <a:cs typeface="Montserrat"/>
              </a:defRPr>
            </a:pPr>
            <a:r>
              <a:rPr sz="1125" b="0">
                <a:solidFill>
                  <a:srgbClr val="475569"/>
                </a:solidFill>
                <a:latin typeface="Montserrat"/>
                <a:ea typeface="Montserrat"/>
                <a:cs typeface="Montserrat"/>
              </a:rPr>
              <a:t>Sets the boundaries and asks before a sensitive action.</a:t>
            </a:r>
          </a:p>
        </p:txBody>
      </p:sp>
      <p:sp>
        <p:nvSpPr>
          <p:cNvPr id="59" name="">
            <a:extLst xmlns:a="http://schemas.openxmlformats.org/drawingml/2006/main">
              <a:ext uri="{FF2B5EF4-FFF2-40B4-BE49-F238E27FC236}">
                <a16:creationId xmlns:a16="http://schemas.microsoft.com/office/drawing/2014/main" id="{BB30475A-5485-4ACC-8EA2-72BC45A45283}"/>
              </a:ext>
            </a:extLst>
          </p:cNvPr>
          <p:cNvSpPr>
            <a:spLocks xmlns:a="http://schemas.openxmlformats.org/drawingml/2006/main" noGrp="1"/>
          </p:cNvSpPr>
          <p:nvPr/>
        </p:nvSpPr>
        <p:spPr>
          <a:xfrm xmlns:a="http://schemas.openxmlformats.org/drawingml/2006/main">
            <a:off x="8829675" y="2628900"/>
            <a:ext cx="0" cy="18097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60" name="">
            <a:extLst xmlns:a="http://schemas.openxmlformats.org/drawingml/2006/main">
              <a:ext uri="{FF2B5EF4-FFF2-40B4-BE49-F238E27FC236}">
                <a16:creationId xmlns:a16="http://schemas.microsoft.com/office/drawing/2014/main" id="{0AAD6F1A-E30F-4553-B538-8461C22691F5}"/>
              </a:ext>
            </a:extLst>
          </p:cNvPr>
          <p:cNvSpPr>
            <a:spLocks xmlns:a="http://schemas.openxmlformats.org/drawingml/2006/main" noGrp="1"/>
          </p:cNvSpPr>
          <p:nvPr/>
        </p:nvSpPr>
        <p:spPr>
          <a:xfrm xmlns:a="http://schemas.openxmlformats.org/drawingml/2006/main">
            <a:off x="8943975" y="262890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04</a:t>
            </a:r>
          </a:p>
        </p:txBody>
      </p:sp>
      <p:sp>
        <p:nvSpPr>
          <p:cNvPr id="61" name="">
            <a:extLst xmlns:a="http://schemas.openxmlformats.org/drawingml/2006/main">
              <a:ext uri="{FF2B5EF4-FFF2-40B4-BE49-F238E27FC236}">
                <a16:creationId xmlns:a16="http://schemas.microsoft.com/office/drawing/2014/main" id="{034784F4-E54B-4028-AE38-3EF9604421AA}"/>
              </a:ext>
            </a:extLst>
          </p:cNvPr>
          <p:cNvSpPr>
            <a:spLocks xmlns:a="http://schemas.openxmlformats.org/drawingml/2006/main" noGrp="1"/>
          </p:cNvSpPr>
          <p:nvPr/>
        </p:nvSpPr>
        <p:spPr>
          <a:xfrm xmlns:a="http://schemas.openxmlformats.org/drawingml/2006/main">
            <a:off x="8943975" y="3067050"/>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Evidence</a:t>
            </a:r>
          </a:p>
        </p:txBody>
      </p:sp>
      <p:sp>
        <p:nvSpPr>
          <p:cNvPr id="62" name="">
            <a:extLst xmlns:a="http://schemas.openxmlformats.org/drawingml/2006/main">
              <a:ext uri="{FF2B5EF4-FFF2-40B4-BE49-F238E27FC236}">
                <a16:creationId xmlns:a16="http://schemas.microsoft.com/office/drawing/2014/main" id="{78D3FA47-F601-4791-84BA-1D52D36F23DB}"/>
              </a:ext>
            </a:extLst>
          </p:cNvPr>
          <p:cNvSpPr>
            <a:spLocks xmlns:a="http://schemas.openxmlformats.org/drawingml/2006/main" noGrp="1"/>
          </p:cNvSpPr>
          <p:nvPr/>
        </p:nvSpPr>
        <p:spPr>
          <a:xfrm xmlns:a="http://schemas.openxmlformats.org/drawingml/2006/main">
            <a:off x="8943975" y="3695700"/>
            <a:ext cx="24669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0">
                <a:solidFill>
                  <a:srgbClr val="475569"/>
                </a:solidFill>
                <a:latin typeface="Montserrat"/>
                <a:ea typeface="Montserrat"/>
                <a:cs typeface="Montserrat"/>
              </a:defRPr>
            </a:defPPr>
            <a:lvl1pPr algn="l">
              <a:defRPr sz="1125" b="0">
                <a:solidFill>
                  <a:srgbClr val="475569"/>
                </a:solidFill>
                <a:latin typeface="Montserrat"/>
                <a:ea typeface="Montserrat"/>
                <a:cs typeface="Montserrat"/>
              </a:defRPr>
            </a:lvl1pPr>
            <a:lvl2pPr algn="l">
              <a:defRPr sz="1125" b="0">
                <a:solidFill>
                  <a:srgbClr val="475569"/>
                </a:solidFill>
                <a:latin typeface="Montserrat"/>
                <a:ea typeface="Montserrat"/>
                <a:cs typeface="Montserrat"/>
              </a:defRPr>
            </a:lvl2pPr>
            <a:lvl3pPr algn="l">
              <a:defRPr sz="1125" b="0">
                <a:solidFill>
                  <a:srgbClr val="475569"/>
                </a:solidFill>
                <a:latin typeface="Montserrat"/>
                <a:ea typeface="Montserrat"/>
                <a:cs typeface="Montserrat"/>
              </a:defRPr>
            </a:lvl3pPr>
            <a:lvl4pPr algn="l">
              <a:defRPr sz="1125" b="0">
                <a:solidFill>
                  <a:srgbClr val="475569"/>
                </a:solidFill>
                <a:latin typeface="Montserrat"/>
                <a:ea typeface="Montserrat"/>
                <a:cs typeface="Montserrat"/>
              </a:defRPr>
            </a:lvl4pPr>
            <a:lvl5pPr algn="l">
              <a:defRPr sz="1125" b="0">
                <a:solidFill>
                  <a:srgbClr val="475569"/>
                </a:solidFill>
                <a:latin typeface="Montserrat"/>
                <a:ea typeface="Montserrat"/>
                <a:cs typeface="Montserrat"/>
              </a:defRPr>
            </a:lvl5pPr>
            <a:lvl6pPr algn="l">
              <a:defRPr sz="1125" b="0">
                <a:solidFill>
                  <a:srgbClr val="475569"/>
                </a:solidFill>
                <a:latin typeface="Montserrat"/>
                <a:ea typeface="Montserrat"/>
                <a:cs typeface="Montserrat"/>
              </a:defRPr>
            </a:lvl6pPr>
            <a:lvl7pPr algn="l">
              <a:defRPr sz="1125" b="0">
                <a:solidFill>
                  <a:srgbClr val="475569"/>
                </a:solidFill>
                <a:latin typeface="Montserrat"/>
                <a:ea typeface="Montserrat"/>
                <a:cs typeface="Montserrat"/>
              </a:defRPr>
            </a:lvl7pPr>
            <a:lvl8pPr algn="l">
              <a:defRPr sz="1125" b="0">
                <a:solidFill>
                  <a:srgbClr val="475569"/>
                </a:solidFill>
                <a:latin typeface="Montserrat"/>
                <a:ea typeface="Montserrat"/>
                <a:cs typeface="Montserrat"/>
              </a:defRPr>
            </a:lvl8pPr>
            <a:lvl9pPr algn="l">
              <a:defRPr sz="1125" b="0">
                <a:solidFill>
                  <a:srgbClr val="475569"/>
                </a:solidFill>
                <a:latin typeface="Montserrat"/>
                <a:ea typeface="Montserrat"/>
                <a:cs typeface="Montserrat"/>
              </a:defRPr>
            </a:lvl9pPr>
          </a:lstStyle>
          <a:p xmlns:a="http://schemas.openxmlformats.org/drawingml/2006/main">
            <a:pPr algn="l">
              <a:defRPr sz="1125" b="0">
                <a:solidFill>
                  <a:srgbClr val="475569"/>
                </a:solidFill>
                <a:latin typeface="Montserrat"/>
                <a:ea typeface="Montserrat"/>
                <a:cs typeface="Montserrat"/>
              </a:defRPr>
            </a:pPr>
            <a:r>
              <a:rPr sz="1125" b="0">
                <a:solidFill>
                  <a:srgbClr val="475569"/>
                </a:solidFill>
                <a:latin typeface="Montserrat"/>
                <a:ea typeface="Montserrat"/>
                <a:cs typeface="Montserrat"/>
              </a:rPr>
              <a:t>Shows the changed files, checks, and what remains uncertain.</a:t>
            </a:r>
          </a:p>
        </p:txBody>
      </p:sp>
      <p:sp>
        <p:nvSpPr>
          <p:cNvPr id="63" name="">
            <a:extLst xmlns:a="http://schemas.openxmlformats.org/drawingml/2006/main">
              <a:ext uri="{FF2B5EF4-FFF2-40B4-BE49-F238E27FC236}">
                <a16:creationId xmlns:a16="http://schemas.microsoft.com/office/drawing/2014/main" id="{A53F4177-DB69-4165-AC7A-1092B59E28A6}"/>
              </a:ext>
            </a:extLst>
          </p:cNvPr>
          <p:cNvSpPr>
            <a:spLocks xmlns:a="http://schemas.openxmlformats.org/drawingml/2006/main" noGrp="1"/>
          </p:cNvSpPr>
          <p:nvPr/>
        </p:nvSpPr>
        <p:spPr>
          <a:xfrm xmlns:a="http://schemas.openxmlformats.org/drawingml/2006/main">
            <a:off x="647700" y="470535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64" name="">
            <a:extLst xmlns:a="http://schemas.openxmlformats.org/drawingml/2006/main">
              <a:ext uri="{FF2B5EF4-FFF2-40B4-BE49-F238E27FC236}">
                <a16:creationId xmlns:a16="http://schemas.microsoft.com/office/drawing/2014/main" id="{6FD2FBA7-D95A-44FC-A06E-78125216C3A0}"/>
              </a:ext>
            </a:extLst>
          </p:cNvPr>
          <p:cNvSpPr>
            <a:spLocks xmlns:a="http://schemas.openxmlformats.org/drawingml/2006/main" noGrp="1"/>
          </p:cNvSpPr>
          <p:nvPr/>
        </p:nvSpPr>
        <p:spPr>
          <a:xfrm xmlns:a="http://schemas.openxmlformats.org/drawingml/2006/main">
            <a:off x="742950" y="49530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0F172A"/>
                </a:solidFill>
                <a:latin typeface="Montserrat"/>
                <a:ea typeface="Montserrat"/>
                <a:cs typeface="Montserrat"/>
              </a:defRPr>
            </a:defPPr>
            <a:lvl1pPr algn="l">
              <a:defRPr sz="1275" b="1">
                <a:solidFill>
                  <a:srgbClr val="0F172A"/>
                </a:solidFill>
                <a:latin typeface="Montserrat"/>
                <a:ea typeface="Montserrat"/>
                <a:cs typeface="Montserrat"/>
              </a:defRPr>
            </a:lvl1pPr>
            <a:lvl2pPr algn="l">
              <a:defRPr sz="1275" b="1">
                <a:solidFill>
                  <a:srgbClr val="0F172A"/>
                </a:solidFill>
                <a:latin typeface="Montserrat"/>
                <a:ea typeface="Montserrat"/>
                <a:cs typeface="Montserrat"/>
              </a:defRPr>
            </a:lvl2pPr>
            <a:lvl3pPr algn="l">
              <a:defRPr sz="1275" b="1">
                <a:solidFill>
                  <a:srgbClr val="0F172A"/>
                </a:solidFill>
                <a:latin typeface="Montserrat"/>
                <a:ea typeface="Montserrat"/>
                <a:cs typeface="Montserrat"/>
              </a:defRPr>
            </a:lvl3pPr>
            <a:lvl4pPr algn="l">
              <a:defRPr sz="1275" b="1">
                <a:solidFill>
                  <a:srgbClr val="0F172A"/>
                </a:solidFill>
                <a:latin typeface="Montserrat"/>
                <a:ea typeface="Montserrat"/>
                <a:cs typeface="Montserrat"/>
              </a:defRPr>
            </a:lvl4pPr>
            <a:lvl5pPr algn="l">
              <a:defRPr sz="1275" b="1">
                <a:solidFill>
                  <a:srgbClr val="0F172A"/>
                </a:solidFill>
                <a:latin typeface="Montserrat"/>
                <a:ea typeface="Montserrat"/>
                <a:cs typeface="Montserrat"/>
              </a:defRPr>
            </a:lvl5pPr>
            <a:lvl6pPr algn="l">
              <a:defRPr sz="1275" b="1">
                <a:solidFill>
                  <a:srgbClr val="0F172A"/>
                </a:solidFill>
                <a:latin typeface="Montserrat"/>
                <a:ea typeface="Montserrat"/>
                <a:cs typeface="Montserrat"/>
              </a:defRPr>
            </a:lvl6pPr>
            <a:lvl7pPr algn="l">
              <a:defRPr sz="1275" b="1">
                <a:solidFill>
                  <a:srgbClr val="0F172A"/>
                </a:solidFill>
                <a:latin typeface="Montserrat"/>
                <a:ea typeface="Montserrat"/>
                <a:cs typeface="Montserrat"/>
              </a:defRPr>
            </a:lvl7pPr>
            <a:lvl8pPr algn="l">
              <a:defRPr sz="1275" b="1">
                <a:solidFill>
                  <a:srgbClr val="0F172A"/>
                </a:solidFill>
                <a:latin typeface="Montserrat"/>
                <a:ea typeface="Montserrat"/>
                <a:cs typeface="Montserrat"/>
              </a:defRPr>
            </a:lvl8pPr>
            <a:lvl9pPr algn="l">
              <a:defRPr sz="1275" b="1">
                <a:solidFill>
                  <a:srgbClr val="0F172A"/>
                </a:solidFill>
                <a:latin typeface="Montserrat"/>
                <a:ea typeface="Montserrat"/>
                <a:cs typeface="Montserrat"/>
              </a:defRPr>
            </a:lvl9pPr>
          </a:lstStyle>
          <a:p xmlns:a="http://schemas.openxmlformats.org/drawingml/2006/main">
            <a:pPr algn="l">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Permissions and checks keep the agent's work visible.</a:t>
            </a:r>
          </a:p>
        </p:txBody>
      </p:sp>
    </p:spTree>
    <p:extLst>
      <p:ext uri="{BB962C8B-B14F-4D97-AF65-F5344CB8AC3E}">
        <p14:creationId xmlns:p14="http://schemas.microsoft.com/office/powerpoint/2010/main" val="52885407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922B9BC8-715D-4EC1-86B4-98843A3A3A9D}"/>
              </a:ext>
            </a:extLst>
          </p:cNvPr>
          <p:cNvPicPr>
            <a:picLocks xmlns:a="http://schemas.openxmlformats.org/drawingml/2006/main" noChangeAspect="1"/>
          </p:cNvPicPr>
          <p:nvPr/>
        </p:nvPicPr>
        <p:blipFill>
          <a:blip xmlns:r="http://schemas.openxmlformats.org/officeDocument/2006/relationships" xmlns:a="http://schemas.openxmlformats.org/drawingml/2006/main" r:embed="Rfedd19698d894377"/>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23F512C0-5E03-4216-8C66-D9AB91BA9953}"/>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08 / 63</a:t>
            </a:r>
            <a:endParaRPr sz="900"/>
          </a:p>
        </p:txBody>
      </p:sp>
      <p:sp>
        <p:nvSpPr>
          <p:cNvPr id="31" name="">
            <a:extLst xmlns:a="http://schemas.openxmlformats.org/drawingml/2006/main">
              <a:ext uri="{FF2B5EF4-FFF2-40B4-BE49-F238E27FC236}">
                <a16:creationId xmlns:a16="http://schemas.microsoft.com/office/drawing/2014/main" id="{17277FB2-0FD7-4AB3-8CAE-19D3DC10959E}"/>
              </a:ext>
            </a:extLst>
          </p:cNvPr>
          <p:cNvSpPr>
            <a:spLocks xmlns:a="http://schemas.openxmlformats.org/drawingml/2006/main" noGrp="1"/>
          </p:cNvSpPr>
          <p:nvPr/>
        </p:nvSpPr>
        <p:spPr>
          <a:xfrm xmlns:a="http://schemas.openxmlformats.org/drawingml/2006/main">
            <a:off x="3667125" y="6381750"/>
            <a:ext cx="4857750" cy="0"/>
          </a:xfrm>
          <a:prstGeom xmlns:a="http://schemas.openxmlformats.org/drawingml/2006/main" prst="line">
            <a:avLst/>
          </a:prstGeom>
          <a:noFill xmlns:a="http://schemas.openxmlformats.org/drawingml/2006/main"/>
          <a:ln xmlns:a="http://schemas.openxmlformats.org/drawingml/2006/main" w="5715">
            <a:solidFill>
              <a:srgbClr val="D8E2EF"/>
            </a:solidFill>
            <a:prstDash val="solid"/>
          </a:ln>
        </p:spPr>
      </p:sp>
      <p:sp>
        <p:nvSpPr>
          <p:cNvPr id="32" name="">
            <a:extLst xmlns:a="http://schemas.openxmlformats.org/drawingml/2006/main">
              <a:ext uri="{FF2B5EF4-FFF2-40B4-BE49-F238E27FC236}">
                <a16:creationId xmlns:a16="http://schemas.microsoft.com/office/drawing/2014/main" id="{DBF103A7-4AF5-4724-9A3E-0D69AD02E7DC}"/>
              </a:ext>
            </a:extLst>
          </p:cNvPr>
          <p:cNvSpPr>
            <a:spLocks xmlns:a="http://schemas.openxmlformats.org/drawingml/2006/main" noGrp="1"/>
          </p:cNvSpPr>
          <p:nvPr/>
        </p:nvSpPr>
        <p:spPr>
          <a:xfrm xmlns:a="http://schemas.openxmlformats.org/drawingml/2006/main">
            <a:off x="36337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33" name="">
            <a:extLst xmlns:a="http://schemas.openxmlformats.org/drawingml/2006/main">
              <a:ext uri="{FF2B5EF4-FFF2-40B4-BE49-F238E27FC236}">
                <a16:creationId xmlns:a16="http://schemas.microsoft.com/office/drawing/2014/main" id="{63E2A44A-27D4-429F-B86C-868D084B6E84}"/>
              </a:ext>
            </a:extLst>
          </p:cNvPr>
          <p:cNvSpPr>
            <a:spLocks xmlns:a="http://schemas.openxmlformats.org/drawingml/2006/main" noGrp="1"/>
          </p:cNvSpPr>
          <p:nvPr/>
        </p:nvSpPr>
        <p:spPr>
          <a:xfrm xmlns:a="http://schemas.openxmlformats.org/drawingml/2006/main">
            <a:off x="32670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PLAN</a:t>
            </a:r>
          </a:p>
        </p:txBody>
      </p:sp>
      <p:sp>
        <p:nvSpPr>
          <p:cNvPr id="34" name="">
            <a:extLst xmlns:a="http://schemas.openxmlformats.org/drawingml/2006/main">
              <a:ext uri="{FF2B5EF4-FFF2-40B4-BE49-F238E27FC236}">
                <a16:creationId xmlns:a16="http://schemas.microsoft.com/office/drawing/2014/main" id="{879B3848-EB7E-4262-A716-8B0210F5FC4A}"/>
              </a:ext>
            </a:extLst>
          </p:cNvPr>
          <p:cNvSpPr>
            <a:spLocks xmlns:a="http://schemas.openxmlformats.org/drawingml/2006/main" noGrp="1"/>
          </p:cNvSpPr>
          <p:nvPr/>
        </p:nvSpPr>
        <p:spPr>
          <a:xfrm xmlns:a="http://schemas.openxmlformats.org/drawingml/2006/main">
            <a:off x="46053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35" name="">
            <a:extLst xmlns:a="http://schemas.openxmlformats.org/drawingml/2006/main">
              <a:ext uri="{FF2B5EF4-FFF2-40B4-BE49-F238E27FC236}">
                <a16:creationId xmlns:a16="http://schemas.microsoft.com/office/drawing/2014/main" id="{6502E39D-3463-468B-A976-6927EA98D28D}"/>
              </a:ext>
            </a:extLst>
          </p:cNvPr>
          <p:cNvSpPr>
            <a:spLocks xmlns:a="http://schemas.openxmlformats.org/drawingml/2006/main" noGrp="1"/>
          </p:cNvSpPr>
          <p:nvPr/>
        </p:nvSpPr>
        <p:spPr>
          <a:xfrm xmlns:a="http://schemas.openxmlformats.org/drawingml/2006/main">
            <a:off x="42386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DESIGN</a:t>
            </a:r>
          </a:p>
        </p:txBody>
      </p:sp>
      <p:sp>
        <p:nvSpPr>
          <p:cNvPr id="36" name="">
            <a:extLst xmlns:a="http://schemas.openxmlformats.org/drawingml/2006/main">
              <a:ext uri="{FF2B5EF4-FFF2-40B4-BE49-F238E27FC236}">
                <a16:creationId xmlns:a16="http://schemas.microsoft.com/office/drawing/2014/main" id="{90BEA050-F72E-4D21-86C5-212B5CFA1835}"/>
              </a:ext>
            </a:extLst>
          </p:cNvPr>
          <p:cNvSpPr>
            <a:spLocks xmlns:a="http://schemas.openxmlformats.org/drawingml/2006/main" noGrp="1"/>
          </p:cNvSpPr>
          <p:nvPr/>
        </p:nvSpPr>
        <p:spPr>
          <a:xfrm xmlns:a="http://schemas.openxmlformats.org/drawingml/2006/main">
            <a:off x="55768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37" name="">
            <a:extLst xmlns:a="http://schemas.openxmlformats.org/drawingml/2006/main">
              <a:ext uri="{FF2B5EF4-FFF2-40B4-BE49-F238E27FC236}">
                <a16:creationId xmlns:a16="http://schemas.microsoft.com/office/drawing/2014/main" id="{1AF31A17-F3E0-4368-9A3A-E62B93140ECE}"/>
              </a:ext>
            </a:extLst>
          </p:cNvPr>
          <p:cNvSpPr>
            <a:spLocks xmlns:a="http://schemas.openxmlformats.org/drawingml/2006/main" noGrp="1"/>
          </p:cNvSpPr>
          <p:nvPr/>
        </p:nvSpPr>
        <p:spPr>
          <a:xfrm xmlns:a="http://schemas.openxmlformats.org/drawingml/2006/main">
            <a:off x="52101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BUILD</a:t>
            </a:r>
          </a:p>
        </p:txBody>
      </p:sp>
      <p:sp>
        <p:nvSpPr>
          <p:cNvPr id="38" name="">
            <a:extLst xmlns:a="http://schemas.openxmlformats.org/drawingml/2006/main">
              <a:ext uri="{FF2B5EF4-FFF2-40B4-BE49-F238E27FC236}">
                <a16:creationId xmlns:a16="http://schemas.microsoft.com/office/drawing/2014/main" id="{0D8D81F6-1583-4204-A151-9078DCA619ED}"/>
              </a:ext>
            </a:extLst>
          </p:cNvPr>
          <p:cNvSpPr>
            <a:spLocks xmlns:a="http://schemas.openxmlformats.org/drawingml/2006/main" noGrp="1"/>
          </p:cNvSpPr>
          <p:nvPr/>
        </p:nvSpPr>
        <p:spPr>
          <a:xfrm xmlns:a="http://schemas.openxmlformats.org/drawingml/2006/main">
            <a:off x="65484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39" name="">
            <a:extLst xmlns:a="http://schemas.openxmlformats.org/drawingml/2006/main">
              <a:ext uri="{FF2B5EF4-FFF2-40B4-BE49-F238E27FC236}">
                <a16:creationId xmlns:a16="http://schemas.microsoft.com/office/drawing/2014/main" id="{CA032930-59B7-4B66-AAC6-FE537BDB5025}"/>
              </a:ext>
            </a:extLst>
          </p:cNvPr>
          <p:cNvSpPr>
            <a:spLocks xmlns:a="http://schemas.openxmlformats.org/drawingml/2006/main" noGrp="1"/>
          </p:cNvSpPr>
          <p:nvPr/>
        </p:nvSpPr>
        <p:spPr>
          <a:xfrm xmlns:a="http://schemas.openxmlformats.org/drawingml/2006/main">
            <a:off x="61817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TEST</a:t>
            </a:r>
          </a:p>
        </p:txBody>
      </p:sp>
      <p:sp>
        <p:nvSpPr>
          <p:cNvPr id="40" name="">
            <a:extLst xmlns:a="http://schemas.openxmlformats.org/drawingml/2006/main">
              <a:ext uri="{FF2B5EF4-FFF2-40B4-BE49-F238E27FC236}">
                <a16:creationId xmlns:a16="http://schemas.microsoft.com/office/drawing/2014/main" id="{3BE133F1-73D6-4B4D-9FB6-3B6385C64C7E}"/>
              </a:ext>
            </a:extLst>
          </p:cNvPr>
          <p:cNvSpPr>
            <a:spLocks xmlns:a="http://schemas.openxmlformats.org/drawingml/2006/main" noGrp="1"/>
          </p:cNvSpPr>
          <p:nvPr/>
        </p:nvSpPr>
        <p:spPr>
          <a:xfrm xmlns:a="http://schemas.openxmlformats.org/drawingml/2006/main">
            <a:off x="75199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41" name="">
            <a:extLst xmlns:a="http://schemas.openxmlformats.org/drawingml/2006/main">
              <a:ext uri="{FF2B5EF4-FFF2-40B4-BE49-F238E27FC236}">
                <a16:creationId xmlns:a16="http://schemas.microsoft.com/office/drawing/2014/main" id="{553C46D4-3CAE-4780-B47C-8EB6BCB0A003}"/>
              </a:ext>
            </a:extLst>
          </p:cNvPr>
          <p:cNvSpPr>
            <a:spLocks xmlns:a="http://schemas.openxmlformats.org/drawingml/2006/main" noGrp="1"/>
          </p:cNvSpPr>
          <p:nvPr/>
        </p:nvSpPr>
        <p:spPr>
          <a:xfrm xmlns:a="http://schemas.openxmlformats.org/drawingml/2006/main">
            <a:off x="71532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DEPLOY</a:t>
            </a:r>
          </a:p>
        </p:txBody>
      </p:sp>
      <p:sp>
        <p:nvSpPr>
          <p:cNvPr id="42" name="">
            <a:extLst xmlns:a="http://schemas.openxmlformats.org/drawingml/2006/main">
              <a:ext uri="{FF2B5EF4-FFF2-40B4-BE49-F238E27FC236}">
                <a16:creationId xmlns:a16="http://schemas.microsoft.com/office/drawing/2014/main" id="{3C5D7294-A8F9-43D5-BBF7-BAC5F9EF81D5}"/>
              </a:ext>
            </a:extLst>
          </p:cNvPr>
          <p:cNvSpPr>
            <a:spLocks xmlns:a="http://schemas.openxmlformats.org/drawingml/2006/main" noGrp="1"/>
          </p:cNvSpPr>
          <p:nvPr/>
        </p:nvSpPr>
        <p:spPr>
          <a:xfrm xmlns:a="http://schemas.openxmlformats.org/drawingml/2006/main">
            <a:off x="84915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43" name="">
            <a:extLst xmlns:a="http://schemas.openxmlformats.org/drawingml/2006/main">
              <a:ext uri="{FF2B5EF4-FFF2-40B4-BE49-F238E27FC236}">
                <a16:creationId xmlns:a16="http://schemas.microsoft.com/office/drawing/2014/main" id="{7920DD92-A114-4548-A2E9-4D8CB92933B4}"/>
              </a:ext>
            </a:extLst>
          </p:cNvPr>
          <p:cNvSpPr>
            <a:spLocks xmlns:a="http://schemas.openxmlformats.org/drawingml/2006/main" noGrp="1"/>
          </p:cNvSpPr>
          <p:nvPr/>
        </p:nvSpPr>
        <p:spPr>
          <a:xfrm xmlns:a="http://schemas.openxmlformats.org/drawingml/2006/main">
            <a:off x="81248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MAINTAIN</a:t>
            </a:r>
          </a:p>
        </p:txBody>
      </p:sp>
      <p:sp>
        <p:nvSpPr>
          <p:cNvPr id="44" name="">
            <a:extLst xmlns:a="http://schemas.openxmlformats.org/drawingml/2006/main">
              <a:ext uri="{FF2B5EF4-FFF2-40B4-BE49-F238E27FC236}">
                <a16:creationId xmlns:a16="http://schemas.microsoft.com/office/drawing/2014/main" id="{EA0A5B43-4BA5-4171-8673-EB1055641917}"/>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307FE2"/>
                </a:solidFill>
                <a:latin typeface="Montserrat"/>
                <a:ea typeface="Montserrat"/>
                <a:cs typeface="Montserrat"/>
              </a:defRPr>
            </a:defPPr>
            <a:lvl1pPr algn="l">
              <a:defRPr sz="1050" b="1">
                <a:solidFill>
                  <a:srgbClr val="307FE2"/>
                </a:solidFill>
                <a:latin typeface="Montserrat"/>
                <a:ea typeface="Montserrat"/>
                <a:cs typeface="Montserrat"/>
              </a:defRPr>
            </a:lvl1pPr>
            <a:lvl2pPr algn="l">
              <a:defRPr sz="1050" b="1">
                <a:solidFill>
                  <a:srgbClr val="307FE2"/>
                </a:solidFill>
                <a:latin typeface="Montserrat"/>
                <a:ea typeface="Montserrat"/>
                <a:cs typeface="Montserrat"/>
              </a:defRPr>
            </a:lvl2pPr>
            <a:lvl3pPr algn="l">
              <a:defRPr sz="1050" b="1">
                <a:solidFill>
                  <a:srgbClr val="307FE2"/>
                </a:solidFill>
                <a:latin typeface="Montserrat"/>
                <a:ea typeface="Montserrat"/>
                <a:cs typeface="Montserrat"/>
              </a:defRPr>
            </a:lvl3pPr>
            <a:lvl4pPr algn="l">
              <a:defRPr sz="1050" b="1">
                <a:solidFill>
                  <a:srgbClr val="307FE2"/>
                </a:solidFill>
                <a:latin typeface="Montserrat"/>
                <a:ea typeface="Montserrat"/>
                <a:cs typeface="Montserrat"/>
              </a:defRPr>
            </a:lvl4pPr>
            <a:lvl5pPr algn="l">
              <a:defRPr sz="1050" b="1">
                <a:solidFill>
                  <a:srgbClr val="307FE2"/>
                </a:solidFill>
                <a:latin typeface="Montserrat"/>
                <a:ea typeface="Montserrat"/>
                <a:cs typeface="Montserrat"/>
              </a:defRPr>
            </a:lvl5pPr>
            <a:lvl6pPr algn="l">
              <a:defRPr sz="1050" b="1">
                <a:solidFill>
                  <a:srgbClr val="307FE2"/>
                </a:solidFill>
                <a:latin typeface="Montserrat"/>
                <a:ea typeface="Montserrat"/>
                <a:cs typeface="Montserrat"/>
              </a:defRPr>
            </a:lvl6pPr>
            <a:lvl7pPr algn="l">
              <a:defRPr sz="1050" b="1">
                <a:solidFill>
                  <a:srgbClr val="307FE2"/>
                </a:solidFill>
                <a:latin typeface="Montserrat"/>
                <a:ea typeface="Montserrat"/>
                <a:cs typeface="Montserrat"/>
              </a:defRPr>
            </a:lvl7pPr>
            <a:lvl8pPr algn="l">
              <a:defRPr sz="1050" b="1">
                <a:solidFill>
                  <a:srgbClr val="307FE2"/>
                </a:solidFill>
                <a:latin typeface="Montserrat"/>
                <a:ea typeface="Montserrat"/>
                <a:cs typeface="Montserrat"/>
              </a:defRPr>
            </a:lvl8pPr>
            <a:lvl9pPr algn="l">
              <a:defRPr sz="1050" b="1">
                <a:solidFill>
                  <a:srgbClr val="307FE2"/>
                </a:solidFill>
                <a:latin typeface="Montserrat"/>
                <a:ea typeface="Montserrat"/>
                <a:cs typeface="Montserrat"/>
              </a:defRPr>
            </a:lvl9pPr>
          </a:lstStyle>
          <a:p xmlns:a="http://schemas.openxmlformats.org/drawingml/2006/main">
            <a:pPr algn="l">
              <a:defRPr sz="1050" b="1">
                <a:solidFill>
                  <a:srgbClr val="307FE2"/>
                </a:solidFill>
                <a:latin typeface="Montserrat"/>
                <a:ea typeface="Montserrat"/>
                <a:cs typeface="Montserrat"/>
              </a:defRPr>
            </a:pPr>
            <a:r>
              <a:rPr sz="1050" b="1">
                <a:solidFill>
                  <a:srgbClr val="307FE2"/>
                </a:solidFill>
                <a:latin typeface="Montserrat"/>
                <a:ea typeface="Montserrat"/>
                <a:cs typeface="Montserrat"/>
              </a:rPr>
              <a:t>// BEFORE WE BUILD · THREE HARNESSES</a:t>
            </a:r>
          </a:p>
        </p:txBody>
      </p:sp>
      <p:sp>
        <p:nvSpPr>
          <p:cNvPr id="45" name="">
            <a:extLst xmlns:a="http://schemas.openxmlformats.org/drawingml/2006/main">
              <a:ext uri="{FF2B5EF4-FFF2-40B4-BE49-F238E27FC236}">
                <a16:creationId xmlns:a16="http://schemas.microsoft.com/office/drawing/2014/main" id="{54F5DEB7-569A-44D2-B97D-EE5123C0459B}"/>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94A3B8"/>
                </a:solidFill>
                <a:latin typeface="Montserrat"/>
                <a:ea typeface="Montserrat"/>
                <a:cs typeface="Montserrat"/>
              </a:defRPr>
            </a:defPPr>
            <a:lvl1pPr algn="r">
              <a:defRPr sz="900" b="0">
                <a:solidFill>
                  <a:srgbClr val="94A3B8"/>
                </a:solidFill>
                <a:latin typeface="Montserrat"/>
                <a:ea typeface="Montserrat"/>
                <a:cs typeface="Montserrat"/>
              </a:defRPr>
            </a:lvl1pPr>
            <a:lvl2pPr algn="r">
              <a:defRPr sz="900" b="0">
                <a:solidFill>
                  <a:srgbClr val="94A3B8"/>
                </a:solidFill>
                <a:latin typeface="Montserrat"/>
                <a:ea typeface="Montserrat"/>
                <a:cs typeface="Montserrat"/>
              </a:defRPr>
            </a:lvl2pPr>
            <a:lvl3pPr algn="r">
              <a:defRPr sz="900" b="0">
                <a:solidFill>
                  <a:srgbClr val="94A3B8"/>
                </a:solidFill>
                <a:latin typeface="Montserrat"/>
                <a:ea typeface="Montserrat"/>
                <a:cs typeface="Montserrat"/>
              </a:defRPr>
            </a:lvl3pPr>
            <a:lvl4pPr algn="r">
              <a:defRPr sz="900" b="0">
                <a:solidFill>
                  <a:srgbClr val="94A3B8"/>
                </a:solidFill>
                <a:latin typeface="Montserrat"/>
                <a:ea typeface="Montserrat"/>
                <a:cs typeface="Montserrat"/>
              </a:defRPr>
            </a:lvl4pPr>
            <a:lvl5pPr algn="r">
              <a:defRPr sz="900" b="0">
                <a:solidFill>
                  <a:srgbClr val="94A3B8"/>
                </a:solidFill>
                <a:latin typeface="Montserrat"/>
                <a:ea typeface="Montserrat"/>
                <a:cs typeface="Montserrat"/>
              </a:defRPr>
            </a:lvl5pPr>
            <a:lvl6pPr algn="r">
              <a:defRPr sz="900" b="0">
                <a:solidFill>
                  <a:srgbClr val="94A3B8"/>
                </a:solidFill>
                <a:latin typeface="Montserrat"/>
                <a:ea typeface="Montserrat"/>
                <a:cs typeface="Montserrat"/>
              </a:defRPr>
            </a:lvl6pPr>
            <a:lvl7pPr algn="r">
              <a:defRPr sz="900" b="0">
                <a:solidFill>
                  <a:srgbClr val="94A3B8"/>
                </a:solidFill>
                <a:latin typeface="Montserrat"/>
                <a:ea typeface="Montserrat"/>
                <a:cs typeface="Montserrat"/>
              </a:defRPr>
            </a:lvl7pPr>
            <a:lvl8pPr algn="r">
              <a:defRPr sz="900" b="0">
                <a:solidFill>
                  <a:srgbClr val="94A3B8"/>
                </a:solidFill>
                <a:latin typeface="Montserrat"/>
                <a:ea typeface="Montserrat"/>
                <a:cs typeface="Montserrat"/>
              </a:defRPr>
            </a:lvl8pPr>
            <a:lvl9pPr algn="r">
              <a:defRPr sz="900" b="0">
                <a:solidFill>
                  <a:srgbClr val="94A3B8"/>
                </a:solidFill>
                <a:latin typeface="Montserrat"/>
                <a:ea typeface="Montserrat"/>
                <a:cs typeface="Montserrat"/>
              </a:defRPr>
            </a:lvl9pPr>
          </a:lstStyle>
          <a:p xmlns:a="http://schemas.openxmlformats.org/drawingml/2006/main">
            <a:pPr algn="r">
              <a:defRPr sz="900" b="0">
                <a:solidFill>
                  <a:srgbClr val="94A3B8"/>
                </a:solidFill>
                <a:latin typeface="Montserrat"/>
                <a:ea typeface="Montserrat"/>
                <a:cs typeface="Montserrat"/>
              </a:defRPr>
            </a:pPr>
            <a:r>
              <a:rPr sz="900" b="0">
                <a:solidFill>
                  <a:srgbClr val="94A3B8"/>
                </a:solidFill>
                <a:latin typeface="Montserrat"/>
                <a:ea typeface="Montserrat"/>
                <a:cs typeface="Montserrat"/>
              </a:rPr>
              <a:t>0:12–0:27</a:t>
            </a:r>
          </a:p>
        </p:txBody>
      </p:sp>
      <p:sp>
        <p:nvSpPr>
          <p:cNvPr id="46" name="">
            <a:extLst xmlns:a="http://schemas.openxmlformats.org/drawingml/2006/main">
              <a:ext uri="{FF2B5EF4-FFF2-40B4-BE49-F238E27FC236}">
                <a16:creationId xmlns:a16="http://schemas.microsoft.com/office/drawing/2014/main" id="{8E4FDE1C-DDDA-47F8-82A9-E15F3501CEA8}"/>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Claude Code, Codex, and Grok Build</a:t>
            </a:r>
          </a:p>
        </p:txBody>
      </p:sp>
      <p:sp>
        <p:nvSpPr>
          <p:cNvPr id="47" name="">
            <a:extLst xmlns:a="http://schemas.openxmlformats.org/drawingml/2006/main">
              <a:ext uri="{FF2B5EF4-FFF2-40B4-BE49-F238E27FC236}">
                <a16:creationId xmlns:a16="http://schemas.microsoft.com/office/drawing/2014/main" id="{8CD48504-0CCB-4297-A4A8-ADC62543F993}"/>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THREE PRODUCTS · THE SAME BASIC JOB</a:t>
            </a:r>
          </a:p>
        </p:txBody>
      </p:sp>
      <p:sp>
        <p:nvSpPr>
          <p:cNvPr id="48" name="">
            <a:extLst xmlns:a="http://schemas.openxmlformats.org/drawingml/2006/main">
              <a:ext uri="{FF2B5EF4-FFF2-40B4-BE49-F238E27FC236}">
                <a16:creationId xmlns:a16="http://schemas.microsoft.com/office/drawing/2014/main" id="{F40B27E0-E58F-4797-8088-C5B24D67C4C4}"/>
              </a:ext>
            </a:extLst>
          </p:cNvPr>
          <p:cNvSpPr>
            <a:spLocks xmlns:a="http://schemas.openxmlformats.org/drawingml/2006/main" noGrp="1"/>
          </p:cNvSpPr>
          <p:nvPr/>
        </p:nvSpPr>
        <p:spPr>
          <a:xfrm xmlns:a="http://schemas.openxmlformats.org/drawingml/2006/main">
            <a:off x="647700" y="2009775"/>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pic>
        <p:nvPicPr>
          <p:cNvPr id="49" name="">
            <a:extLst xmlns:a="http://schemas.openxmlformats.org/drawingml/2006/main">
              <a:ext uri="{FF2B5EF4-FFF2-40B4-BE49-F238E27FC236}">
                <a16:creationId xmlns:a16="http://schemas.microsoft.com/office/drawing/2014/main" id="{0B611E07-B852-435D-A19D-F7D5DD1B90F9}"/>
              </a:ext>
            </a:extLst>
          </p:cNvPr>
          <p:cNvPicPr>
            <a:picLocks xmlns:a="http://schemas.openxmlformats.org/drawingml/2006/main" noChangeAspect="1"/>
          </p:cNvPicPr>
          <p:nvPr/>
        </p:nvPicPr>
        <p:blipFill>
          <a:blip xmlns:r="http://schemas.openxmlformats.org/officeDocument/2006/relationships" xmlns:a="http://schemas.openxmlformats.org/drawingml/2006/main" r:embed="Rbf8e9fe3cc4c4d69"/>
          <a:stretch xmlns:a="http://schemas.openxmlformats.org/drawingml/2006/main"/>
        </p:blipFill>
        <p:spPr>
          <a:xfrm xmlns:a="http://schemas.openxmlformats.org/drawingml/2006/main">
            <a:off x="2247900" y="2133600"/>
            <a:ext cx="419100" cy="419100"/>
          </a:xfrm>
          <a:prstGeom xmlns:a="http://schemas.openxmlformats.org/drawingml/2006/main" prst="rect">
            <a:avLst/>
          </a:prstGeom>
        </p:spPr>
      </p:pic>
      <p:pic>
        <p:nvPicPr>
          <p:cNvPr id="50" name="">
            <a:extLst xmlns:a="http://schemas.openxmlformats.org/drawingml/2006/main">
              <a:ext uri="{FF2B5EF4-FFF2-40B4-BE49-F238E27FC236}">
                <a16:creationId xmlns:a16="http://schemas.microsoft.com/office/drawing/2014/main" id="{918CE9A9-7642-4C8E-9483-49658A750E88}"/>
              </a:ext>
            </a:extLst>
          </p:cNvPr>
          <p:cNvPicPr>
            <a:picLocks xmlns:a="http://schemas.openxmlformats.org/drawingml/2006/main" noChangeAspect="1"/>
          </p:cNvPicPr>
          <p:nvPr/>
        </p:nvPicPr>
        <p:blipFill>
          <a:blip xmlns:r="http://schemas.openxmlformats.org/officeDocument/2006/relationships" xmlns:a="http://schemas.openxmlformats.org/drawingml/2006/main" r:embed="R9b8dd53bc7a24184"/>
          <a:stretch xmlns:a="http://schemas.openxmlformats.org/drawingml/2006/main"/>
        </p:blipFill>
        <p:spPr>
          <a:xfrm xmlns:a="http://schemas.openxmlformats.org/drawingml/2006/main">
            <a:off x="5588000" y="2162175"/>
            <a:ext cx="1016000" cy="381000"/>
          </a:xfrm>
          <a:prstGeom xmlns:a="http://schemas.openxmlformats.org/drawingml/2006/main" prst="rect">
            <a:avLst/>
          </a:prstGeom>
        </p:spPr>
      </p:pic>
      <p:pic>
        <p:nvPicPr>
          <p:cNvPr id="51" name="">
            <a:extLst xmlns:a="http://schemas.openxmlformats.org/drawingml/2006/main">
              <a:ext uri="{FF2B5EF4-FFF2-40B4-BE49-F238E27FC236}">
                <a16:creationId xmlns:a16="http://schemas.microsoft.com/office/drawing/2014/main" id="{7863FC66-627B-4FC0-B773-5D899D5FFCBE}"/>
              </a:ext>
            </a:extLst>
          </p:cNvPr>
          <p:cNvPicPr>
            <a:picLocks xmlns:a="http://schemas.openxmlformats.org/drawingml/2006/main" noChangeAspect="1"/>
          </p:cNvPicPr>
          <p:nvPr/>
        </p:nvPicPr>
        <p:blipFill>
          <a:blip xmlns:r="http://schemas.openxmlformats.org/officeDocument/2006/relationships" xmlns:a="http://schemas.openxmlformats.org/drawingml/2006/main" r:embed="R6e1210ed83fc4c31"/>
          <a:stretch xmlns:a="http://schemas.openxmlformats.org/drawingml/2006/main"/>
        </p:blipFill>
        <p:spPr>
          <a:xfrm xmlns:a="http://schemas.openxmlformats.org/drawingml/2006/main">
            <a:off x="9525000" y="2133600"/>
            <a:ext cx="419100" cy="419100"/>
          </a:xfrm>
          <a:prstGeom xmlns:a="http://schemas.openxmlformats.org/drawingml/2006/main" prst="rect">
            <a:avLst/>
          </a:prstGeom>
        </p:spPr>
      </p:pic>
      <p:sp>
        <p:nvSpPr>
          <p:cNvPr id="52" name="">
            <a:extLst xmlns:a="http://schemas.openxmlformats.org/drawingml/2006/main">
              <a:ext uri="{FF2B5EF4-FFF2-40B4-BE49-F238E27FC236}">
                <a16:creationId xmlns:a16="http://schemas.microsoft.com/office/drawing/2014/main" id="{BFF83207-EEDC-4F4B-927E-78D103F3AD06}"/>
              </a:ext>
            </a:extLst>
          </p:cNvPr>
          <p:cNvSpPr>
            <a:spLocks xmlns:a="http://schemas.openxmlformats.org/drawingml/2006/main" noGrp="1"/>
          </p:cNvSpPr>
          <p:nvPr/>
        </p:nvSpPr>
        <p:spPr>
          <a:xfrm xmlns:a="http://schemas.openxmlformats.org/drawingml/2006/main">
            <a:off x="742950" y="266700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01</a:t>
            </a:r>
          </a:p>
        </p:txBody>
      </p:sp>
      <p:sp>
        <p:nvSpPr>
          <p:cNvPr id="53" name="">
            <a:extLst xmlns:a="http://schemas.openxmlformats.org/drawingml/2006/main">
              <a:ext uri="{FF2B5EF4-FFF2-40B4-BE49-F238E27FC236}">
                <a16:creationId xmlns:a16="http://schemas.microsoft.com/office/drawing/2014/main" id="{F9244132-8CE5-4770-A81A-CDC17FCEFB4C}"/>
              </a:ext>
            </a:extLst>
          </p:cNvPr>
          <p:cNvSpPr>
            <a:spLocks xmlns:a="http://schemas.openxmlformats.org/drawingml/2006/main" noGrp="1"/>
          </p:cNvSpPr>
          <p:nvPr/>
        </p:nvSpPr>
        <p:spPr>
          <a:xfrm xmlns:a="http://schemas.openxmlformats.org/drawingml/2006/main">
            <a:off x="742950" y="3105150"/>
            <a:ext cx="3378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1">
                <a:solidFill>
                  <a:srgbClr val="0F172A"/>
                </a:solidFill>
                <a:latin typeface="Montserrat"/>
                <a:ea typeface="Montserrat"/>
                <a:cs typeface="Montserrat"/>
              </a:defRPr>
            </a:defPPr>
            <a:lvl1pPr algn="l">
              <a:defRPr sz="1500" b="1">
                <a:solidFill>
                  <a:srgbClr val="0F172A"/>
                </a:solidFill>
                <a:latin typeface="Montserrat"/>
                <a:ea typeface="Montserrat"/>
                <a:cs typeface="Montserrat"/>
              </a:defRPr>
            </a:lvl1pPr>
            <a:lvl2pPr algn="l">
              <a:defRPr sz="1500" b="1">
                <a:solidFill>
                  <a:srgbClr val="0F172A"/>
                </a:solidFill>
                <a:latin typeface="Montserrat"/>
                <a:ea typeface="Montserrat"/>
                <a:cs typeface="Montserrat"/>
              </a:defRPr>
            </a:lvl2pPr>
            <a:lvl3pPr algn="l">
              <a:defRPr sz="1500" b="1">
                <a:solidFill>
                  <a:srgbClr val="0F172A"/>
                </a:solidFill>
                <a:latin typeface="Montserrat"/>
                <a:ea typeface="Montserrat"/>
                <a:cs typeface="Montserrat"/>
              </a:defRPr>
            </a:lvl3pPr>
            <a:lvl4pPr algn="l">
              <a:defRPr sz="1500" b="1">
                <a:solidFill>
                  <a:srgbClr val="0F172A"/>
                </a:solidFill>
                <a:latin typeface="Montserrat"/>
                <a:ea typeface="Montserrat"/>
                <a:cs typeface="Montserrat"/>
              </a:defRPr>
            </a:lvl4pPr>
            <a:lvl5pPr algn="l">
              <a:defRPr sz="1500" b="1">
                <a:solidFill>
                  <a:srgbClr val="0F172A"/>
                </a:solidFill>
                <a:latin typeface="Montserrat"/>
                <a:ea typeface="Montserrat"/>
                <a:cs typeface="Montserrat"/>
              </a:defRPr>
            </a:lvl5pPr>
            <a:lvl6pPr algn="l">
              <a:defRPr sz="1500" b="1">
                <a:solidFill>
                  <a:srgbClr val="0F172A"/>
                </a:solidFill>
                <a:latin typeface="Montserrat"/>
                <a:ea typeface="Montserrat"/>
                <a:cs typeface="Montserrat"/>
              </a:defRPr>
            </a:lvl6pPr>
            <a:lvl7pPr algn="l">
              <a:defRPr sz="1500" b="1">
                <a:solidFill>
                  <a:srgbClr val="0F172A"/>
                </a:solidFill>
                <a:latin typeface="Montserrat"/>
                <a:ea typeface="Montserrat"/>
                <a:cs typeface="Montserrat"/>
              </a:defRPr>
            </a:lvl7pPr>
            <a:lvl8pPr algn="l">
              <a:defRPr sz="1500" b="1">
                <a:solidFill>
                  <a:srgbClr val="0F172A"/>
                </a:solidFill>
                <a:latin typeface="Montserrat"/>
                <a:ea typeface="Montserrat"/>
                <a:cs typeface="Montserrat"/>
              </a:defRPr>
            </a:lvl8pPr>
            <a:lvl9pPr algn="l">
              <a:defRPr sz="1500" b="1">
                <a:solidFill>
                  <a:srgbClr val="0F172A"/>
                </a:solidFill>
                <a:latin typeface="Montserrat"/>
                <a:ea typeface="Montserrat"/>
                <a:cs typeface="Montserrat"/>
              </a:defRPr>
            </a:lvl9pPr>
          </a:lstStyle>
          <a:p xmlns:a="http://schemas.openxmlformats.org/drawingml/2006/main">
            <a:pPr algn="l">
              <a:defRPr sz="1500" b="1">
                <a:solidFill>
                  <a:srgbClr val="0F172A"/>
                </a:solidFill>
                <a:latin typeface="Montserrat"/>
                <a:ea typeface="Montserrat"/>
                <a:cs typeface="Montserrat"/>
              </a:defRPr>
            </a:pPr>
            <a:r>
              <a:rPr sz="1500" b="1">
                <a:solidFill>
                  <a:srgbClr val="0F172A"/>
                </a:solidFill>
                <a:latin typeface="Montserrat"/>
                <a:ea typeface="Montserrat"/>
                <a:cs typeface="Montserrat"/>
              </a:rPr>
              <a:t>Claude Code</a:t>
            </a:r>
          </a:p>
        </p:txBody>
      </p:sp>
      <p:sp>
        <p:nvSpPr>
          <p:cNvPr id="54" name="">
            <a:extLst xmlns:a="http://schemas.openxmlformats.org/drawingml/2006/main">
              <a:ext uri="{FF2B5EF4-FFF2-40B4-BE49-F238E27FC236}">
                <a16:creationId xmlns:a16="http://schemas.microsoft.com/office/drawing/2014/main" id="{82F7FD7F-B3D7-4B4E-A342-C90DD390D437}"/>
              </a:ext>
            </a:extLst>
          </p:cNvPr>
          <p:cNvSpPr>
            <a:spLocks xmlns:a="http://schemas.openxmlformats.org/drawingml/2006/main" noGrp="1"/>
          </p:cNvSpPr>
          <p:nvPr/>
        </p:nvSpPr>
        <p:spPr>
          <a:xfrm xmlns:a="http://schemas.openxmlformats.org/drawingml/2006/main">
            <a:off x="742950" y="3733800"/>
            <a:ext cx="33782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Anthropic's coding agent for the terminal and editor. Useful for close back-and-forth work, visible plans, and checkpoints.</a:t>
            </a:r>
          </a:p>
        </p:txBody>
      </p:sp>
      <p:sp>
        <p:nvSpPr>
          <p:cNvPr id="55" name="">
            <a:extLst xmlns:a="http://schemas.openxmlformats.org/drawingml/2006/main">
              <a:ext uri="{FF2B5EF4-FFF2-40B4-BE49-F238E27FC236}">
                <a16:creationId xmlns:a16="http://schemas.microsoft.com/office/drawing/2014/main" id="{EA36AA41-4E2B-4DD3-BA6E-EFAC76E0AFA2}"/>
              </a:ext>
            </a:extLst>
          </p:cNvPr>
          <p:cNvSpPr>
            <a:spLocks xmlns:a="http://schemas.openxmlformats.org/drawingml/2006/main" noGrp="1"/>
          </p:cNvSpPr>
          <p:nvPr/>
        </p:nvSpPr>
        <p:spPr>
          <a:xfrm xmlns:a="http://schemas.openxmlformats.org/drawingml/2006/main">
            <a:off x="4273550" y="2667000"/>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56" name="">
            <a:extLst xmlns:a="http://schemas.openxmlformats.org/drawingml/2006/main">
              <a:ext uri="{FF2B5EF4-FFF2-40B4-BE49-F238E27FC236}">
                <a16:creationId xmlns:a16="http://schemas.microsoft.com/office/drawing/2014/main" id="{016024E0-97B0-4D91-9F0A-BF6F60535145}"/>
              </a:ext>
            </a:extLst>
          </p:cNvPr>
          <p:cNvSpPr>
            <a:spLocks xmlns:a="http://schemas.openxmlformats.org/drawingml/2006/main" noGrp="1"/>
          </p:cNvSpPr>
          <p:nvPr/>
        </p:nvSpPr>
        <p:spPr>
          <a:xfrm xmlns:a="http://schemas.openxmlformats.org/drawingml/2006/main">
            <a:off x="4387850" y="266700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02</a:t>
            </a:r>
          </a:p>
        </p:txBody>
      </p:sp>
      <p:sp>
        <p:nvSpPr>
          <p:cNvPr id="57" name="">
            <a:extLst xmlns:a="http://schemas.openxmlformats.org/drawingml/2006/main">
              <a:ext uri="{FF2B5EF4-FFF2-40B4-BE49-F238E27FC236}">
                <a16:creationId xmlns:a16="http://schemas.microsoft.com/office/drawing/2014/main" id="{D1FC217D-1AAB-4229-8030-D1B1945AE46B}"/>
              </a:ext>
            </a:extLst>
          </p:cNvPr>
          <p:cNvSpPr>
            <a:spLocks xmlns:a="http://schemas.openxmlformats.org/drawingml/2006/main" noGrp="1"/>
          </p:cNvSpPr>
          <p:nvPr/>
        </p:nvSpPr>
        <p:spPr>
          <a:xfrm xmlns:a="http://schemas.openxmlformats.org/drawingml/2006/main">
            <a:off x="4387850" y="3105150"/>
            <a:ext cx="3378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1">
                <a:solidFill>
                  <a:srgbClr val="0F172A"/>
                </a:solidFill>
                <a:latin typeface="Montserrat"/>
                <a:ea typeface="Montserrat"/>
                <a:cs typeface="Montserrat"/>
              </a:defRPr>
            </a:defPPr>
            <a:lvl1pPr algn="l">
              <a:defRPr sz="1500" b="1">
                <a:solidFill>
                  <a:srgbClr val="0F172A"/>
                </a:solidFill>
                <a:latin typeface="Montserrat"/>
                <a:ea typeface="Montserrat"/>
                <a:cs typeface="Montserrat"/>
              </a:defRPr>
            </a:lvl1pPr>
            <a:lvl2pPr algn="l">
              <a:defRPr sz="1500" b="1">
                <a:solidFill>
                  <a:srgbClr val="0F172A"/>
                </a:solidFill>
                <a:latin typeface="Montserrat"/>
                <a:ea typeface="Montserrat"/>
                <a:cs typeface="Montserrat"/>
              </a:defRPr>
            </a:lvl2pPr>
            <a:lvl3pPr algn="l">
              <a:defRPr sz="1500" b="1">
                <a:solidFill>
                  <a:srgbClr val="0F172A"/>
                </a:solidFill>
                <a:latin typeface="Montserrat"/>
                <a:ea typeface="Montserrat"/>
                <a:cs typeface="Montserrat"/>
              </a:defRPr>
            </a:lvl3pPr>
            <a:lvl4pPr algn="l">
              <a:defRPr sz="1500" b="1">
                <a:solidFill>
                  <a:srgbClr val="0F172A"/>
                </a:solidFill>
                <a:latin typeface="Montserrat"/>
                <a:ea typeface="Montserrat"/>
                <a:cs typeface="Montserrat"/>
              </a:defRPr>
            </a:lvl4pPr>
            <a:lvl5pPr algn="l">
              <a:defRPr sz="1500" b="1">
                <a:solidFill>
                  <a:srgbClr val="0F172A"/>
                </a:solidFill>
                <a:latin typeface="Montserrat"/>
                <a:ea typeface="Montserrat"/>
                <a:cs typeface="Montserrat"/>
              </a:defRPr>
            </a:lvl5pPr>
            <a:lvl6pPr algn="l">
              <a:defRPr sz="1500" b="1">
                <a:solidFill>
                  <a:srgbClr val="0F172A"/>
                </a:solidFill>
                <a:latin typeface="Montserrat"/>
                <a:ea typeface="Montserrat"/>
                <a:cs typeface="Montserrat"/>
              </a:defRPr>
            </a:lvl6pPr>
            <a:lvl7pPr algn="l">
              <a:defRPr sz="1500" b="1">
                <a:solidFill>
                  <a:srgbClr val="0F172A"/>
                </a:solidFill>
                <a:latin typeface="Montserrat"/>
                <a:ea typeface="Montserrat"/>
                <a:cs typeface="Montserrat"/>
              </a:defRPr>
            </a:lvl7pPr>
            <a:lvl8pPr algn="l">
              <a:defRPr sz="1500" b="1">
                <a:solidFill>
                  <a:srgbClr val="0F172A"/>
                </a:solidFill>
                <a:latin typeface="Montserrat"/>
                <a:ea typeface="Montserrat"/>
                <a:cs typeface="Montserrat"/>
              </a:defRPr>
            </a:lvl8pPr>
            <a:lvl9pPr algn="l">
              <a:defRPr sz="1500" b="1">
                <a:solidFill>
                  <a:srgbClr val="0F172A"/>
                </a:solidFill>
                <a:latin typeface="Montserrat"/>
                <a:ea typeface="Montserrat"/>
                <a:cs typeface="Montserrat"/>
              </a:defRPr>
            </a:lvl9pPr>
          </a:lstStyle>
          <a:p xmlns:a="http://schemas.openxmlformats.org/drawingml/2006/main">
            <a:pPr algn="l">
              <a:defRPr sz="1500" b="1">
                <a:solidFill>
                  <a:srgbClr val="0F172A"/>
                </a:solidFill>
                <a:latin typeface="Montserrat"/>
                <a:ea typeface="Montserrat"/>
                <a:cs typeface="Montserrat"/>
              </a:defRPr>
            </a:pPr>
            <a:r>
              <a:rPr sz="1500" b="1">
                <a:solidFill>
                  <a:srgbClr val="0F172A"/>
                </a:solidFill>
                <a:latin typeface="Montserrat"/>
                <a:ea typeface="Montserrat"/>
                <a:cs typeface="Montserrat"/>
              </a:rPr>
              <a:t>Codex</a:t>
            </a:r>
          </a:p>
        </p:txBody>
      </p:sp>
      <p:sp>
        <p:nvSpPr>
          <p:cNvPr id="58" name="">
            <a:extLst xmlns:a="http://schemas.openxmlformats.org/drawingml/2006/main">
              <a:ext uri="{FF2B5EF4-FFF2-40B4-BE49-F238E27FC236}">
                <a16:creationId xmlns:a16="http://schemas.microsoft.com/office/drawing/2014/main" id="{8A871C05-C6CE-4BFD-B7C9-885E0C8514D1}"/>
              </a:ext>
            </a:extLst>
          </p:cNvPr>
          <p:cNvSpPr>
            <a:spLocks xmlns:a="http://schemas.openxmlformats.org/drawingml/2006/main" noGrp="1"/>
          </p:cNvSpPr>
          <p:nvPr/>
        </p:nvSpPr>
        <p:spPr>
          <a:xfrm xmlns:a="http://schemas.openxmlformats.org/drawingml/2006/main">
            <a:off x="4387850" y="3733800"/>
            <a:ext cx="33782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OpenAI's coding agent in the app, terminal, editor, and cloud. Useful for handing off a task, running checks, and reviewing the result.</a:t>
            </a:r>
          </a:p>
        </p:txBody>
      </p:sp>
      <p:sp>
        <p:nvSpPr>
          <p:cNvPr id="59" name="">
            <a:extLst xmlns:a="http://schemas.openxmlformats.org/drawingml/2006/main">
              <a:ext uri="{FF2B5EF4-FFF2-40B4-BE49-F238E27FC236}">
                <a16:creationId xmlns:a16="http://schemas.microsoft.com/office/drawing/2014/main" id="{39DA2026-45B8-4960-93F2-C7AF330C1158}"/>
              </a:ext>
            </a:extLst>
          </p:cNvPr>
          <p:cNvSpPr>
            <a:spLocks xmlns:a="http://schemas.openxmlformats.org/drawingml/2006/main" noGrp="1"/>
          </p:cNvSpPr>
          <p:nvPr/>
        </p:nvSpPr>
        <p:spPr>
          <a:xfrm xmlns:a="http://schemas.openxmlformats.org/drawingml/2006/main">
            <a:off x="7918450" y="2667000"/>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60" name="">
            <a:extLst xmlns:a="http://schemas.openxmlformats.org/drawingml/2006/main">
              <a:ext uri="{FF2B5EF4-FFF2-40B4-BE49-F238E27FC236}">
                <a16:creationId xmlns:a16="http://schemas.microsoft.com/office/drawing/2014/main" id="{9BC53F88-8307-41AB-B161-22A91B7DD901}"/>
              </a:ext>
            </a:extLst>
          </p:cNvPr>
          <p:cNvSpPr>
            <a:spLocks xmlns:a="http://schemas.openxmlformats.org/drawingml/2006/main" noGrp="1"/>
          </p:cNvSpPr>
          <p:nvPr/>
        </p:nvSpPr>
        <p:spPr>
          <a:xfrm xmlns:a="http://schemas.openxmlformats.org/drawingml/2006/main">
            <a:off x="8032750" y="266700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03</a:t>
            </a:r>
          </a:p>
        </p:txBody>
      </p:sp>
      <p:sp>
        <p:nvSpPr>
          <p:cNvPr id="61" name="">
            <a:extLst xmlns:a="http://schemas.openxmlformats.org/drawingml/2006/main">
              <a:ext uri="{FF2B5EF4-FFF2-40B4-BE49-F238E27FC236}">
                <a16:creationId xmlns:a16="http://schemas.microsoft.com/office/drawing/2014/main" id="{1A7859C5-9CEB-4F2E-B0E9-284B643903D6}"/>
              </a:ext>
            </a:extLst>
          </p:cNvPr>
          <p:cNvSpPr>
            <a:spLocks xmlns:a="http://schemas.openxmlformats.org/drawingml/2006/main" noGrp="1"/>
          </p:cNvSpPr>
          <p:nvPr/>
        </p:nvSpPr>
        <p:spPr>
          <a:xfrm xmlns:a="http://schemas.openxmlformats.org/drawingml/2006/main">
            <a:off x="8032750" y="3105150"/>
            <a:ext cx="3378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1">
                <a:solidFill>
                  <a:srgbClr val="0F172A"/>
                </a:solidFill>
                <a:latin typeface="Montserrat"/>
                <a:ea typeface="Montserrat"/>
                <a:cs typeface="Montserrat"/>
              </a:defRPr>
            </a:defPPr>
            <a:lvl1pPr algn="l">
              <a:defRPr sz="1500" b="1">
                <a:solidFill>
                  <a:srgbClr val="0F172A"/>
                </a:solidFill>
                <a:latin typeface="Montserrat"/>
                <a:ea typeface="Montserrat"/>
                <a:cs typeface="Montserrat"/>
              </a:defRPr>
            </a:lvl1pPr>
            <a:lvl2pPr algn="l">
              <a:defRPr sz="1500" b="1">
                <a:solidFill>
                  <a:srgbClr val="0F172A"/>
                </a:solidFill>
                <a:latin typeface="Montserrat"/>
                <a:ea typeface="Montserrat"/>
                <a:cs typeface="Montserrat"/>
              </a:defRPr>
            </a:lvl2pPr>
            <a:lvl3pPr algn="l">
              <a:defRPr sz="1500" b="1">
                <a:solidFill>
                  <a:srgbClr val="0F172A"/>
                </a:solidFill>
                <a:latin typeface="Montserrat"/>
                <a:ea typeface="Montserrat"/>
                <a:cs typeface="Montserrat"/>
              </a:defRPr>
            </a:lvl3pPr>
            <a:lvl4pPr algn="l">
              <a:defRPr sz="1500" b="1">
                <a:solidFill>
                  <a:srgbClr val="0F172A"/>
                </a:solidFill>
                <a:latin typeface="Montserrat"/>
                <a:ea typeface="Montserrat"/>
                <a:cs typeface="Montserrat"/>
              </a:defRPr>
            </a:lvl4pPr>
            <a:lvl5pPr algn="l">
              <a:defRPr sz="1500" b="1">
                <a:solidFill>
                  <a:srgbClr val="0F172A"/>
                </a:solidFill>
                <a:latin typeface="Montserrat"/>
                <a:ea typeface="Montserrat"/>
                <a:cs typeface="Montserrat"/>
              </a:defRPr>
            </a:lvl5pPr>
            <a:lvl6pPr algn="l">
              <a:defRPr sz="1500" b="1">
                <a:solidFill>
                  <a:srgbClr val="0F172A"/>
                </a:solidFill>
                <a:latin typeface="Montserrat"/>
                <a:ea typeface="Montserrat"/>
                <a:cs typeface="Montserrat"/>
              </a:defRPr>
            </a:lvl6pPr>
            <a:lvl7pPr algn="l">
              <a:defRPr sz="1500" b="1">
                <a:solidFill>
                  <a:srgbClr val="0F172A"/>
                </a:solidFill>
                <a:latin typeface="Montserrat"/>
                <a:ea typeface="Montserrat"/>
                <a:cs typeface="Montserrat"/>
              </a:defRPr>
            </a:lvl7pPr>
            <a:lvl8pPr algn="l">
              <a:defRPr sz="1500" b="1">
                <a:solidFill>
                  <a:srgbClr val="0F172A"/>
                </a:solidFill>
                <a:latin typeface="Montserrat"/>
                <a:ea typeface="Montserrat"/>
                <a:cs typeface="Montserrat"/>
              </a:defRPr>
            </a:lvl8pPr>
            <a:lvl9pPr algn="l">
              <a:defRPr sz="1500" b="1">
                <a:solidFill>
                  <a:srgbClr val="0F172A"/>
                </a:solidFill>
                <a:latin typeface="Montserrat"/>
                <a:ea typeface="Montserrat"/>
                <a:cs typeface="Montserrat"/>
              </a:defRPr>
            </a:lvl9pPr>
          </a:lstStyle>
          <a:p xmlns:a="http://schemas.openxmlformats.org/drawingml/2006/main">
            <a:pPr algn="l">
              <a:defRPr sz="1500" b="1">
                <a:solidFill>
                  <a:srgbClr val="0F172A"/>
                </a:solidFill>
                <a:latin typeface="Montserrat"/>
                <a:ea typeface="Montserrat"/>
                <a:cs typeface="Montserrat"/>
              </a:defRPr>
            </a:pPr>
            <a:r>
              <a:rPr sz="1500" b="1">
                <a:solidFill>
                  <a:srgbClr val="0F172A"/>
                </a:solidFill>
                <a:latin typeface="Montserrat"/>
                <a:ea typeface="Montserrat"/>
                <a:cs typeface="Montserrat"/>
              </a:rPr>
              <a:t>Grok Build</a:t>
            </a:r>
          </a:p>
        </p:txBody>
      </p:sp>
      <p:sp>
        <p:nvSpPr>
          <p:cNvPr id="62" name="">
            <a:extLst xmlns:a="http://schemas.openxmlformats.org/drawingml/2006/main">
              <a:ext uri="{FF2B5EF4-FFF2-40B4-BE49-F238E27FC236}">
                <a16:creationId xmlns:a16="http://schemas.microsoft.com/office/drawing/2014/main" id="{51605CFD-D38C-4822-9ABD-B5BD42830E22}"/>
              </a:ext>
            </a:extLst>
          </p:cNvPr>
          <p:cNvSpPr>
            <a:spLocks xmlns:a="http://schemas.openxmlformats.org/drawingml/2006/main" noGrp="1"/>
          </p:cNvSpPr>
          <p:nvPr/>
        </p:nvSpPr>
        <p:spPr>
          <a:xfrm xmlns:a="http://schemas.openxmlformats.org/drawingml/2006/main">
            <a:off x="8032750" y="3733800"/>
            <a:ext cx="33782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xAI's terminal coding agent and open-source harness. Useful for fast project work with plans, reusable skills, and parallel help.</a:t>
            </a:r>
          </a:p>
        </p:txBody>
      </p:sp>
      <p:sp>
        <p:nvSpPr>
          <p:cNvPr id="63" name="">
            <a:extLst xmlns:a="http://schemas.openxmlformats.org/drawingml/2006/main">
              <a:ext uri="{FF2B5EF4-FFF2-40B4-BE49-F238E27FC236}">
                <a16:creationId xmlns:a16="http://schemas.microsoft.com/office/drawing/2014/main" id="{0BE8B2B1-FE78-4BC2-B9FB-40914743FB98}"/>
              </a:ext>
            </a:extLst>
          </p:cNvPr>
          <p:cNvSpPr>
            <a:spLocks xmlns:a="http://schemas.openxmlformats.org/drawingml/2006/main" noGrp="1"/>
          </p:cNvSpPr>
          <p:nvPr/>
        </p:nvSpPr>
        <p:spPr>
          <a:xfrm xmlns:a="http://schemas.openxmlformats.org/drawingml/2006/main">
            <a:off x="647700" y="470535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64" name="">
            <a:extLst xmlns:a="http://schemas.openxmlformats.org/drawingml/2006/main">
              <a:ext uri="{FF2B5EF4-FFF2-40B4-BE49-F238E27FC236}">
                <a16:creationId xmlns:a16="http://schemas.microsoft.com/office/drawing/2014/main" id="{AAF9A71E-9689-4E57-B1A0-B9B2EF2F186F}"/>
              </a:ext>
            </a:extLst>
          </p:cNvPr>
          <p:cNvSpPr>
            <a:spLocks xmlns:a="http://schemas.openxmlformats.org/drawingml/2006/main" noGrp="1"/>
          </p:cNvSpPr>
          <p:nvPr/>
        </p:nvSpPr>
        <p:spPr>
          <a:xfrm xmlns:a="http://schemas.openxmlformats.org/drawingml/2006/main">
            <a:off x="742950" y="49530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Pick the harness that can open your files and show you what changed.</a:t>
            </a:r>
          </a:p>
        </p:txBody>
      </p:sp>
    </p:spTree>
    <p:extLst>
      <p:ext uri="{BB962C8B-B14F-4D97-AF65-F5344CB8AC3E}">
        <p14:creationId xmlns:p14="http://schemas.microsoft.com/office/powerpoint/2010/main" val="139641374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69414029-CD3B-4A70-AFEB-444F60987D8C}"/>
              </a:ext>
            </a:extLst>
          </p:cNvPr>
          <p:cNvPicPr>
            <a:picLocks xmlns:a="http://schemas.openxmlformats.org/drawingml/2006/main" noChangeAspect="1"/>
          </p:cNvPicPr>
          <p:nvPr/>
        </p:nvPicPr>
        <p:blipFill>
          <a:blip xmlns:r="http://schemas.openxmlformats.org/officeDocument/2006/relationships" xmlns:a="http://schemas.openxmlformats.org/drawingml/2006/main" r:embed="R7bc6e89be61747a4"/>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6EE1AB39-9698-42A7-B73B-77DB53CF842C}"/>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09 / 63</a:t>
            </a:r>
            <a:endParaRPr sz="900"/>
          </a:p>
        </p:txBody>
      </p:sp>
      <p:sp>
        <p:nvSpPr>
          <p:cNvPr id="4" name="">
            <a:extLst xmlns:a="http://schemas.openxmlformats.org/drawingml/2006/main">
              <a:ext uri="{FF2B5EF4-FFF2-40B4-BE49-F238E27FC236}">
                <a16:creationId xmlns:a16="http://schemas.microsoft.com/office/drawing/2014/main" id="{15FC3E6D-5AF7-4E9E-82B5-7585C82B2CD5}"/>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307FE2"/>
                </a:solidFill>
                <a:latin typeface="Montserrat"/>
                <a:ea typeface="Montserrat"/>
                <a:cs typeface="Montserrat"/>
              </a:defRPr>
            </a:defPPr>
            <a:lvl1pPr algn="l">
              <a:defRPr sz="1050" b="1">
                <a:solidFill>
                  <a:srgbClr val="307FE2"/>
                </a:solidFill>
                <a:latin typeface="Montserrat"/>
                <a:ea typeface="Montserrat"/>
                <a:cs typeface="Montserrat"/>
              </a:defRPr>
            </a:lvl1pPr>
            <a:lvl2pPr algn="l">
              <a:defRPr sz="1050" b="1">
                <a:solidFill>
                  <a:srgbClr val="307FE2"/>
                </a:solidFill>
                <a:latin typeface="Montserrat"/>
                <a:ea typeface="Montserrat"/>
                <a:cs typeface="Montserrat"/>
              </a:defRPr>
            </a:lvl2pPr>
            <a:lvl3pPr algn="l">
              <a:defRPr sz="1050" b="1">
                <a:solidFill>
                  <a:srgbClr val="307FE2"/>
                </a:solidFill>
                <a:latin typeface="Montserrat"/>
                <a:ea typeface="Montserrat"/>
                <a:cs typeface="Montserrat"/>
              </a:defRPr>
            </a:lvl3pPr>
            <a:lvl4pPr algn="l">
              <a:defRPr sz="1050" b="1">
                <a:solidFill>
                  <a:srgbClr val="307FE2"/>
                </a:solidFill>
                <a:latin typeface="Montserrat"/>
                <a:ea typeface="Montserrat"/>
                <a:cs typeface="Montserrat"/>
              </a:defRPr>
            </a:lvl4pPr>
            <a:lvl5pPr algn="l">
              <a:defRPr sz="1050" b="1">
                <a:solidFill>
                  <a:srgbClr val="307FE2"/>
                </a:solidFill>
                <a:latin typeface="Montserrat"/>
                <a:ea typeface="Montserrat"/>
                <a:cs typeface="Montserrat"/>
              </a:defRPr>
            </a:lvl5pPr>
            <a:lvl6pPr algn="l">
              <a:defRPr sz="1050" b="1">
                <a:solidFill>
                  <a:srgbClr val="307FE2"/>
                </a:solidFill>
                <a:latin typeface="Montserrat"/>
                <a:ea typeface="Montserrat"/>
                <a:cs typeface="Montserrat"/>
              </a:defRPr>
            </a:lvl6pPr>
            <a:lvl7pPr algn="l">
              <a:defRPr sz="1050" b="1">
                <a:solidFill>
                  <a:srgbClr val="307FE2"/>
                </a:solidFill>
                <a:latin typeface="Montserrat"/>
                <a:ea typeface="Montserrat"/>
                <a:cs typeface="Montserrat"/>
              </a:defRPr>
            </a:lvl7pPr>
            <a:lvl8pPr algn="l">
              <a:defRPr sz="1050" b="1">
                <a:solidFill>
                  <a:srgbClr val="307FE2"/>
                </a:solidFill>
                <a:latin typeface="Montserrat"/>
                <a:ea typeface="Montserrat"/>
                <a:cs typeface="Montserrat"/>
              </a:defRPr>
            </a:lvl8pPr>
            <a:lvl9pPr algn="l">
              <a:defRPr sz="1050" b="1">
                <a:solidFill>
                  <a:srgbClr val="307FE2"/>
                </a:solidFill>
                <a:latin typeface="Montserrat"/>
                <a:ea typeface="Montserrat"/>
                <a:cs typeface="Montserrat"/>
              </a:defRPr>
            </a:lvl9pPr>
          </a:lstStyle>
          <a:p xmlns:a="http://schemas.openxmlformats.org/drawingml/2006/main">
            <a:pPr algn="l">
              <a:defRPr sz="1050" b="1">
                <a:solidFill>
                  <a:srgbClr val="307FE2"/>
                </a:solidFill>
                <a:latin typeface="Montserrat"/>
                <a:ea typeface="Montserrat"/>
                <a:cs typeface="Montserrat"/>
              </a:defRPr>
            </a:pPr>
            <a:r>
              <a:rPr sz="1050" b="1">
                <a:solidFill>
                  <a:srgbClr val="307FE2"/>
                </a:solidFill>
                <a:latin typeface="Montserrat"/>
                <a:ea typeface="Montserrat"/>
                <a:cs typeface="Montserrat"/>
              </a:rPr>
              <a:t>// BEFORE WE BUILD · SECOND OPINION</a:t>
            </a:r>
          </a:p>
        </p:txBody>
      </p:sp>
      <p:sp>
        <p:nvSpPr>
          <p:cNvPr id="5" name="">
            <a:extLst xmlns:a="http://schemas.openxmlformats.org/drawingml/2006/main">
              <a:ext uri="{FF2B5EF4-FFF2-40B4-BE49-F238E27FC236}">
                <a16:creationId xmlns:a16="http://schemas.microsoft.com/office/drawing/2014/main" id="{D5A738CF-CB61-42A7-9B1A-BBE8CC7B22A0}"/>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94A3B8"/>
                </a:solidFill>
                <a:latin typeface="Montserrat"/>
                <a:ea typeface="Montserrat"/>
                <a:cs typeface="Montserrat"/>
              </a:defRPr>
            </a:defPPr>
            <a:lvl1pPr algn="r">
              <a:defRPr sz="900" b="0">
                <a:solidFill>
                  <a:srgbClr val="94A3B8"/>
                </a:solidFill>
                <a:latin typeface="Montserrat"/>
                <a:ea typeface="Montserrat"/>
                <a:cs typeface="Montserrat"/>
              </a:defRPr>
            </a:lvl1pPr>
            <a:lvl2pPr algn="r">
              <a:defRPr sz="900" b="0">
                <a:solidFill>
                  <a:srgbClr val="94A3B8"/>
                </a:solidFill>
                <a:latin typeface="Montserrat"/>
                <a:ea typeface="Montserrat"/>
                <a:cs typeface="Montserrat"/>
              </a:defRPr>
            </a:lvl2pPr>
            <a:lvl3pPr algn="r">
              <a:defRPr sz="900" b="0">
                <a:solidFill>
                  <a:srgbClr val="94A3B8"/>
                </a:solidFill>
                <a:latin typeface="Montserrat"/>
                <a:ea typeface="Montserrat"/>
                <a:cs typeface="Montserrat"/>
              </a:defRPr>
            </a:lvl3pPr>
            <a:lvl4pPr algn="r">
              <a:defRPr sz="900" b="0">
                <a:solidFill>
                  <a:srgbClr val="94A3B8"/>
                </a:solidFill>
                <a:latin typeface="Montserrat"/>
                <a:ea typeface="Montserrat"/>
                <a:cs typeface="Montserrat"/>
              </a:defRPr>
            </a:lvl4pPr>
            <a:lvl5pPr algn="r">
              <a:defRPr sz="900" b="0">
                <a:solidFill>
                  <a:srgbClr val="94A3B8"/>
                </a:solidFill>
                <a:latin typeface="Montserrat"/>
                <a:ea typeface="Montserrat"/>
                <a:cs typeface="Montserrat"/>
              </a:defRPr>
            </a:lvl5pPr>
            <a:lvl6pPr algn="r">
              <a:defRPr sz="900" b="0">
                <a:solidFill>
                  <a:srgbClr val="94A3B8"/>
                </a:solidFill>
                <a:latin typeface="Montserrat"/>
                <a:ea typeface="Montserrat"/>
                <a:cs typeface="Montserrat"/>
              </a:defRPr>
            </a:lvl6pPr>
            <a:lvl7pPr algn="r">
              <a:defRPr sz="900" b="0">
                <a:solidFill>
                  <a:srgbClr val="94A3B8"/>
                </a:solidFill>
                <a:latin typeface="Montserrat"/>
                <a:ea typeface="Montserrat"/>
                <a:cs typeface="Montserrat"/>
              </a:defRPr>
            </a:lvl7pPr>
            <a:lvl8pPr algn="r">
              <a:defRPr sz="900" b="0">
                <a:solidFill>
                  <a:srgbClr val="94A3B8"/>
                </a:solidFill>
                <a:latin typeface="Montserrat"/>
                <a:ea typeface="Montserrat"/>
                <a:cs typeface="Montserrat"/>
              </a:defRPr>
            </a:lvl8pPr>
            <a:lvl9pPr algn="r">
              <a:defRPr sz="900" b="0">
                <a:solidFill>
                  <a:srgbClr val="94A3B8"/>
                </a:solidFill>
                <a:latin typeface="Montserrat"/>
                <a:ea typeface="Montserrat"/>
                <a:cs typeface="Montserrat"/>
              </a:defRPr>
            </a:lvl9pPr>
          </a:lstStyle>
          <a:p xmlns:a="http://schemas.openxmlformats.org/drawingml/2006/main">
            <a:pPr algn="r">
              <a:defRPr sz="900" b="0">
                <a:solidFill>
                  <a:srgbClr val="94A3B8"/>
                </a:solidFill>
                <a:latin typeface="Montserrat"/>
                <a:ea typeface="Montserrat"/>
                <a:cs typeface="Montserrat"/>
              </a:defRPr>
            </a:pPr>
            <a:r>
              <a:rPr sz="900" b="0">
                <a:solidFill>
                  <a:srgbClr val="94A3B8"/>
                </a:solidFill>
                <a:latin typeface="Montserrat"/>
                <a:ea typeface="Montserrat"/>
                <a:cs typeface="Montserrat"/>
              </a:rPr>
              <a:t>0:27–0:38</a:t>
            </a:r>
          </a:p>
        </p:txBody>
      </p:sp>
      <p:sp>
        <p:nvSpPr>
          <p:cNvPr id="6" name="">
            <a:extLst xmlns:a="http://schemas.openxmlformats.org/drawingml/2006/main">
              <a:ext uri="{FF2B5EF4-FFF2-40B4-BE49-F238E27FC236}">
                <a16:creationId xmlns:a16="http://schemas.microsoft.com/office/drawing/2014/main" id="{7CCCC875-DFC4-4C69-A22A-983EAC274EAD}"/>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Let another model check the work</a:t>
            </a:r>
          </a:p>
        </p:txBody>
      </p:sp>
      <p:sp>
        <p:nvSpPr>
          <p:cNvPr id="7" name="">
            <a:extLst xmlns:a="http://schemas.openxmlformats.org/drawingml/2006/main">
              <a:ext uri="{FF2B5EF4-FFF2-40B4-BE49-F238E27FC236}">
                <a16:creationId xmlns:a16="http://schemas.microsoft.com/office/drawing/2014/main" id="{7145B72D-BC90-4879-BA15-03BEFB594633}"/>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BUILD · REVIEW · DECIDE</a:t>
            </a:r>
          </a:p>
        </p:txBody>
      </p:sp>
      <p:sp>
        <p:nvSpPr>
          <p:cNvPr id="8" name="">
            <a:extLst xmlns:a="http://schemas.openxmlformats.org/drawingml/2006/main">
              <a:ext uri="{FF2B5EF4-FFF2-40B4-BE49-F238E27FC236}">
                <a16:creationId xmlns:a16="http://schemas.microsoft.com/office/drawing/2014/main" id="{166DAC70-0E34-4765-8C06-E25590975079}"/>
              </a:ext>
            </a:extLst>
          </p:cNvPr>
          <p:cNvSpPr>
            <a:spLocks xmlns:a="http://schemas.openxmlformats.org/drawingml/2006/main" noGrp="1"/>
          </p:cNvSpPr>
          <p:nvPr/>
        </p:nvSpPr>
        <p:spPr>
          <a:xfrm xmlns:a="http://schemas.openxmlformats.org/drawingml/2006/main">
            <a:off x="742950" y="2057400"/>
            <a:ext cx="10706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75" b="1">
                <a:solidFill>
                  <a:srgbClr val="0F172A"/>
                </a:solidFill>
                <a:latin typeface="Montserrat"/>
                <a:ea typeface="Montserrat"/>
                <a:cs typeface="Montserrat"/>
              </a:defRPr>
            </a:defPPr>
            <a:lvl1pPr algn="l">
              <a:defRPr sz="1575" b="1">
                <a:solidFill>
                  <a:srgbClr val="0F172A"/>
                </a:solidFill>
                <a:latin typeface="Montserrat"/>
                <a:ea typeface="Montserrat"/>
                <a:cs typeface="Montserrat"/>
              </a:defRPr>
            </a:lvl1pPr>
            <a:lvl2pPr algn="l">
              <a:defRPr sz="1575" b="1">
                <a:solidFill>
                  <a:srgbClr val="0F172A"/>
                </a:solidFill>
                <a:latin typeface="Montserrat"/>
                <a:ea typeface="Montserrat"/>
                <a:cs typeface="Montserrat"/>
              </a:defRPr>
            </a:lvl2pPr>
            <a:lvl3pPr algn="l">
              <a:defRPr sz="1575" b="1">
                <a:solidFill>
                  <a:srgbClr val="0F172A"/>
                </a:solidFill>
                <a:latin typeface="Montserrat"/>
                <a:ea typeface="Montserrat"/>
                <a:cs typeface="Montserrat"/>
              </a:defRPr>
            </a:lvl3pPr>
            <a:lvl4pPr algn="l">
              <a:defRPr sz="1575" b="1">
                <a:solidFill>
                  <a:srgbClr val="0F172A"/>
                </a:solidFill>
                <a:latin typeface="Montserrat"/>
                <a:ea typeface="Montserrat"/>
                <a:cs typeface="Montserrat"/>
              </a:defRPr>
            </a:lvl4pPr>
            <a:lvl5pPr algn="l">
              <a:defRPr sz="1575" b="1">
                <a:solidFill>
                  <a:srgbClr val="0F172A"/>
                </a:solidFill>
                <a:latin typeface="Montserrat"/>
                <a:ea typeface="Montserrat"/>
                <a:cs typeface="Montserrat"/>
              </a:defRPr>
            </a:lvl5pPr>
            <a:lvl6pPr algn="l">
              <a:defRPr sz="1575" b="1">
                <a:solidFill>
                  <a:srgbClr val="0F172A"/>
                </a:solidFill>
                <a:latin typeface="Montserrat"/>
                <a:ea typeface="Montserrat"/>
                <a:cs typeface="Montserrat"/>
              </a:defRPr>
            </a:lvl6pPr>
            <a:lvl7pPr algn="l">
              <a:defRPr sz="1575" b="1">
                <a:solidFill>
                  <a:srgbClr val="0F172A"/>
                </a:solidFill>
                <a:latin typeface="Montserrat"/>
                <a:ea typeface="Montserrat"/>
                <a:cs typeface="Montserrat"/>
              </a:defRPr>
            </a:lvl7pPr>
            <a:lvl8pPr algn="l">
              <a:defRPr sz="1575" b="1">
                <a:solidFill>
                  <a:srgbClr val="0F172A"/>
                </a:solidFill>
                <a:latin typeface="Montserrat"/>
                <a:ea typeface="Montserrat"/>
                <a:cs typeface="Montserrat"/>
              </a:defRPr>
            </a:lvl8pPr>
            <a:lvl9pPr algn="l">
              <a:defRPr sz="1575" b="1">
                <a:solidFill>
                  <a:srgbClr val="0F172A"/>
                </a:solidFill>
                <a:latin typeface="Montserrat"/>
                <a:ea typeface="Montserrat"/>
                <a:cs typeface="Montserrat"/>
              </a:defRPr>
            </a:lvl9pPr>
          </a:lstStyle>
          <a:p xmlns:a="http://schemas.openxmlformats.org/drawingml/2006/main">
            <a:pPr algn="l">
              <a:defRPr sz="1575" b="1">
                <a:solidFill>
                  <a:srgbClr val="0F172A"/>
                </a:solidFill>
                <a:latin typeface="Montserrat"/>
                <a:ea typeface="Montserrat"/>
                <a:cs typeface="Montserrat"/>
              </a:defRPr>
            </a:pPr>
            <a:r>
              <a:rPr sz="1575" b="1">
                <a:solidFill>
                  <a:srgbClr val="0F172A"/>
                </a:solidFill>
                <a:latin typeface="Montserrat"/>
                <a:ea typeface="Montserrat"/>
                <a:cs typeface="Montserrat"/>
              </a:rPr>
              <a:t>Use one agent to make the change. Give a different model the same goal and the evidence.</a:t>
            </a:r>
          </a:p>
        </p:txBody>
      </p:sp>
      <p:sp>
        <p:nvSpPr>
          <p:cNvPr id="9" name="">
            <a:extLst xmlns:a="http://schemas.openxmlformats.org/drawingml/2006/main">
              <a:ext uri="{FF2B5EF4-FFF2-40B4-BE49-F238E27FC236}">
                <a16:creationId xmlns:a16="http://schemas.microsoft.com/office/drawing/2014/main" id="{DB8F6D7C-135B-42C0-A15C-DBE112A613F8}"/>
              </a:ext>
            </a:extLst>
          </p:cNvPr>
          <p:cNvSpPr>
            <a:spLocks xmlns:a="http://schemas.openxmlformats.org/drawingml/2006/main" noGrp="1"/>
          </p:cNvSpPr>
          <p:nvPr/>
        </p:nvSpPr>
        <p:spPr>
          <a:xfrm xmlns:a="http://schemas.openxmlformats.org/drawingml/2006/main">
            <a:off x="742950" y="270510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01</a:t>
            </a:r>
          </a:p>
        </p:txBody>
      </p:sp>
      <p:sp>
        <p:nvSpPr>
          <p:cNvPr id="10" name="">
            <a:extLst xmlns:a="http://schemas.openxmlformats.org/drawingml/2006/main">
              <a:ext uri="{FF2B5EF4-FFF2-40B4-BE49-F238E27FC236}">
                <a16:creationId xmlns:a16="http://schemas.microsoft.com/office/drawing/2014/main" id="{0C3F55E4-8113-48D0-A668-1E2900C92AC8}"/>
              </a:ext>
            </a:extLst>
          </p:cNvPr>
          <p:cNvSpPr>
            <a:spLocks xmlns:a="http://schemas.openxmlformats.org/drawingml/2006/main" noGrp="1"/>
          </p:cNvSpPr>
          <p:nvPr/>
        </p:nvSpPr>
        <p:spPr>
          <a:xfrm xmlns:a="http://schemas.openxmlformats.org/drawingml/2006/main">
            <a:off x="742950" y="3143250"/>
            <a:ext cx="3378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75" b="1">
                <a:solidFill>
                  <a:srgbClr val="0F172A"/>
                </a:solidFill>
                <a:latin typeface="Montserrat"/>
                <a:ea typeface="Montserrat"/>
                <a:cs typeface="Montserrat"/>
              </a:defRPr>
            </a:defPPr>
            <a:lvl1pPr algn="l">
              <a:defRPr sz="1575" b="1">
                <a:solidFill>
                  <a:srgbClr val="0F172A"/>
                </a:solidFill>
                <a:latin typeface="Montserrat"/>
                <a:ea typeface="Montserrat"/>
                <a:cs typeface="Montserrat"/>
              </a:defRPr>
            </a:lvl1pPr>
            <a:lvl2pPr algn="l">
              <a:defRPr sz="1575" b="1">
                <a:solidFill>
                  <a:srgbClr val="0F172A"/>
                </a:solidFill>
                <a:latin typeface="Montserrat"/>
                <a:ea typeface="Montserrat"/>
                <a:cs typeface="Montserrat"/>
              </a:defRPr>
            </a:lvl2pPr>
            <a:lvl3pPr algn="l">
              <a:defRPr sz="1575" b="1">
                <a:solidFill>
                  <a:srgbClr val="0F172A"/>
                </a:solidFill>
                <a:latin typeface="Montserrat"/>
                <a:ea typeface="Montserrat"/>
                <a:cs typeface="Montserrat"/>
              </a:defRPr>
            </a:lvl3pPr>
            <a:lvl4pPr algn="l">
              <a:defRPr sz="1575" b="1">
                <a:solidFill>
                  <a:srgbClr val="0F172A"/>
                </a:solidFill>
                <a:latin typeface="Montserrat"/>
                <a:ea typeface="Montserrat"/>
                <a:cs typeface="Montserrat"/>
              </a:defRPr>
            </a:lvl4pPr>
            <a:lvl5pPr algn="l">
              <a:defRPr sz="1575" b="1">
                <a:solidFill>
                  <a:srgbClr val="0F172A"/>
                </a:solidFill>
                <a:latin typeface="Montserrat"/>
                <a:ea typeface="Montserrat"/>
                <a:cs typeface="Montserrat"/>
              </a:defRPr>
            </a:lvl5pPr>
            <a:lvl6pPr algn="l">
              <a:defRPr sz="1575" b="1">
                <a:solidFill>
                  <a:srgbClr val="0F172A"/>
                </a:solidFill>
                <a:latin typeface="Montserrat"/>
                <a:ea typeface="Montserrat"/>
                <a:cs typeface="Montserrat"/>
              </a:defRPr>
            </a:lvl6pPr>
            <a:lvl7pPr algn="l">
              <a:defRPr sz="1575" b="1">
                <a:solidFill>
                  <a:srgbClr val="0F172A"/>
                </a:solidFill>
                <a:latin typeface="Montserrat"/>
                <a:ea typeface="Montserrat"/>
                <a:cs typeface="Montserrat"/>
              </a:defRPr>
            </a:lvl7pPr>
            <a:lvl8pPr algn="l">
              <a:defRPr sz="1575" b="1">
                <a:solidFill>
                  <a:srgbClr val="0F172A"/>
                </a:solidFill>
                <a:latin typeface="Montserrat"/>
                <a:ea typeface="Montserrat"/>
                <a:cs typeface="Montserrat"/>
              </a:defRPr>
            </a:lvl8pPr>
            <a:lvl9pPr algn="l">
              <a:defRPr sz="1575" b="1">
                <a:solidFill>
                  <a:srgbClr val="0F172A"/>
                </a:solidFill>
                <a:latin typeface="Montserrat"/>
                <a:ea typeface="Montserrat"/>
                <a:cs typeface="Montserrat"/>
              </a:defRPr>
            </a:lvl9pPr>
          </a:lstStyle>
          <a:p xmlns:a="http://schemas.openxmlformats.org/drawingml/2006/main">
            <a:pPr algn="l">
              <a:defRPr sz="1575" b="1">
                <a:solidFill>
                  <a:srgbClr val="0F172A"/>
                </a:solidFill>
                <a:latin typeface="Montserrat"/>
                <a:ea typeface="Montserrat"/>
                <a:cs typeface="Montserrat"/>
              </a:defRPr>
            </a:pPr>
            <a:r>
              <a:rPr sz="1575" b="1">
                <a:solidFill>
                  <a:srgbClr val="0F172A"/>
                </a:solidFill>
                <a:latin typeface="Montserrat"/>
                <a:ea typeface="Montserrat"/>
                <a:cs typeface="Montserrat"/>
              </a:rPr>
              <a:t>Build</a:t>
            </a:r>
          </a:p>
        </p:txBody>
      </p:sp>
      <p:sp>
        <p:nvSpPr>
          <p:cNvPr id="11" name="">
            <a:extLst xmlns:a="http://schemas.openxmlformats.org/drawingml/2006/main">
              <a:ext uri="{FF2B5EF4-FFF2-40B4-BE49-F238E27FC236}">
                <a16:creationId xmlns:a16="http://schemas.microsoft.com/office/drawing/2014/main" id="{00DF8244-4BAD-40E1-8C75-B9E17E8880BE}"/>
              </a:ext>
            </a:extLst>
          </p:cNvPr>
          <p:cNvSpPr>
            <a:spLocks xmlns:a="http://schemas.openxmlformats.org/drawingml/2006/main" noGrp="1"/>
          </p:cNvSpPr>
          <p:nvPr/>
        </p:nvSpPr>
        <p:spPr>
          <a:xfrm xmlns:a="http://schemas.openxmlformats.org/drawingml/2006/main">
            <a:off x="742950" y="3771900"/>
            <a:ext cx="3378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One coding agent makes the change and shows the files, checks, and open questions.</a:t>
            </a:r>
          </a:p>
        </p:txBody>
      </p:sp>
      <p:sp>
        <p:nvSpPr>
          <p:cNvPr id="12" name="">
            <a:extLst xmlns:a="http://schemas.openxmlformats.org/drawingml/2006/main">
              <a:ext uri="{FF2B5EF4-FFF2-40B4-BE49-F238E27FC236}">
                <a16:creationId xmlns:a16="http://schemas.microsoft.com/office/drawing/2014/main" id="{27902E0E-A972-4317-ABF8-40A4538F9E5D}"/>
              </a:ext>
            </a:extLst>
          </p:cNvPr>
          <p:cNvSpPr>
            <a:spLocks xmlns:a="http://schemas.openxmlformats.org/drawingml/2006/main" noGrp="1"/>
          </p:cNvSpPr>
          <p:nvPr/>
        </p:nvSpPr>
        <p:spPr>
          <a:xfrm xmlns:a="http://schemas.openxmlformats.org/drawingml/2006/main">
            <a:off x="4273550" y="2705100"/>
            <a:ext cx="0" cy="17335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13" name="">
            <a:extLst xmlns:a="http://schemas.openxmlformats.org/drawingml/2006/main">
              <a:ext uri="{FF2B5EF4-FFF2-40B4-BE49-F238E27FC236}">
                <a16:creationId xmlns:a16="http://schemas.microsoft.com/office/drawing/2014/main" id="{F191F36F-84B3-47DA-AE99-D92B4B3E1148}"/>
              </a:ext>
            </a:extLst>
          </p:cNvPr>
          <p:cNvSpPr>
            <a:spLocks xmlns:a="http://schemas.openxmlformats.org/drawingml/2006/main" noGrp="1"/>
          </p:cNvSpPr>
          <p:nvPr/>
        </p:nvSpPr>
        <p:spPr>
          <a:xfrm xmlns:a="http://schemas.openxmlformats.org/drawingml/2006/main">
            <a:off x="4387850" y="270510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02</a:t>
            </a:r>
          </a:p>
        </p:txBody>
      </p:sp>
      <p:sp>
        <p:nvSpPr>
          <p:cNvPr id="14" name="">
            <a:extLst xmlns:a="http://schemas.openxmlformats.org/drawingml/2006/main">
              <a:ext uri="{FF2B5EF4-FFF2-40B4-BE49-F238E27FC236}">
                <a16:creationId xmlns:a16="http://schemas.microsoft.com/office/drawing/2014/main" id="{D59C2FF3-4ADD-4B62-9BA9-F04F96628F26}"/>
              </a:ext>
            </a:extLst>
          </p:cNvPr>
          <p:cNvSpPr>
            <a:spLocks xmlns:a="http://schemas.openxmlformats.org/drawingml/2006/main" noGrp="1"/>
          </p:cNvSpPr>
          <p:nvPr/>
        </p:nvSpPr>
        <p:spPr>
          <a:xfrm xmlns:a="http://schemas.openxmlformats.org/drawingml/2006/main">
            <a:off x="4387850" y="3143250"/>
            <a:ext cx="3378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75" b="1">
                <a:solidFill>
                  <a:srgbClr val="0F172A"/>
                </a:solidFill>
                <a:latin typeface="Montserrat"/>
                <a:ea typeface="Montserrat"/>
                <a:cs typeface="Montserrat"/>
              </a:defRPr>
            </a:defPPr>
            <a:lvl1pPr algn="l">
              <a:defRPr sz="1575" b="1">
                <a:solidFill>
                  <a:srgbClr val="0F172A"/>
                </a:solidFill>
                <a:latin typeface="Montserrat"/>
                <a:ea typeface="Montserrat"/>
                <a:cs typeface="Montserrat"/>
              </a:defRPr>
            </a:lvl1pPr>
            <a:lvl2pPr algn="l">
              <a:defRPr sz="1575" b="1">
                <a:solidFill>
                  <a:srgbClr val="0F172A"/>
                </a:solidFill>
                <a:latin typeface="Montserrat"/>
                <a:ea typeface="Montserrat"/>
                <a:cs typeface="Montserrat"/>
              </a:defRPr>
            </a:lvl2pPr>
            <a:lvl3pPr algn="l">
              <a:defRPr sz="1575" b="1">
                <a:solidFill>
                  <a:srgbClr val="0F172A"/>
                </a:solidFill>
                <a:latin typeface="Montserrat"/>
                <a:ea typeface="Montserrat"/>
                <a:cs typeface="Montserrat"/>
              </a:defRPr>
            </a:lvl3pPr>
            <a:lvl4pPr algn="l">
              <a:defRPr sz="1575" b="1">
                <a:solidFill>
                  <a:srgbClr val="0F172A"/>
                </a:solidFill>
                <a:latin typeface="Montserrat"/>
                <a:ea typeface="Montserrat"/>
                <a:cs typeface="Montserrat"/>
              </a:defRPr>
            </a:lvl4pPr>
            <a:lvl5pPr algn="l">
              <a:defRPr sz="1575" b="1">
                <a:solidFill>
                  <a:srgbClr val="0F172A"/>
                </a:solidFill>
                <a:latin typeface="Montserrat"/>
                <a:ea typeface="Montserrat"/>
                <a:cs typeface="Montserrat"/>
              </a:defRPr>
            </a:lvl5pPr>
            <a:lvl6pPr algn="l">
              <a:defRPr sz="1575" b="1">
                <a:solidFill>
                  <a:srgbClr val="0F172A"/>
                </a:solidFill>
                <a:latin typeface="Montserrat"/>
                <a:ea typeface="Montserrat"/>
                <a:cs typeface="Montserrat"/>
              </a:defRPr>
            </a:lvl6pPr>
            <a:lvl7pPr algn="l">
              <a:defRPr sz="1575" b="1">
                <a:solidFill>
                  <a:srgbClr val="0F172A"/>
                </a:solidFill>
                <a:latin typeface="Montserrat"/>
                <a:ea typeface="Montserrat"/>
                <a:cs typeface="Montserrat"/>
              </a:defRPr>
            </a:lvl7pPr>
            <a:lvl8pPr algn="l">
              <a:defRPr sz="1575" b="1">
                <a:solidFill>
                  <a:srgbClr val="0F172A"/>
                </a:solidFill>
                <a:latin typeface="Montserrat"/>
                <a:ea typeface="Montserrat"/>
                <a:cs typeface="Montserrat"/>
              </a:defRPr>
            </a:lvl8pPr>
            <a:lvl9pPr algn="l">
              <a:defRPr sz="1575" b="1">
                <a:solidFill>
                  <a:srgbClr val="0F172A"/>
                </a:solidFill>
                <a:latin typeface="Montserrat"/>
                <a:ea typeface="Montserrat"/>
                <a:cs typeface="Montserrat"/>
              </a:defRPr>
            </a:lvl9pPr>
          </a:lstStyle>
          <a:p xmlns:a="http://schemas.openxmlformats.org/drawingml/2006/main">
            <a:pPr algn="l">
              <a:defRPr sz="1575" b="1">
                <a:solidFill>
                  <a:srgbClr val="0F172A"/>
                </a:solidFill>
                <a:latin typeface="Montserrat"/>
                <a:ea typeface="Montserrat"/>
                <a:cs typeface="Montserrat"/>
              </a:defRPr>
            </a:pPr>
            <a:r>
              <a:rPr sz="1575" b="1">
                <a:solidFill>
                  <a:srgbClr val="0F172A"/>
                </a:solidFill>
                <a:latin typeface="Montserrat"/>
                <a:ea typeface="Montserrat"/>
                <a:cs typeface="Montserrat"/>
              </a:rPr>
              <a:t>Review</a:t>
            </a:r>
          </a:p>
        </p:txBody>
      </p:sp>
      <p:sp>
        <p:nvSpPr>
          <p:cNvPr id="15" name="">
            <a:extLst xmlns:a="http://schemas.openxmlformats.org/drawingml/2006/main">
              <a:ext uri="{FF2B5EF4-FFF2-40B4-BE49-F238E27FC236}">
                <a16:creationId xmlns:a16="http://schemas.microsoft.com/office/drawing/2014/main" id="{C1CC3908-FC22-40FE-A1C6-337B8BF2F6C0}"/>
              </a:ext>
            </a:extLst>
          </p:cNvPr>
          <p:cNvSpPr>
            <a:spLocks xmlns:a="http://schemas.openxmlformats.org/drawingml/2006/main" noGrp="1"/>
          </p:cNvSpPr>
          <p:nvPr/>
        </p:nvSpPr>
        <p:spPr>
          <a:xfrm xmlns:a="http://schemas.openxmlformats.org/drawingml/2006/main">
            <a:off x="4387850" y="3771900"/>
            <a:ext cx="3378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A different model looks for mistakes, missing checks, and places the result could fail.</a:t>
            </a:r>
          </a:p>
        </p:txBody>
      </p:sp>
      <p:sp>
        <p:nvSpPr>
          <p:cNvPr id="16" name="">
            <a:extLst xmlns:a="http://schemas.openxmlformats.org/drawingml/2006/main">
              <a:ext uri="{FF2B5EF4-FFF2-40B4-BE49-F238E27FC236}">
                <a16:creationId xmlns:a16="http://schemas.microsoft.com/office/drawing/2014/main" id="{6D278AB1-AB21-43D6-A816-A7B3E2395656}"/>
              </a:ext>
            </a:extLst>
          </p:cNvPr>
          <p:cNvSpPr>
            <a:spLocks xmlns:a="http://schemas.openxmlformats.org/drawingml/2006/main" noGrp="1"/>
          </p:cNvSpPr>
          <p:nvPr/>
        </p:nvSpPr>
        <p:spPr>
          <a:xfrm xmlns:a="http://schemas.openxmlformats.org/drawingml/2006/main">
            <a:off x="7918450" y="2705100"/>
            <a:ext cx="0" cy="17335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17" name="">
            <a:extLst xmlns:a="http://schemas.openxmlformats.org/drawingml/2006/main">
              <a:ext uri="{FF2B5EF4-FFF2-40B4-BE49-F238E27FC236}">
                <a16:creationId xmlns:a16="http://schemas.microsoft.com/office/drawing/2014/main" id="{5FF25C4E-A2CD-4887-B2F8-60F752B77E15}"/>
              </a:ext>
            </a:extLst>
          </p:cNvPr>
          <p:cNvSpPr>
            <a:spLocks xmlns:a="http://schemas.openxmlformats.org/drawingml/2006/main" noGrp="1"/>
          </p:cNvSpPr>
          <p:nvPr/>
        </p:nvSpPr>
        <p:spPr>
          <a:xfrm xmlns:a="http://schemas.openxmlformats.org/drawingml/2006/main">
            <a:off x="8032750" y="270510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03</a:t>
            </a:r>
          </a:p>
        </p:txBody>
      </p:sp>
      <p:sp>
        <p:nvSpPr>
          <p:cNvPr id="18" name="">
            <a:extLst xmlns:a="http://schemas.openxmlformats.org/drawingml/2006/main">
              <a:ext uri="{FF2B5EF4-FFF2-40B4-BE49-F238E27FC236}">
                <a16:creationId xmlns:a16="http://schemas.microsoft.com/office/drawing/2014/main" id="{A0F725A8-C979-4997-AEF2-61BA1F227F6F}"/>
              </a:ext>
            </a:extLst>
          </p:cNvPr>
          <p:cNvSpPr>
            <a:spLocks xmlns:a="http://schemas.openxmlformats.org/drawingml/2006/main" noGrp="1"/>
          </p:cNvSpPr>
          <p:nvPr/>
        </p:nvSpPr>
        <p:spPr>
          <a:xfrm xmlns:a="http://schemas.openxmlformats.org/drawingml/2006/main">
            <a:off x="8032750" y="3143250"/>
            <a:ext cx="3378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75" b="1">
                <a:solidFill>
                  <a:srgbClr val="0F172A"/>
                </a:solidFill>
                <a:latin typeface="Montserrat"/>
                <a:ea typeface="Montserrat"/>
                <a:cs typeface="Montserrat"/>
              </a:defRPr>
            </a:defPPr>
            <a:lvl1pPr algn="l">
              <a:defRPr sz="1575" b="1">
                <a:solidFill>
                  <a:srgbClr val="0F172A"/>
                </a:solidFill>
                <a:latin typeface="Montserrat"/>
                <a:ea typeface="Montserrat"/>
                <a:cs typeface="Montserrat"/>
              </a:defRPr>
            </a:lvl1pPr>
            <a:lvl2pPr algn="l">
              <a:defRPr sz="1575" b="1">
                <a:solidFill>
                  <a:srgbClr val="0F172A"/>
                </a:solidFill>
                <a:latin typeface="Montserrat"/>
                <a:ea typeface="Montserrat"/>
                <a:cs typeface="Montserrat"/>
              </a:defRPr>
            </a:lvl2pPr>
            <a:lvl3pPr algn="l">
              <a:defRPr sz="1575" b="1">
                <a:solidFill>
                  <a:srgbClr val="0F172A"/>
                </a:solidFill>
                <a:latin typeface="Montserrat"/>
                <a:ea typeface="Montserrat"/>
                <a:cs typeface="Montserrat"/>
              </a:defRPr>
            </a:lvl3pPr>
            <a:lvl4pPr algn="l">
              <a:defRPr sz="1575" b="1">
                <a:solidFill>
                  <a:srgbClr val="0F172A"/>
                </a:solidFill>
                <a:latin typeface="Montserrat"/>
                <a:ea typeface="Montserrat"/>
                <a:cs typeface="Montserrat"/>
              </a:defRPr>
            </a:lvl4pPr>
            <a:lvl5pPr algn="l">
              <a:defRPr sz="1575" b="1">
                <a:solidFill>
                  <a:srgbClr val="0F172A"/>
                </a:solidFill>
                <a:latin typeface="Montserrat"/>
                <a:ea typeface="Montserrat"/>
                <a:cs typeface="Montserrat"/>
              </a:defRPr>
            </a:lvl5pPr>
            <a:lvl6pPr algn="l">
              <a:defRPr sz="1575" b="1">
                <a:solidFill>
                  <a:srgbClr val="0F172A"/>
                </a:solidFill>
                <a:latin typeface="Montserrat"/>
                <a:ea typeface="Montserrat"/>
                <a:cs typeface="Montserrat"/>
              </a:defRPr>
            </a:lvl6pPr>
            <a:lvl7pPr algn="l">
              <a:defRPr sz="1575" b="1">
                <a:solidFill>
                  <a:srgbClr val="0F172A"/>
                </a:solidFill>
                <a:latin typeface="Montserrat"/>
                <a:ea typeface="Montserrat"/>
                <a:cs typeface="Montserrat"/>
              </a:defRPr>
            </a:lvl7pPr>
            <a:lvl8pPr algn="l">
              <a:defRPr sz="1575" b="1">
                <a:solidFill>
                  <a:srgbClr val="0F172A"/>
                </a:solidFill>
                <a:latin typeface="Montserrat"/>
                <a:ea typeface="Montserrat"/>
                <a:cs typeface="Montserrat"/>
              </a:defRPr>
            </a:lvl8pPr>
            <a:lvl9pPr algn="l">
              <a:defRPr sz="1575" b="1">
                <a:solidFill>
                  <a:srgbClr val="0F172A"/>
                </a:solidFill>
                <a:latin typeface="Montserrat"/>
                <a:ea typeface="Montserrat"/>
                <a:cs typeface="Montserrat"/>
              </a:defRPr>
            </a:lvl9pPr>
          </a:lstStyle>
          <a:p xmlns:a="http://schemas.openxmlformats.org/drawingml/2006/main">
            <a:pPr algn="l">
              <a:defRPr sz="1575" b="1">
                <a:solidFill>
                  <a:srgbClr val="0F172A"/>
                </a:solidFill>
                <a:latin typeface="Montserrat"/>
                <a:ea typeface="Montserrat"/>
                <a:cs typeface="Montserrat"/>
              </a:defRPr>
            </a:pPr>
            <a:r>
              <a:rPr sz="1575" b="1">
                <a:solidFill>
                  <a:srgbClr val="0F172A"/>
                </a:solidFill>
                <a:latin typeface="Montserrat"/>
                <a:ea typeface="Montserrat"/>
                <a:cs typeface="Montserrat"/>
              </a:rPr>
              <a:t>Decide</a:t>
            </a:r>
          </a:p>
        </p:txBody>
      </p:sp>
      <p:sp>
        <p:nvSpPr>
          <p:cNvPr id="19" name="">
            <a:extLst xmlns:a="http://schemas.openxmlformats.org/drawingml/2006/main">
              <a:ext uri="{FF2B5EF4-FFF2-40B4-BE49-F238E27FC236}">
                <a16:creationId xmlns:a16="http://schemas.microsoft.com/office/drawing/2014/main" id="{AEDD91EC-51DD-485D-8980-1E3E7750B282}"/>
              </a:ext>
            </a:extLst>
          </p:cNvPr>
          <p:cNvSpPr>
            <a:spLocks xmlns:a="http://schemas.openxmlformats.org/drawingml/2006/main" noGrp="1"/>
          </p:cNvSpPr>
          <p:nvPr/>
        </p:nvSpPr>
        <p:spPr>
          <a:xfrm xmlns:a="http://schemas.openxmlformats.org/drawingml/2006/main">
            <a:off x="8032750" y="3771900"/>
            <a:ext cx="3378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You choose which findings matter. The builder fixes them, then runs the checks again.</a:t>
            </a:r>
          </a:p>
        </p:txBody>
      </p:sp>
      <p:sp>
        <p:nvSpPr>
          <p:cNvPr id="20" name="">
            <a:extLst xmlns:a="http://schemas.openxmlformats.org/drawingml/2006/main">
              <a:ext uri="{FF2B5EF4-FFF2-40B4-BE49-F238E27FC236}">
                <a16:creationId xmlns:a16="http://schemas.microsoft.com/office/drawing/2014/main" id="{AFEC0A05-77E7-43DC-8A24-400D93C97644}"/>
              </a:ext>
            </a:extLst>
          </p:cNvPr>
          <p:cNvSpPr>
            <a:spLocks xmlns:a="http://schemas.openxmlformats.org/drawingml/2006/main" noGrp="1"/>
          </p:cNvSpPr>
          <p:nvPr/>
        </p:nvSpPr>
        <p:spPr>
          <a:xfrm xmlns:a="http://schemas.openxmlformats.org/drawingml/2006/main">
            <a:off x="647700" y="470535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21" name="">
            <a:extLst xmlns:a="http://schemas.openxmlformats.org/drawingml/2006/main">
              <a:ext uri="{FF2B5EF4-FFF2-40B4-BE49-F238E27FC236}">
                <a16:creationId xmlns:a16="http://schemas.microsoft.com/office/drawing/2014/main" id="{3F7D46DA-7242-4603-AEAB-A4265452FDB1}"/>
              </a:ext>
            </a:extLst>
          </p:cNvPr>
          <p:cNvSpPr>
            <a:spLocks xmlns:a="http://schemas.openxmlformats.org/drawingml/2006/main" noGrp="1"/>
          </p:cNvSpPr>
          <p:nvPr/>
        </p:nvSpPr>
        <p:spPr>
          <a:xfrm xmlns:a="http://schemas.openxmlformats.org/drawingml/2006/main">
            <a:off x="742950" y="49530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25" b="1">
                <a:solidFill>
                  <a:srgbClr val="0F172A"/>
                </a:solidFill>
                <a:latin typeface="Montserrat"/>
                <a:ea typeface="Montserrat"/>
                <a:cs typeface="Montserrat"/>
              </a:defRPr>
            </a:defPPr>
            <a:lvl1pPr algn="l">
              <a:defRPr sz="1425" b="1">
                <a:solidFill>
                  <a:srgbClr val="0F172A"/>
                </a:solidFill>
                <a:latin typeface="Montserrat"/>
                <a:ea typeface="Montserrat"/>
                <a:cs typeface="Montserrat"/>
              </a:defRPr>
            </a:lvl1pPr>
            <a:lvl2pPr algn="l">
              <a:defRPr sz="1425" b="1">
                <a:solidFill>
                  <a:srgbClr val="0F172A"/>
                </a:solidFill>
                <a:latin typeface="Montserrat"/>
                <a:ea typeface="Montserrat"/>
                <a:cs typeface="Montserrat"/>
              </a:defRPr>
            </a:lvl2pPr>
            <a:lvl3pPr algn="l">
              <a:defRPr sz="1425" b="1">
                <a:solidFill>
                  <a:srgbClr val="0F172A"/>
                </a:solidFill>
                <a:latin typeface="Montserrat"/>
                <a:ea typeface="Montserrat"/>
                <a:cs typeface="Montserrat"/>
              </a:defRPr>
            </a:lvl3pPr>
            <a:lvl4pPr algn="l">
              <a:defRPr sz="1425" b="1">
                <a:solidFill>
                  <a:srgbClr val="0F172A"/>
                </a:solidFill>
                <a:latin typeface="Montserrat"/>
                <a:ea typeface="Montserrat"/>
                <a:cs typeface="Montserrat"/>
              </a:defRPr>
            </a:lvl4pPr>
            <a:lvl5pPr algn="l">
              <a:defRPr sz="1425" b="1">
                <a:solidFill>
                  <a:srgbClr val="0F172A"/>
                </a:solidFill>
                <a:latin typeface="Montserrat"/>
                <a:ea typeface="Montserrat"/>
                <a:cs typeface="Montserrat"/>
              </a:defRPr>
            </a:lvl5pPr>
            <a:lvl6pPr algn="l">
              <a:defRPr sz="1425" b="1">
                <a:solidFill>
                  <a:srgbClr val="0F172A"/>
                </a:solidFill>
                <a:latin typeface="Montserrat"/>
                <a:ea typeface="Montserrat"/>
                <a:cs typeface="Montserrat"/>
              </a:defRPr>
            </a:lvl6pPr>
            <a:lvl7pPr algn="l">
              <a:defRPr sz="1425" b="1">
                <a:solidFill>
                  <a:srgbClr val="0F172A"/>
                </a:solidFill>
                <a:latin typeface="Montserrat"/>
                <a:ea typeface="Montserrat"/>
                <a:cs typeface="Montserrat"/>
              </a:defRPr>
            </a:lvl7pPr>
            <a:lvl8pPr algn="l">
              <a:defRPr sz="1425" b="1">
                <a:solidFill>
                  <a:srgbClr val="0F172A"/>
                </a:solidFill>
                <a:latin typeface="Montserrat"/>
                <a:ea typeface="Montserrat"/>
                <a:cs typeface="Montserrat"/>
              </a:defRPr>
            </a:lvl8pPr>
            <a:lvl9pPr algn="l">
              <a:defRPr sz="1425" b="1">
                <a:solidFill>
                  <a:srgbClr val="0F172A"/>
                </a:solidFill>
                <a:latin typeface="Montserrat"/>
                <a:ea typeface="Montserrat"/>
                <a:cs typeface="Montserrat"/>
              </a:defRPr>
            </a:lvl9pPr>
          </a:lstStyle>
          <a:p xmlns:a="http://schemas.openxmlformats.org/drawingml/2006/main">
            <a:pPr algn="l">
              <a:defRPr sz="1425" b="1">
                <a:solidFill>
                  <a:srgbClr val="0F172A"/>
                </a:solidFill>
                <a:latin typeface="Montserrat"/>
                <a:ea typeface="Montserrat"/>
                <a:cs typeface="Montserrat"/>
              </a:defRPr>
            </a:pPr>
            <a:r>
              <a:rPr sz="1425" b="1">
                <a:solidFill>
                  <a:srgbClr val="0F172A"/>
                </a:solidFill>
                <a:latin typeface="Montserrat"/>
                <a:ea typeface="Montserrat"/>
                <a:cs typeface="Montserrat"/>
              </a:rPr>
              <a:t>Different models miss different things. Independence is the point.</a:t>
            </a:r>
          </a:p>
        </p:txBody>
      </p:sp>
    </p:spTree>
    <p:extLst>
      <p:ext uri="{BB962C8B-B14F-4D97-AF65-F5344CB8AC3E}">
        <p14:creationId xmlns:p14="http://schemas.microsoft.com/office/powerpoint/2010/main" val="40950602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69414029-CD3B-4A70-AFEB-444F60987D8C}"/>
              </a:ext>
            </a:extLst>
          </p:cNvPr>
          <p:cNvPicPr>
            <a:picLocks xmlns:a="http://schemas.openxmlformats.org/drawingml/2006/main" noChangeAspect="1"/>
          </p:cNvPicPr>
          <p:nvPr/>
        </p:nvPicPr>
        <p:blipFill>
          <a:blip xmlns:r="http://schemas.openxmlformats.org/officeDocument/2006/relationships" xmlns:a="http://schemas.openxmlformats.org/drawingml/2006/main" r:embed="R3a5e83ebfcb444d0"/>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6EE1AB39-9698-42A7-B73B-77DB53CF842C}"/>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10 / 63</a:t>
            </a:r>
            <a:endParaRPr sz="900"/>
          </a:p>
        </p:txBody>
      </p:sp>
      <p:sp>
        <p:nvSpPr>
          <p:cNvPr id="4" name="">
            <a:extLst xmlns:a="http://schemas.openxmlformats.org/drawingml/2006/main">
              <a:ext uri="{FF2B5EF4-FFF2-40B4-BE49-F238E27FC236}">
                <a16:creationId xmlns:a16="http://schemas.microsoft.com/office/drawing/2014/main" id="{6E0ADFF8-3711-443D-9E2D-8F00A7EBF451}"/>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307FE2"/>
                </a:solidFill>
                <a:latin typeface="Montserrat"/>
                <a:ea typeface="Montserrat"/>
                <a:cs typeface="Montserrat"/>
              </a:defRPr>
            </a:defPPr>
            <a:lvl1pPr algn="l">
              <a:defRPr sz="1050" b="1">
                <a:solidFill>
                  <a:srgbClr val="307FE2"/>
                </a:solidFill>
                <a:latin typeface="Montserrat"/>
                <a:ea typeface="Montserrat"/>
                <a:cs typeface="Montserrat"/>
              </a:defRPr>
            </a:lvl1pPr>
            <a:lvl2pPr algn="l">
              <a:defRPr sz="1050" b="1">
                <a:solidFill>
                  <a:srgbClr val="307FE2"/>
                </a:solidFill>
                <a:latin typeface="Montserrat"/>
                <a:ea typeface="Montserrat"/>
                <a:cs typeface="Montserrat"/>
              </a:defRPr>
            </a:lvl2pPr>
            <a:lvl3pPr algn="l">
              <a:defRPr sz="1050" b="1">
                <a:solidFill>
                  <a:srgbClr val="307FE2"/>
                </a:solidFill>
                <a:latin typeface="Montserrat"/>
                <a:ea typeface="Montserrat"/>
                <a:cs typeface="Montserrat"/>
              </a:defRPr>
            </a:lvl3pPr>
            <a:lvl4pPr algn="l">
              <a:defRPr sz="1050" b="1">
                <a:solidFill>
                  <a:srgbClr val="307FE2"/>
                </a:solidFill>
                <a:latin typeface="Montserrat"/>
                <a:ea typeface="Montserrat"/>
                <a:cs typeface="Montserrat"/>
              </a:defRPr>
            </a:lvl4pPr>
            <a:lvl5pPr algn="l">
              <a:defRPr sz="1050" b="1">
                <a:solidFill>
                  <a:srgbClr val="307FE2"/>
                </a:solidFill>
                <a:latin typeface="Montserrat"/>
                <a:ea typeface="Montserrat"/>
                <a:cs typeface="Montserrat"/>
              </a:defRPr>
            </a:lvl5pPr>
            <a:lvl6pPr algn="l">
              <a:defRPr sz="1050" b="1">
                <a:solidFill>
                  <a:srgbClr val="307FE2"/>
                </a:solidFill>
                <a:latin typeface="Montserrat"/>
                <a:ea typeface="Montserrat"/>
                <a:cs typeface="Montserrat"/>
              </a:defRPr>
            </a:lvl6pPr>
            <a:lvl7pPr algn="l">
              <a:defRPr sz="1050" b="1">
                <a:solidFill>
                  <a:srgbClr val="307FE2"/>
                </a:solidFill>
                <a:latin typeface="Montserrat"/>
                <a:ea typeface="Montserrat"/>
                <a:cs typeface="Montserrat"/>
              </a:defRPr>
            </a:lvl7pPr>
            <a:lvl8pPr algn="l">
              <a:defRPr sz="1050" b="1">
                <a:solidFill>
                  <a:srgbClr val="307FE2"/>
                </a:solidFill>
                <a:latin typeface="Montserrat"/>
                <a:ea typeface="Montserrat"/>
                <a:cs typeface="Montserrat"/>
              </a:defRPr>
            </a:lvl8pPr>
            <a:lvl9pPr algn="l">
              <a:defRPr sz="1050" b="1">
                <a:solidFill>
                  <a:srgbClr val="307FE2"/>
                </a:solidFill>
                <a:latin typeface="Montserrat"/>
                <a:ea typeface="Montserrat"/>
                <a:cs typeface="Montserrat"/>
              </a:defRPr>
            </a:lvl9pPr>
          </a:lstStyle>
          <a:p xmlns:a="http://schemas.openxmlformats.org/drawingml/2006/main">
            <a:pPr algn="l">
              <a:defRPr sz="1050" b="1">
                <a:solidFill>
                  <a:srgbClr val="307FE2"/>
                </a:solidFill>
                <a:latin typeface="Montserrat"/>
                <a:ea typeface="Montserrat"/>
                <a:cs typeface="Montserrat"/>
              </a:defRPr>
            </a:pPr>
            <a:r>
              <a:rPr sz="1050" b="1">
                <a:solidFill>
                  <a:srgbClr val="307FE2"/>
                </a:solidFill>
                <a:latin typeface="Montserrat"/>
                <a:ea typeface="Montserrat"/>
                <a:cs typeface="Montserrat"/>
              </a:rPr>
              <a:t>// BEFORE WE BUILD · CLI REVIEW</a:t>
            </a:r>
          </a:p>
        </p:txBody>
      </p:sp>
      <p:sp>
        <p:nvSpPr>
          <p:cNvPr id="5" name="">
            <a:extLst xmlns:a="http://schemas.openxmlformats.org/drawingml/2006/main">
              <a:ext uri="{FF2B5EF4-FFF2-40B4-BE49-F238E27FC236}">
                <a16:creationId xmlns:a16="http://schemas.microsoft.com/office/drawing/2014/main" id="{6ABDA574-7338-4BD9-9972-7759C54B6237}"/>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94A3B8"/>
                </a:solidFill>
                <a:latin typeface="Montserrat"/>
                <a:ea typeface="Montserrat"/>
                <a:cs typeface="Montserrat"/>
              </a:defRPr>
            </a:defPPr>
            <a:lvl1pPr algn="r">
              <a:defRPr sz="900" b="0">
                <a:solidFill>
                  <a:srgbClr val="94A3B8"/>
                </a:solidFill>
                <a:latin typeface="Montserrat"/>
                <a:ea typeface="Montserrat"/>
                <a:cs typeface="Montserrat"/>
              </a:defRPr>
            </a:lvl1pPr>
            <a:lvl2pPr algn="r">
              <a:defRPr sz="900" b="0">
                <a:solidFill>
                  <a:srgbClr val="94A3B8"/>
                </a:solidFill>
                <a:latin typeface="Montserrat"/>
                <a:ea typeface="Montserrat"/>
                <a:cs typeface="Montserrat"/>
              </a:defRPr>
            </a:lvl2pPr>
            <a:lvl3pPr algn="r">
              <a:defRPr sz="900" b="0">
                <a:solidFill>
                  <a:srgbClr val="94A3B8"/>
                </a:solidFill>
                <a:latin typeface="Montserrat"/>
                <a:ea typeface="Montserrat"/>
                <a:cs typeface="Montserrat"/>
              </a:defRPr>
            </a:lvl3pPr>
            <a:lvl4pPr algn="r">
              <a:defRPr sz="900" b="0">
                <a:solidFill>
                  <a:srgbClr val="94A3B8"/>
                </a:solidFill>
                <a:latin typeface="Montserrat"/>
                <a:ea typeface="Montserrat"/>
                <a:cs typeface="Montserrat"/>
              </a:defRPr>
            </a:lvl4pPr>
            <a:lvl5pPr algn="r">
              <a:defRPr sz="900" b="0">
                <a:solidFill>
                  <a:srgbClr val="94A3B8"/>
                </a:solidFill>
                <a:latin typeface="Montserrat"/>
                <a:ea typeface="Montserrat"/>
                <a:cs typeface="Montserrat"/>
              </a:defRPr>
            </a:lvl5pPr>
            <a:lvl6pPr algn="r">
              <a:defRPr sz="900" b="0">
                <a:solidFill>
                  <a:srgbClr val="94A3B8"/>
                </a:solidFill>
                <a:latin typeface="Montserrat"/>
                <a:ea typeface="Montserrat"/>
                <a:cs typeface="Montserrat"/>
              </a:defRPr>
            </a:lvl6pPr>
            <a:lvl7pPr algn="r">
              <a:defRPr sz="900" b="0">
                <a:solidFill>
                  <a:srgbClr val="94A3B8"/>
                </a:solidFill>
                <a:latin typeface="Montserrat"/>
                <a:ea typeface="Montserrat"/>
                <a:cs typeface="Montserrat"/>
              </a:defRPr>
            </a:lvl7pPr>
            <a:lvl8pPr algn="r">
              <a:defRPr sz="900" b="0">
                <a:solidFill>
                  <a:srgbClr val="94A3B8"/>
                </a:solidFill>
                <a:latin typeface="Montserrat"/>
                <a:ea typeface="Montserrat"/>
                <a:cs typeface="Montserrat"/>
              </a:defRPr>
            </a:lvl8pPr>
            <a:lvl9pPr algn="r">
              <a:defRPr sz="900" b="0">
                <a:solidFill>
                  <a:srgbClr val="94A3B8"/>
                </a:solidFill>
                <a:latin typeface="Montserrat"/>
                <a:ea typeface="Montserrat"/>
                <a:cs typeface="Montserrat"/>
              </a:defRPr>
            </a:lvl9pPr>
          </a:lstStyle>
          <a:p xmlns:a="http://schemas.openxmlformats.org/drawingml/2006/main">
            <a:pPr algn="r">
              <a:defRPr sz="900" b="0">
                <a:solidFill>
                  <a:srgbClr val="94A3B8"/>
                </a:solidFill>
                <a:latin typeface="Montserrat"/>
                <a:ea typeface="Montserrat"/>
                <a:cs typeface="Montserrat"/>
              </a:defRPr>
            </a:pPr>
            <a:r>
              <a:rPr sz="900" b="0">
                <a:solidFill>
                  <a:srgbClr val="94A3B8"/>
                </a:solidFill>
                <a:latin typeface="Montserrat"/>
                <a:ea typeface="Montserrat"/>
                <a:cs typeface="Montserrat"/>
              </a:rPr>
              <a:t>0:27–0:38</a:t>
            </a:r>
          </a:p>
        </p:txBody>
      </p:sp>
      <p:sp>
        <p:nvSpPr>
          <p:cNvPr id="6" name="">
            <a:extLst xmlns:a="http://schemas.openxmlformats.org/drawingml/2006/main">
              <a:ext uri="{FF2B5EF4-FFF2-40B4-BE49-F238E27FC236}">
                <a16:creationId xmlns:a16="http://schemas.microsoft.com/office/drawing/2014/main" id="{A0F014FA-CE31-4ED9-8840-A26ECE004546}"/>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Three CLIs, plus OpenRouter</a:t>
            </a:r>
          </a:p>
        </p:txBody>
      </p:sp>
      <p:sp>
        <p:nvSpPr>
          <p:cNvPr id="7" name="">
            <a:extLst xmlns:a="http://schemas.openxmlformats.org/drawingml/2006/main">
              <a:ext uri="{FF2B5EF4-FFF2-40B4-BE49-F238E27FC236}">
                <a16:creationId xmlns:a16="http://schemas.microsoft.com/office/drawing/2014/main" id="{D2FD187C-DFF9-4C73-BC59-8BC76BA5DAE3}"/>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START IN THE REPOSITORY FOLDER · ASK FOR FINDINGS ONLY</a:t>
            </a:r>
          </a:p>
        </p:txBody>
      </p:sp>
      <p:sp>
        <p:nvSpPr>
          <p:cNvPr id="8" name="">
            <a:extLst xmlns:a="http://schemas.openxmlformats.org/drawingml/2006/main">
              <a:ext uri="{FF2B5EF4-FFF2-40B4-BE49-F238E27FC236}">
                <a16:creationId xmlns:a16="http://schemas.microsoft.com/office/drawing/2014/main" id="{8A212EE9-5406-4CE3-A18C-5ADA0C2BE507}"/>
              </a:ext>
            </a:extLst>
          </p:cNvPr>
          <p:cNvSpPr>
            <a:spLocks xmlns:a="http://schemas.openxmlformats.org/drawingml/2006/main" noGrp="1"/>
          </p:cNvSpPr>
          <p:nvPr/>
        </p:nvSpPr>
        <p:spPr>
          <a:xfrm xmlns:a="http://schemas.openxmlformats.org/drawingml/2006/main">
            <a:off x="742950" y="2009775"/>
            <a:ext cx="10706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25" b="1">
                <a:solidFill>
                  <a:srgbClr val="0F172A"/>
                </a:solidFill>
                <a:latin typeface="Montserrat"/>
                <a:ea typeface="Montserrat"/>
                <a:cs typeface="Montserrat"/>
              </a:defRPr>
            </a:defPPr>
            <a:lvl1pPr algn="l">
              <a:defRPr sz="1425" b="1">
                <a:solidFill>
                  <a:srgbClr val="0F172A"/>
                </a:solidFill>
                <a:latin typeface="Montserrat"/>
                <a:ea typeface="Montserrat"/>
                <a:cs typeface="Montserrat"/>
              </a:defRPr>
            </a:lvl1pPr>
            <a:lvl2pPr algn="l">
              <a:defRPr sz="1425" b="1">
                <a:solidFill>
                  <a:srgbClr val="0F172A"/>
                </a:solidFill>
                <a:latin typeface="Montserrat"/>
                <a:ea typeface="Montserrat"/>
                <a:cs typeface="Montserrat"/>
              </a:defRPr>
            </a:lvl2pPr>
            <a:lvl3pPr algn="l">
              <a:defRPr sz="1425" b="1">
                <a:solidFill>
                  <a:srgbClr val="0F172A"/>
                </a:solidFill>
                <a:latin typeface="Montserrat"/>
                <a:ea typeface="Montserrat"/>
                <a:cs typeface="Montserrat"/>
              </a:defRPr>
            </a:lvl3pPr>
            <a:lvl4pPr algn="l">
              <a:defRPr sz="1425" b="1">
                <a:solidFill>
                  <a:srgbClr val="0F172A"/>
                </a:solidFill>
                <a:latin typeface="Montserrat"/>
                <a:ea typeface="Montserrat"/>
                <a:cs typeface="Montserrat"/>
              </a:defRPr>
            </a:lvl4pPr>
            <a:lvl5pPr algn="l">
              <a:defRPr sz="1425" b="1">
                <a:solidFill>
                  <a:srgbClr val="0F172A"/>
                </a:solidFill>
                <a:latin typeface="Montserrat"/>
                <a:ea typeface="Montserrat"/>
                <a:cs typeface="Montserrat"/>
              </a:defRPr>
            </a:lvl5pPr>
            <a:lvl6pPr algn="l">
              <a:defRPr sz="1425" b="1">
                <a:solidFill>
                  <a:srgbClr val="0F172A"/>
                </a:solidFill>
                <a:latin typeface="Montserrat"/>
                <a:ea typeface="Montserrat"/>
                <a:cs typeface="Montserrat"/>
              </a:defRPr>
            </a:lvl6pPr>
            <a:lvl7pPr algn="l">
              <a:defRPr sz="1425" b="1">
                <a:solidFill>
                  <a:srgbClr val="0F172A"/>
                </a:solidFill>
                <a:latin typeface="Montserrat"/>
                <a:ea typeface="Montserrat"/>
                <a:cs typeface="Montserrat"/>
              </a:defRPr>
            </a:lvl7pPr>
            <a:lvl8pPr algn="l">
              <a:defRPr sz="1425" b="1">
                <a:solidFill>
                  <a:srgbClr val="0F172A"/>
                </a:solidFill>
                <a:latin typeface="Montserrat"/>
                <a:ea typeface="Montserrat"/>
                <a:cs typeface="Montserrat"/>
              </a:defRPr>
            </a:lvl8pPr>
            <a:lvl9pPr algn="l">
              <a:defRPr sz="1425" b="1">
                <a:solidFill>
                  <a:srgbClr val="0F172A"/>
                </a:solidFill>
                <a:latin typeface="Montserrat"/>
                <a:ea typeface="Montserrat"/>
                <a:cs typeface="Montserrat"/>
              </a:defRPr>
            </a:lvl9pPr>
          </a:lstStyle>
          <a:p xmlns:a="http://schemas.openxmlformats.org/drawingml/2006/main">
            <a:pPr algn="l">
              <a:defRPr sz="1425" b="1">
                <a:solidFill>
                  <a:srgbClr val="0F172A"/>
                </a:solidFill>
                <a:latin typeface="Montserrat"/>
                <a:ea typeface="Montserrat"/>
                <a:cs typeface="Montserrat"/>
              </a:defRPr>
            </a:pPr>
            <a:r>
              <a:rPr sz="1425" b="1">
                <a:solidFill>
                  <a:srgbClr val="0F172A"/>
                </a:solidFill>
                <a:latin typeface="Montserrat"/>
                <a:ea typeface="Montserrat"/>
                <a:cs typeface="Montserrat"/>
              </a:rPr>
              <a:t>Use the row for the tool you already have. Pick a different reviewer than the builder.</a:t>
            </a:r>
          </a:p>
        </p:txBody>
      </p:sp>
      <p:sp>
        <p:nvSpPr>
          <p:cNvPr id="9" name="">
            <a:extLst xmlns:a="http://schemas.openxmlformats.org/drawingml/2006/main">
              <a:ext uri="{FF2B5EF4-FFF2-40B4-BE49-F238E27FC236}">
                <a16:creationId xmlns:a16="http://schemas.microsoft.com/office/drawing/2014/main" id="{D19DAF87-C5CF-4947-BA8B-58849DD529A8}"/>
              </a:ext>
            </a:extLst>
          </p:cNvPr>
          <p:cNvSpPr>
            <a:spLocks xmlns:a="http://schemas.openxmlformats.org/drawingml/2006/main" noGrp="1"/>
          </p:cNvSpPr>
          <p:nvPr/>
        </p:nvSpPr>
        <p:spPr>
          <a:xfrm xmlns:a="http://schemas.openxmlformats.org/drawingml/2006/main">
            <a:off x="742950" y="2362200"/>
            <a:ext cx="101727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10" name="">
            <a:extLst xmlns:a="http://schemas.openxmlformats.org/drawingml/2006/main">
              <a:ext uri="{FF2B5EF4-FFF2-40B4-BE49-F238E27FC236}">
                <a16:creationId xmlns:a16="http://schemas.microsoft.com/office/drawing/2014/main" id="{5947639A-F25C-4403-BC22-EBA7AD328078}"/>
              </a:ext>
            </a:extLst>
          </p:cNvPr>
          <p:cNvSpPr>
            <a:spLocks xmlns:a="http://schemas.openxmlformats.org/drawingml/2006/main" noGrp="1"/>
          </p:cNvSpPr>
          <p:nvPr/>
        </p:nvSpPr>
        <p:spPr>
          <a:xfrm xmlns:a="http://schemas.openxmlformats.org/drawingml/2006/main">
            <a:off x="742950" y="2533650"/>
            <a:ext cx="76200" cy="76200"/>
          </a:xfrm>
          <a:prstGeom xmlns:a="http://schemas.openxmlformats.org/drawingml/2006/main" prst="ellipse">
            <a:avLst/>
          </a:prstGeom>
          <a:solidFill xmlns:a="http://schemas.openxmlformats.org/drawingml/2006/main">
            <a:srgbClr val="307FE2"/>
          </a:solidFill>
          <a:ln xmlns:a="http://schemas.openxmlformats.org/drawingml/2006/main" w="9525">
            <a:solidFill>
              <a:srgbClr val="307FE2"/>
            </a:solidFill>
            <a:prstDash val="solid"/>
          </a:ln>
        </p:spPr>
      </p:sp>
      <p:sp>
        <p:nvSpPr>
          <p:cNvPr id="11" name="">
            <a:extLst xmlns:a="http://schemas.openxmlformats.org/drawingml/2006/main">
              <a:ext uri="{FF2B5EF4-FFF2-40B4-BE49-F238E27FC236}">
                <a16:creationId xmlns:a16="http://schemas.microsoft.com/office/drawing/2014/main" id="{299CF65C-0952-49AA-95E5-A8287953FC9A}"/>
              </a:ext>
            </a:extLst>
          </p:cNvPr>
          <p:cNvSpPr>
            <a:spLocks xmlns:a="http://schemas.openxmlformats.org/drawingml/2006/main" noGrp="1"/>
          </p:cNvSpPr>
          <p:nvPr/>
        </p:nvSpPr>
        <p:spPr>
          <a:xfrm xmlns:a="http://schemas.openxmlformats.org/drawingml/2006/main">
            <a:off x="952500" y="24574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0F172A"/>
                </a:solidFill>
                <a:latin typeface="Montserrat"/>
                <a:ea typeface="Montserrat"/>
                <a:cs typeface="Montserrat"/>
              </a:defRPr>
            </a:defPPr>
            <a:lvl1pPr algn="l">
              <a:defRPr sz="1275" b="1">
                <a:solidFill>
                  <a:srgbClr val="0F172A"/>
                </a:solidFill>
                <a:latin typeface="Montserrat"/>
                <a:ea typeface="Montserrat"/>
                <a:cs typeface="Montserrat"/>
              </a:defRPr>
            </a:lvl1pPr>
            <a:lvl2pPr algn="l">
              <a:defRPr sz="1275" b="1">
                <a:solidFill>
                  <a:srgbClr val="0F172A"/>
                </a:solidFill>
                <a:latin typeface="Montserrat"/>
                <a:ea typeface="Montserrat"/>
                <a:cs typeface="Montserrat"/>
              </a:defRPr>
            </a:lvl2pPr>
            <a:lvl3pPr algn="l">
              <a:defRPr sz="1275" b="1">
                <a:solidFill>
                  <a:srgbClr val="0F172A"/>
                </a:solidFill>
                <a:latin typeface="Montserrat"/>
                <a:ea typeface="Montserrat"/>
                <a:cs typeface="Montserrat"/>
              </a:defRPr>
            </a:lvl3pPr>
            <a:lvl4pPr algn="l">
              <a:defRPr sz="1275" b="1">
                <a:solidFill>
                  <a:srgbClr val="0F172A"/>
                </a:solidFill>
                <a:latin typeface="Montserrat"/>
                <a:ea typeface="Montserrat"/>
                <a:cs typeface="Montserrat"/>
              </a:defRPr>
            </a:lvl4pPr>
            <a:lvl5pPr algn="l">
              <a:defRPr sz="1275" b="1">
                <a:solidFill>
                  <a:srgbClr val="0F172A"/>
                </a:solidFill>
                <a:latin typeface="Montserrat"/>
                <a:ea typeface="Montserrat"/>
                <a:cs typeface="Montserrat"/>
              </a:defRPr>
            </a:lvl5pPr>
            <a:lvl6pPr algn="l">
              <a:defRPr sz="1275" b="1">
                <a:solidFill>
                  <a:srgbClr val="0F172A"/>
                </a:solidFill>
                <a:latin typeface="Montserrat"/>
                <a:ea typeface="Montserrat"/>
                <a:cs typeface="Montserrat"/>
              </a:defRPr>
            </a:lvl6pPr>
            <a:lvl7pPr algn="l">
              <a:defRPr sz="1275" b="1">
                <a:solidFill>
                  <a:srgbClr val="0F172A"/>
                </a:solidFill>
                <a:latin typeface="Montserrat"/>
                <a:ea typeface="Montserrat"/>
                <a:cs typeface="Montserrat"/>
              </a:defRPr>
            </a:lvl7pPr>
            <a:lvl8pPr algn="l">
              <a:defRPr sz="1275" b="1">
                <a:solidFill>
                  <a:srgbClr val="0F172A"/>
                </a:solidFill>
                <a:latin typeface="Montserrat"/>
                <a:ea typeface="Montserrat"/>
                <a:cs typeface="Montserrat"/>
              </a:defRPr>
            </a:lvl8pPr>
            <a:lvl9pPr algn="l">
              <a:defRPr sz="1275" b="1">
                <a:solidFill>
                  <a:srgbClr val="0F172A"/>
                </a:solidFill>
                <a:latin typeface="Montserrat"/>
                <a:ea typeface="Montserrat"/>
                <a:cs typeface="Montserrat"/>
              </a:defRPr>
            </a:lvl9pPr>
          </a:lstStyle>
          <a:p xmlns:a="http://schemas.openxmlformats.org/drawingml/2006/main">
            <a:pPr algn="l">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Codex</a:t>
            </a:r>
          </a:p>
        </p:txBody>
      </p:sp>
      <p:sp>
        <p:nvSpPr>
          <p:cNvPr id="12" name="">
            <a:extLst xmlns:a="http://schemas.openxmlformats.org/drawingml/2006/main">
              <a:ext uri="{FF2B5EF4-FFF2-40B4-BE49-F238E27FC236}">
                <a16:creationId xmlns:a16="http://schemas.microsoft.com/office/drawing/2014/main" id="{B6612FDF-C76E-4CFE-B21D-B5687CEB257B}"/>
              </a:ext>
            </a:extLst>
          </p:cNvPr>
          <p:cNvSpPr>
            <a:spLocks xmlns:a="http://schemas.openxmlformats.org/drawingml/2006/main" noGrp="1"/>
          </p:cNvSpPr>
          <p:nvPr/>
        </p:nvSpPr>
        <p:spPr>
          <a:xfrm xmlns:a="http://schemas.openxmlformats.org/drawingml/2006/main">
            <a:off x="2533650" y="2447925"/>
            <a:ext cx="6705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475569"/>
                </a:solidFill>
                <a:latin typeface="Courier New"/>
                <a:ea typeface="Courier New"/>
                <a:cs typeface="Courier New"/>
              </a:defRPr>
            </a:defPPr>
            <a:lvl1pPr algn="l">
              <a:defRPr sz="900" b="0">
                <a:solidFill>
                  <a:srgbClr val="475569"/>
                </a:solidFill>
                <a:latin typeface="Courier New"/>
                <a:ea typeface="Courier New"/>
                <a:cs typeface="Courier New"/>
              </a:defRPr>
            </a:lvl1pPr>
            <a:lvl2pPr algn="l">
              <a:defRPr sz="900" b="0">
                <a:solidFill>
                  <a:srgbClr val="475569"/>
                </a:solidFill>
                <a:latin typeface="Courier New"/>
                <a:ea typeface="Courier New"/>
                <a:cs typeface="Courier New"/>
              </a:defRPr>
            </a:lvl2pPr>
            <a:lvl3pPr algn="l">
              <a:defRPr sz="900" b="0">
                <a:solidFill>
                  <a:srgbClr val="475569"/>
                </a:solidFill>
                <a:latin typeface="Courier New"/>
                <a:ea typeface="Courier New"/>
                <a:cs typeface="Courier New"/>
              </a:defRPr>
            </a:lvl3pPr>
            <a:lvl4pPr algn="l">
              <a:defRPr sz="900" b="0">
                <a:solidFill>
                  <a:srgbClr val="475569"/>
                </a:solidFill>
                <a:latin typeface="Courier New"/>
                <a:ea typeface="Courier New"/>
                <a:cs typeface="Courier New"/>
              </a:defRPr>
            </a:lvl4pPr>
            <a:lvl5pPr algn="l">
              <a:defRPr sz="900" b="0">
                <a:solidFill>
                  <a:srgbClr val="475569"/>
                </a:solidFill>
                <a:latin typeface="Courier New"/>
                <a:ea typeface="Courier New"/>
                <a:cs typeface="Courier New"/>
              </a:defRPr>
            </a:lvl5pPr>
            <a:lvl6pPr algn="l">
              <a:defRPr sz="900" b="0">
                <a:solidFill>
                  <a:srgbClr val="475569"/>
                </a:solidFill>
                <a:latin typeface="Courier New"/>
                <a:ea typeface="Courier New"/>
                <a:cs typeface="Courier New"/>
              </a:defRPr>
            </a:lvl6pPr>
            <a:lvl7pPr algn="l">
              <a:defRPr sz="900" b="0">
                <a:solidFill>
                  <a:srgbClr val="475569"/>
                </a:solidFill>
                <a:latin typeface="Courier New"/>
                <a:ea typeface="Courier New"/>
                <a:cs typeface="Courier New"/>
              </a:defRPr>
            </a:lvl7pPr>
            <a:lvl8pPr algn="l">
              <a:defRPr sz="900" b="0">
                <a:solidFill>
                  <a:srgbClr val="475569"/>
                </a:solidFill>
                <a:latin typeface="Courier New"/>
                <a:ea typeface="Courier New"/>
                <a:cs typeface="Courier New"/>
              </a:defRPr>
            </a:lvl8pPr>
            <a:lvl9pPr algn="l">
              <a:defRPr sz="900" b="0">
                <a:solidFill>
                  <a:srgbClr val="475569"/>
                </a:solidFill>
                <a:latin typeface="Courier New"/>
                <a:ea typeface="Courier New"/>
                <a:cs typeface="Courier New"/>
              </a:defRPr>
            </a:lvl9pPr>
          </a:lstStyle>
          <a:p xmlns:a="http://schemas.openxmlformats.org/drawingml/2006/main">
            <a:pPr algn="l">
              <a:defRPr sz="900" b="0">
                <a:solidFill>
                  <a:srgbClr val="475569"/>
                </a:solidFill>
                <a:latin typeface="Courier New"/>
                <a:ea typeface="Courier New"/>
                <a:cs typeface="Courier New"/>
              </a:defRPr>
            </a:pPr>
            <a:r>
              <a:rPr sz="900" b="0">
                <a:solidFill>
                  <a:srgbClr val="475569"/>
                </a:solidFill>
                <a:latin typeface="Courier New"/>
                <a:ea typeface="Courier New"/>
                <a:cs typeface="Courier New"/>
              </a:rPr>
              <a:t>codex exec -s read-only "Review this change. Report findings only."</a:t>
            </a:r>
          </a:p>
        </p:txBody>
      </p:sp>
      <p:sp>
        <p:nvSpPr>
          <p:cNvPr id="13" name="">
            <a:extLst xmlns:a="http://schemas.openxmlformats.org/drawingml/2006/main">
              <a:ext uri="{FF2B5EF4-FFF2-40B4-BE49-F238E27FC236}">
                <a16:creationId xmlns:a16="http://schemas.microsoft.com/office/drawing/2014/main" id="{9865A768-CAB0-4363-A650-0720DEE653A4}"/>
              </a:ext>
            </a:extLst>
          </p:cNvPr>
          <p:cNvSpPr>
            <a:spLocks xmlns:a="http://schemas.openxmlformats.org/drawingml/2006/main" noGrp="1"/>
          </p:cNvSpPr>
          <p:nvPr/>
        </p:nvSpPr>
        <p:spPr>
          <a:xfrm xmlns:a="http://schemas.openxmlformats.org/drawingml/2006/main">
            <a:off x="9429750" y="2457450"/>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1">
                <a:solidFill>
                  <a:srgbClr val="307FE2"/>
                </a:solidFill>
                <a:latin typeface="Montserrat"/>
                <a:ea typeface="Montserrat"/>
                <a:cs typeface="Montserrat"/>
              </a:defRPr>
            </a:defPPr>
            <a:lvl1pPr algn="r">
              <a:defRPr sz="900" b="1">
                <a:solidFill>
                  <a:srgbClr val="307FE2"/>
                </a:solidFill>
                <a:latin typeface="Montserrat"/>
                <a:ea typeface="Montserrat"/>
                <a:cs typeface="Montserrat"/>
              </a:defRPr>
            </a:lvl1pPr>
            <a:lvl2pPr algn="r">
              <a:defRPr sz="900" b="1">
                <a:solidFill>
                  <a:srgbClr val="307FE2"/>
                </a:solidFill>
                <a:latin typeface="Montserrat"/>
                <a:ea typeface="Montserrat"/>
                <a:cs typeface="Montserrat"/>
              </a:defRPr>
            </a:lvl2pPr>
            <a:lvl3pPr algn="r">
              <a:defRPr sz="900" b="1">
                <a:solidFill>
                  <a:srgbClr val="307FE2"/>
                </a:solidFill>
                <a:latin typeface="Montserrat"/>
                <a:ea typeface="Montserrat"/>
                <a:cs typeface="Montserrat"/>
              </a:defRPr>
            </a:lvl3pPr>
            <a:lvl4pPr algn="r">
              <a:defRPr sz="900" b="1">
                <a:solidFill>
                  <a:srgbClr val="307FE2"/>
                </a:solidFill>
                <a:latin typeface="Montserrat"/>
                <a:ea typeface="Montserrat"/>
                <a:cs typeface="Montserrat"/>
              </a:defRPr>
            </a:lvl4pPr>
            <a:lvl5pPr algn="r">
              <a:defRPr sz="900" b="1">
                <a:solidFill>
                  <a:srgbClr val="307FE2"/>
                </a:solidFill>
                <a:latin typeface="Montserrat"/>
                <a:ea typeface="Montserrat"/>
                <a:cs typeface="Montserrat"/>
              </a:defRPr>
            </a:lvl5pPr>
            <a:lvl6pPr algn="r">
              <a:defRPr sz="900" b="1">
                <a:solidFill>
                  <a:srgbClr val="307FE2"/>
                </a:solidFill>
                <a:latin typeface="Montserrat"/>
                <a:ea typeface="Montserrat"/>
                <a:cs typeface="Montserrat"/>
              </a:defRPr>
            </a:lvl6pPr>
            <a:lvl7pPr algn="r">
              <a:defRPr sz="900" b="1">
                <a:solidFill>
                  <a:srgbClr val="307FE2"/>
                </a:solidFill>
                <a:latin typeface="Montserrat"/>
                <a:ea typeface="Montserrat"/>
                <a:cs typeface="Montserrat"/>
              </a:defRPr>
            </a:lvl7pPr>
            <a:lvl8pPr algn="r">
              <a:defRPr sz="900" b="1">
                <a:solidFill>
                  <a:srgbClr val="307FE2"/>
                </a:solidFill>
                <a:latin typeface="Montserrat"/>
                <a:ea typeface="Montserrat"/>
                <a:cs typeface="Montserrat"/>
              </a:defRPr>
            </a:lvl8pPr>
            <a:lvl9pPr algn="r">
              <a:defRPr sz="900" b="1">
                <a:solidFill>
                  <a:srgbClr val="307FE2"/>
                </a:solidFill>
                <a:latin typeface="Montserrat"/>
                <a:ea typeface="Montserrat"/>
                <a:cs typeface="Montserrat"/>
              </a:defRPr>
            </a:lvl9pPr>
          </a:lstStyle>
          <a:p xmlns:a="http://schemas.openxmlformats.org/drawingml/2006/main">
            <a:pPr algn="r">
              <a:defRPr sz="900" b="1">
                <a:solidFill>
                  <a:srgbClr val="307FE2"/>
                </a:solidFill>
                <a:latin typeface="Montserrat"/>
                <a:ea typeface="Montserrat"/>
                <a:cs typeface="Montserrat"/>
              </a:defRPr>
            </a:pPr>
            <a:r>
              <a:rPr sz="900" b="1">
                <a:solidFill>
                  <a:srgbClr val="307FE2"/>
                </a:solidFill>
                <a:latin typeface="Montserrat"/>
                <a:ea typeface="Montserrat"/>
                <a:cs typeface="Montserrat"/>
              </a:rPr>
              <a:t>Enforced read-only</a:t>
            </a:r>
          </a:p>
        </p:txBody>
      </p:sp>
      <p:sp>
        <p:nvSpPr>
          <p:cNvPr id="14" name="">
            <a:extLst xmlns:a="http://schemas.openxmlformats.org/drawingml/2006/main">
              <a:ext uri="{FF2B5EF4-FFF2-40B4-BE49-F238E27FC236}">
                <a16:creationId xmlns:a16="http://schemas.microsoft.com/office/drawing/2014/main" id="{EA893F9A-8A3B-47BC-94DF-56F297E91C31}"/>
              </a:ext>
            </a:extLst>
          </p:cNvPr>
          <p:cNvSpPr>
            <a:spLocks xmlns:a="http://schemas.openxmlformats.org/drawingml/2006/main" noGrp="1"/>
          </p:cNvSpPr>
          <p:nvPr/>
        </p:nvSpPr>
        <p:spPr>
          <a:xfrm xmlns:a="http://schemas.openxmlformats.org/drawingml/2006/main">
            <a:off x="742950" y="2990850"/>
            <a:ext cx="101727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15" name="">
            <a:extLst xmlns:a="http://schemas.openxmlformats.org/drawingml/2006/main">
              <a:ext uri="{FF2B5EF4-FFF2-40B4-BE49-F238E27FC236}">
                <a16:creationId xmlns:a16="http://schemas.microsoft.com/office/drawing/2014/main" id="{870EE849-85B5-4797-9A57-B06FCD5715A1}"/>
              </a:ext>
            </a:extLst>
          </p:cNvPr>
          <p:cNvSpPr>
            <a:spLocks xmlns:a="http://schemas.openxmlformats.org/drawingml/2006/main" noGrp="1"/>
          </p:cNvSpPr>
          <p:nvPr/>
        </p:nvSpPr>
        <p:spPr>
          <a:xfrm xmlns:a="http://schemas.openxmlformats.org/drawingml/2006/main">
            <a:off x="742950" y="3162300"/>
            <a:ext cx="76200" cy="76200"/>
          </a:xfrm>
          <a:prstGeom xmlns:a="http://schemas.openxmlformats.org/drawingml/2006/main" prst="ellipse">
            <a:avLst/>
          </a:prstGeom>
          <a:solidFill xmlns:a="http://schemas.openxmlformats.org/drawingml/2006/main">
            <a:srgbClr val="B93800"/>
          </a:solidFill>
          <a:ln xmlns:a="http://schemas.openxmlformats.org/drawingml/2006/main" w="9525">
            <a:solidFill>
              <a:srgbClr val="B93800"/>
            </a:solidFill>
            <a:prstDash val="solid"/>
          </a:ln>
        </p:spPr>
      </p:sp>
      <p:sp>
        <p:nvSpPr>
          <p:cNvPr id="16" name="">
            <a:extLst xmlns:a="http://schemas.openxmlformats.org/drawingml/2006/main">
              <a:ext uri="{FF2B5EF4-FFF2-40B4-BE49-F238E27FC236}">
                <a16:creationId xmlns:a16="http://schemas.microsoft.com/office/drawing/2014/main" id="{700E73BA-A3A1-4177-863E-3F41B13E453A}"/>
              </a:ext>
            </a:extLst>
          </p:cNvPr>
          <p:cNvSpPr>
            <a:spLocks xmlns:a="http://schemas.openxmlformats.org/drawingml/2006/main" noGrp="1"/>
          </p:cNvSpPr>
          <p:nvPr/>
        </p:nvSpPr>
        <p:spPr>
          <a:xfrm xmlns:a="http://schemas.openxmlformats.org/drawingml/2006/main">
            <a:off x="952500" y="30861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0F172A"/>
                </a:solidFill>
                <a:latin typeface="Montserrat"/>
                <a:ea typeface="Montserrat"/>
                <a:cs typeface="Montserrat"/>
              </a:defRPr>
            </a:defPPr>
            <a:lvl1pPr algn="l">
              <a:defRPr sz="1275" b="1">
                <a:solidFill>
                  <a:srgbClr val="0F172A"/>
                </a:solidFill>
                <a:latin typeface="Montserrat"/>
                <a:ea typeface="Montserrat"/>
                <a:cs typeface="Montserrat"/>
              </a:defRPr>
            </a:lvl1pPr>
            <a:lvl2pPr algn="l">
              <a:defRPr sz="1275" b="1">
                <a:solidFill>
                  <a:srgbClr val="0F172A"/>
                </a:solidFill>
                <a:latin typeface="Montserrat"/>
                <a:ea typeface="Montserrat"/>
                <a:cs typeface="Montserrat"/>
              </a:defRPr>
            </a:lvl2pPr>
            <a:lvl3pPr algn="l">
              <a:defRPr sz="1275" b="1">
                <a:solidFill>
                  <a:srgbClr val="0F172A"/>
                </a:solidFill>
                <a:latin typeface="Montserrat"/>
                <a:ea typeface="Montserrat"/>
                <a:cs typeface="Montserrat"/>
              </a:defRPr>
            </a:lvl3pPr>
            <a:lvl4pPr algn="l">
              <a:defRPr sz="1275" b="1">
                <a:solidFill>
                  <a:srgbClr val="0F172A"/>
                </a:solidFill>
                <a:latin typeface="Montserrat"/>
                <a:ea typeface="Montserrat"/>
                <a:cs typeface="Montserrat"/>
              </a:defRPr>
            </a:lvl4pPr>
            <a:lvl5pPr algn="l">
              <a:defRPr sz="1275" b="1">
                <a:solidFill>
                  <a:srgbClr val="0F172A"/>
                </a:solidFill>
                <a:latin typeface="Montserrat"/>
                <a:ea typeface="Montserrat"/>
                <a:cs typeface="Montserrat"/>
              </a:defRPr>
            </a:lvl5pPr>
            <a:lvl6pPr algn="l">
              <a:defRPr sz="1275" b="1">
                <a:solidFill>
                  <a:srgbClr val="0F172A"/>
                </a:solidFill>
                <a:latin typeface="Montserrat"/>
                <a:ea typeface="Montserrat"/>
                <a:cs typeface="Montserrat"/>
              </a:defRPr>
            </a:lvl6pPr>
            <a:lvl7pPr algn="l">
              <a:defRPr sz="1275" b="1">
                <a:solidFill>
                  <a:srgbClr val="0F172A"/>
                </a:solidFill>
                <a:latin typeface="Montserrat"/>
                <a:ea typeface="Montserrat"/>
                <a:cs typeface="Montserrat"/>
              </a:defRPr>
            </a:lvl7pPr>
            <a:lvl8pPr algn="l">
              <a:defRPr sz="1275" b="1">
                <a:solidFill>
                  <a:srgbClr val="0F172A"/>
                </a:solidFill>
                <a:latin typeface="Montserrat"/>
                <a:ea typeface="Montserrat"/>
                <a:cs typeface="Montserrat"/>
              </a:defRPr>
            </a:lvl8pPr>
            <a:lvl9pPr algn="l">
              <a:defRPr sz="1275" b="1">
                <a:solidFill>
                  <a:srgbClr val="0F172A"/>
                </a:solidFill>
                <a:latin typeface="Montserrat"/>
                <a:ea typeface="Montserrat"/>
                <a:cs typeface="Montserrat"/>
              </a:defRPr>
            </a:lvl9pPr>
          </a:lstStyle>
          <a:p xmlns:a="http://schemas.openxmlformats.org/drawingml/2006/main">
            <a:pPr algn="l">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Claude Code</a:t>
            </a:r>
          </a:p>
        </p:txBody>
      </p:sp>
      <p:sp>
        <p:nvSpPr>
          <p:cNvPr id="17" name="">
            <a:extLst xmlns:a="http://schemas.openxmlformats.org/drawingml/2006/main">
              <a:ext uri="{FF2B5EF4-FFF2-40B4-BE49-F238E27FC236}">
                <a16:creationId xmlns:a16="http://schemas.microsoft.com/office/drawing/2014/main" id="{7A023C79-DADF-4B3C-BC6C-59E2AA1B1186}"/>
              </a:ext>
            </a:extLst>
          </p:cNvPr>
          <p:cNvSpPr>
            <a:spLocks xmlns:a="http://schemas.openxmlformats.org/drawingml/2006/main" noGrp="1"/>
          </p:cNvSpPr>
          <p:nvPr/>
        </p:nvSpPr>
        <p:spPr>
          <a:xfrm xmlns:a="http://schemas.openxmlformats.org/drawingml/2006/main">
            <a:off x="2533650" y="3076575"/>
            <a:ext cx="6705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475569"/>
                </a:solidFill>
                <a:latin typeface="Courier New"/>
                <a:ea typeface="Courier New"/>
                <a:cs typeface="Courier New"/>
              </a:defRPr>
            </a:defPPr>
            <a:lvl1pPr algn="l">
              <a:defRPr sz="900" b="0">
                <a:solidFill>
                  <a:srgbClr val="475569"/>
                </a:solidFill>
                <a:latin typeface="Courier New"/>
                <a:ea typeface="Courier New"/>
                <a:cs typeface="Courier New"/>
              </a:defRPr>
            </a:lvl1pPr>
            <a:lvl2pPr algn="l">
              <a:defRPr sz="900" b="0">
                <a:solidFill>
                  <a:srgbClr val="475569"/>
                </a:solidFill>
                <a:latin typeface="Courier New"/>
                <a:ea typeface="Courier New"/>
                <a:cs typeface="Courier New"/>
              </a:defRPr>
            </a:lvl2pPr>
            <a:lvl3pPr algn="l">
              <a:defRPr sz="900" b="0">
                <a:solidFill>
                  <a:srgbClr val="475569"/>
                </a:solidFill>
                <a:latin typeface="Courier New"/>
                <a:ea typeface="Courier New"/>
                <a:cs typeface="Courier New"/>
              </a:defRPr>
            </a:lvl3pPr>
            <a:lvl4pPr algn="l">
              <a:defRPr sz="900" b="0">
                <a:solidFill>
                  <a:srgbClr val="475569"/>
                </a:solidFill>
                <a:latin typeface="Courier New"/>
                <a:ea typeface="Courier New"/>
                <a:cs typeface="Courier New"/>
              </a:defRPr>
            </a:lvl4pPr>
            <a:lvl5pPr algn="l">
              <a:defRPr sz="900" b="0">
                <a:solidFill>
                  <a:srgbClr val="475569"/>
                </a:solidFill>
                <a:latin typeface="Courier New"/>
                <a:ea typeface="Courier New"/>
                <a:cs typeface="Courier New"/>
              </a:defRPr>
            </a:lvl5pPr>
            <a:lvl6pPr algn="l">
              <a:defRPr sz="900" b="0">
                <a:solidFill>
                  <a:srgbClr val="475569"/>
                </a:solidFill>
                <a:latin typeface="Courier New"/>
                <a:ea typeface="Courier New"/>
                <a:cs typeface="Courier New"/>
              </a:defRPr>
            </a:lvl6pPr>
            <a:lvl7pPr algn="l">
              <a:defRPr sz="900" b="0">
                <a:solidFill>
                  <a:srgbClr val="475569"/>
                </a:solidFill>
                <a:latin typeface="Courier New"/>
                <a:ea typeface="Courier New"/>
                <a:cs typeface="Courier New"/>
              </a:defRPr>
            </a:lvl7pPr>
            <a:lvl8pPr algn="l">
              <a:defRPr sz="900" b="0">
                <a:solidFill>
                  <a:srgbClr val="475569"/>
                </a:solidFill>
                <a:latin typeface="Courier New"/>
                <a:ea typeface="Courier New"/>
                <a:cs typeface="Courier New"/>
              </a:defRPr>
            </a:lvl8pPr>
            <a:lvl9pPr algn="l">
              <a:defRPr sz="900" b="0">
                <a:solidFill>
                  <a:srgbClr val="475569"/>
                </a:solidFill>
                <a:latin typeface="Courier New"/>
                <a:ea typeface="Courier New"/>
                <a:cs typeface="Courier New"/>
              </a:defRPr>
            </a:lvl9pPr>
          </a:lstStyle>
          <a:p xmlns:a="http://schemas.openxmlformats.org/drawingml/2006/main">
            <a:pPr algn="l">
              <a:defRPr sz="900" b="0">
                <a:solidFill>
                  <a:srgbClr val="475569"/>
                </a:solidFill>
                <a:latin typeface="Courier New"/>
                <a:ea typeface="Courier New"/>
                <a:cs typeface="Courier New"/>
              </a:defRPr>
            </a:pPr>
            <a:r>
              <a:rPr sz="900" b="0">
                <a:solidFill>
                  <a:srgbClr val="475569"/>
                </a:solidFill>
                <a:latin typeface="Courier New"/>
                <a:ea typeface="Courier New"/>
                <a:cs typeface="Courier New"/>
              </a:rPr>
              <a:t>claude -p --permission-mode plan "Review this change. Report findings only."</a:t>
            </a:r>
          </a:p>
        </p:txBody>
      </p:sp>
      <p:sp>
        <p:nvSpPr>
          <p:cNvPr id="18" name="">
            <a:extLst xmlns:a="http://schemas.openxmlformats.org/drawingml/2006/main">
              <a:ext uri="{FF2B5EF4-FFF2-40B4-BE49-F238E27FC236}">
                <a16:creationId xmlns:a16="http://schemas.microsoft.com/office/drawing/2014/main" id="{52C8AA31-A149-4F15-AF6A-F9CE773FBB43}"/>
              </a:ext>
            </a:extLst>
          </p:cNvPr>
          <p:cNvSpPr>
            <a:spLocks xmlns:a="http://schemas.openxmlformats.org/drawingml/2006/main" noGrp="1"/>
          </p:cNvSpPr>
          <p:nvPr/>
        </p:nvSpPr>
        <p:spPr>
          <a:xfrm xmlns:a="http://schemas.openxmlformats.org/drawingml/2006/main">
            <a:off x="9429750" y="3086100"/>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1">
                <a:solidFill>
                  <a:srgbClr val="B93800"/>
                </a:solidFill>
                <a:latin typeface="Montserrat"/>
                <a:ea typeface="Montserrat"/>
                <a:cs typeface="Montserrat"/>
              </a:defRPr>
            </a:defPPr>
            <a:lvl1pPr algn="r">
              <a:defRPr sz="900" b="1">
                <a:solidFill>
                  <a:srgbClr val="B93800"/>
                </a:solidFill>
                <a:latin typeface="Montserrat"/>
                <a:ea typeface="Montserrat"/>
                <a:cs typeface="Montserrat"/>
              </a:defRPr>
            </a:lvl1pPr>
            <a:lvl2pPr algn="r">
              <a:defRPr sz="900" b="1">
                <a:solidFill>
                  <a:srgbClr val="B93800"/>
                </a:solidFill>
                <a:latin typeface="Montserrat"/>
                <a:ea typeface="Montserrat"/>
                <a:cs typeface="Montserrat"/>
              </a:defRPr>
            </a:lvl2pPr>
            <a:lvl3pPr algn="r">
              <a:defRPr sz="900" b="1">
                <a:solidFill>
                  <a:srgbClr val="B93800"/>
                </a:solidFill>
                <a:latin typeface="Montserrat"/>
                <a:ea typeface="Montserrat"/>
                <a:cs typeface="Montserrat"/>
              </a:defRPr>
            </a:lvl3pPr>
            <a:lvl4pPr algn="r">
              <a:defRPr sz="900" b="1">
                <a:solidFill>
                  <a:srgbClr val="B93800"/>
                </a:solidFill>
                <a:latin typeface="Montserrat"/>
                <a:ea typeface="Montserrat"/>
                <a:cs typeface="Montserrat"/>
              </a:defRPr>
            </a:lvl4pPr>
            <a:lvl5pPr algn="r">
              <a:defRPr sz="900" b="1">
                <a:solidFill>
                  <a:srgbClr val="B93800"/>
                </a:solidFill>
                <a:latin typeface="Montserrat"/>
                <a:ea typeface="Montserrat"/>
                <a:cs typeface="Montserrat"/>
              </a:defRPr>
            </a:lvl5pPr>
            <a:lvl6pPr algn="r">
              <a:defRPr sz="900" b="1">
                <a:solidFill>
                  <a:srgbClr val="B93800"/>
                </a:solidFill>
                <a:latin typeface="Montserrat"/>
                <a:ea typeface="Montserrat"/>
                <a:cs typeface="Montserrat"/>
              </a:defRPr>
            </a:lvl6pPr>
            <a:lvl7pPr algn="r">
              <a:defRPr sz="900" b="1">
                <a:solidFill>
                  <a:srgbClr val="B93800"/>
                </a:solidFill>
                <a:latin typeface="Montserrat"/>
                <a:ea typeface="Montserrat"/>
                <a:cs typeface="Montserrat"/>
              </a:defRPr>
            </a:lvl7pPr>
            <a:lvl8pPr algn="r">
              <a:defRPr sz="900" b="1">
                <a:solidFill>
                  <a:srgbClr val="B93800"/>
                </a:solidFill>
                <a:latin typeface="Montserrat"/>
                <a:ea typeface="Montserrat"/>
                <a:cs typeface="Montserrat"/>
              </a:defRPr>
            </a:lvl8pPr>
            <a:lvl9pPr algn="r">
              <a:defRPr sz="900" b="1">
                <a:solidFill>
                  <a:srgbClr val="B93800"/>
                </a:solidFill>
                <a:latin typeface="Montserrat"/>
                <a:ea typeface="Montserrat"/>
                <a:cs typeface="Montserrat"/>
              </a:defRPr>
            </a:lvl9pPr>
          </a:lstStyle>
          <a:p xmlns:a="http://schemas.openxmlformats.org/drawingml/2006/main">
            <a:pPr algn="r">
              <a:defRPr sz="900" b="1">
                <a:solidFill>
                  <a:srgbClr val="B93800"/>
                </a:solidFill>
                <a:latin typeface="Montserrat"/>
                <a:ea typeface="Montserrat"/>
                <a:cs typeface="Montserrat"/>
              </a:defRPr>
            </a:pPr>
            <a:r>
              <a:rPr sz="900" b="1">
                <a:solidFill>
                  <a:srgbClr val="B93800"/>
                </a:solidFill>
                <a:latin typeface="Montserrat"/>
                <a:ea typeface="Montserrat"/>
                <a:cs typeface="Montserrat"/>
              </a:rPr>
              <a:t>Plan / no-edit request</a:t>
            </a:r>
          </a:p>
        </p:txBody>
      </p:sp>
      <p:sp>
        <p:nvSpPr>
          <p:cNvPr id="19" name="">
            <a:extLst xmlns:a="http://schemas.openxmlformats.org/drawingml/2006/main">
              <a:ext uri="{FF2B5EF4-FFF2-40B4-BE49-F238E27FC236}">
                <a16:creationId xmlns:a16="http://schemas.microsoft.com/office/drawing/2014/main" id="{1B27D7E3-719B-41AE-BE90-45739EB354F4}"/>
              </a:ext>
            </a:extLst>
          </p:cNvPr>
          <p:cNvSpPr>
            <a:spLocks xmlns:a="http://schemas.openxmlformats.org/drawingml/2006/main" noGrp="1"/>
          </p:cNvSpPr>
          <p:nvPr/>
        </p:nvSpPr>
        <p:spPr>
          <a:xfrm xmlns:a="http://schemas.openxmlformats.org/drawingml/2006/main">
            <a:off x="742950" y="3619500"/>
            <a:ext cx="101727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20" name="">
            <a:extLst xmlns:a="http://schemas.openxmlformats.org/drawingml/2006/main">
              <a:ext uri="{FF2B5EF4-FFF2-40B4-BE49-F238E27FC236}">
                <a16:creationId xmlns:a16="http://schemas.microsoft.com/office/drawing/2014/main" id="{84D5D318-A712-4EB0-AC69-AB5DED98C101}"/>
              </a:ext>
            </a:extLst>
          </p:cNvPr>
          <p:cNvSpPr>
            <a:spLocks xmlns:a="http://schemas.openxmlformats.org/drawingml/2006/main" noGrp="1"/>
          </p:cNvSpPr>
          <p:nvPr/>
        </p:nvSpPr>
        <p:spPr>
          <a:xfrm xmlns:a="http://schemas.openxmlformats.org/drawingml/2006/main">
            <a:off x="742950" y="3790950"/>
            <a:ext cx="76200" cy="76200"/>
          </a:xfrm>
          <a:prstGeom xmlns:a="http://schemas.openxmlformats.org/drawingml/2006/main" prst="ellipse">
            <a:avLst/>
          </a:prstGeom>
          <a:solidFill xmlns:a="http://schemas.openxmlformats.org/drawingml/2006/main">
            <a:srgbClr val="307FE2"/>
          </a:solidFill>
          <a:ln xmlns:a="http://schemas.openxmlformats.org/drawingml/2006/main" w="9525">
            <a:solidFill>
              <a:srgbClr val="307FE2"/>
            </a:solidFill>
            <a:prstDash val="solid"/>
          </a:ln>
        </p:spPr>
      </p:sp>
      <p:sp>
        <p:nvSpPr>
          <p:cNvPr id="21" name="">
            <a:extLst xmlns:a="http://schemas.openxmlformats.org/drawingml/2006/main">
              <a:ext uri="{FF2B5EF4-FFF2-40B4-BE49-F238E27FC236}">
                <a16:creationId xmlns:a16="http://schemas.microsoft.com/office/drawing/2014/main" id="{D0926091-16D0-430C-813C-06910B29232A}"/>
              </a:ext>
            </a:extLst>
          </p:cNvPr>
          <p:cNvSpPr>
            <a:spLocks xmlns:a="http://schemas.openxmlformats.org/drawingml/2006/main" noGrp="1"/>
          </p:cNvSpPr>
          <p:nvPr/>
        </p:nvSpPr>
        <p:spPr>
          <a:xfrm xmlns:a="http://schemas.openxmlformats.org/drawingml/2006/main">
            <a:off x="952500" y="37147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0F172A"/>
                </a:solidFill>
                <a:latin typeface="Montserrat"/>
                <a:ea typeface="Montserrat"/>
                <a:cs typeface="Montserrat"/>
              </a:defRPr>
            </a:defPPr>
            <a:lvl1pPr algn="l">
              <a:defRPr sz="1275" b="1">
                <a:solidFill>
                  <a:srgbClr val="0F172A"/>
                </a:solidFill>
                <a:latin typeface="Montserrat"/>
                <a:ea typeface="Montserrat"/>
                <a:cs typeface="Montserrat"/>
              </a:defRPr>
            </a:lvl1pPr>
            <a:lvl2pPr algn="l">
              <a:defRPr sz="1275" b="1">
                <a:solidFill>
                  <a:srgbClr val="0F172A"/>
                </a:solidFill>
                <a:latin typeface="Montserrat"/>
                <a:ea typeface="Montserrat"/>
                <a:cs typeface="Montserrat"/>
              </a:defRPr>
            </a:lvl2pPr>
            <a:lvl3pPr algn="l">
              <a:defRPr sz="1275" b="1">
                <a:solidFill>
                  <a:srgbClr val="0F172A"/>
                </a:solidFill>
                <a:latin typeface="Montserrat"/>
                <a:ea typeface="Montserrat"/>
                <a:cs typeface="Montserrat"/>
              </a:defRPr>
            </a:lvl3pPr>
            <a:lvl4pPr algn="l">
              <a:defRPr sz="1275" b="1">
                <a:solidFill>
                  <a:srgbClr val="0F172A"/>
                </a:solidFill>
                <a:latin typeface="Montserrat"/>
                <a:ea typeface="Montserrat"/>
                <a:cs typeface="Montserrat"/>
              </a:defRPr>
            </a:lvl4pPr>
            <a:lvl5pPr algn="l">
              <a:defRPr sz="1275" b="1">
                <a:solidFill>
                  <a:srgbClr val="0F172A"/>
                </a:solidFill>
                <a:latin typeface="Montserrat"/>
                <a:ea typeface="Montserrat"/>
                <a:cs typeface="Montserrat"/>
              </a:defRPr>
            </a:lvl5pPr>
            <a:lvl6pPr algn="l">
              <a:defRPr sz="1275" b="1">
                <a:solidFill>
                  <a:srgbClr val="0F172A"/>
                </a:solidFill>
                <a:latin typeface="Montserrat"/>
                <a:ea typeface="Montserrat"/>
                <a:cs typeface="Montserrat"/>
              </a:defRPr>
            </a:lvl6pPr>
            <a:lvl7pPr algn="l">
              <a:defRPr sz="1275" b="1">
                <a:solidFill>
                  <a:srgbClr val="0F172A"/>
                </a:solidFill>
                <a:latin typeface="Montserrat"/>
                <a:ea typeface="Montserrat"/>
                <a:cs typeface="Montserrat"/>
              </a:defRPr>
            </a:lvl7pPr>
            <a:lvl8pPr algn="l">
              <a:defRPr sz="1275" b="1">
                <a:solidFill>
                  <a:srgbClr val="0F172A"/>
                </a:solidFill>
                <a:latin typeface="Montserrat"/>
                <a:ea typeface="Montserrat"/>
                <a:cs typeface="Montserrat"/>
              </a:defRPr>
            </a:lvl8pPr>
            <a:lvl9pPr algn="l">
              <a:defRPr sz="1275" b="1">
                <a:solidFill>
                  <a:srgbClr val="0F172A"/>
                </a:solidFill>
                <a:latin typeface="Montserrat"/>
                <a:ea typeface="Montserrat"/>
                <a:cs typeface="Montserrat"/>
              </a:defRPr>
            </a:lvl9pPr>
          </a:lstStyle>
          <a:p xmlns:a="http://schemas.openxmlformats.org/drawingml/2006/main">
            <a:pPr algn="l">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Grok Build</a:t>
            </a:r>
          </a:p>
        </p:txBody>
      </p:sp>
      <p:sp>
        <p:nvSpPr>
          <p:cNvPr id="22" name="">
            <a:extLst xmlns:a="http://schemas.openxmlformats.org/drawingml/2006/main">
              <a:ext uri="{FF2B5EF4-FFF2-40B4-BE49-F238E27FC236}">
                <a16:creationId xmlns:a16="http://schemas.microsoft.com/office/drawing/2014/main" id="{CEDBA929-9A7A-4337-9C42-83EB9C036700}"/>
              </a:ext>
            </a:extLst>
          </p:cNvPr>
          <p:cNvSpPr>
            <a:spLocks xmlns:a="http://schemas.openxmlformats.org/drawingml/2006/main" noGrp="1"/>
          </p:cNvSpPr>
          <p:nvPr/>
        </p:nvSpPr>
        <p:spPr>
          <a:xfrm xmlns:a="http://schemas.openxmlformats.org/drawingml/2006/main">
            <a:off x="2533650" y="3705225"/>
            <a:ext cx="6705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475569"/>
                </a:solidFill>
                <a:latin typeface="Courier New"/>
                <a:ea typeface="Courier New"/>
                <a:cs typeface="Courier New"/>
              </a:defRPr>
            </a:defPPr>
            <a:lvl1pPr algn="l">
              <a:defRPr sz="900" b="0">
                <a:solidFill>
                  <a:srgbClr val="475569"/>
                </a:solidFill>
                <a:latin typeface="Courier New"/>
                <a:ea typeface="Courier New"/>
                <a:cs typeface="Courier New"/>
              </a:defRPr>
            </a:lvl1pPr>
            <a:lvl2pPr algn="l">
              <a:defRPr sz="900" b="0">
                <a:solidFill>
                  <a:srgbClr val="475569"/>
                </a:solidFill>
                <a:latin typeface="Courier New"/>
                <a:ea typeface="Courier New"/>
                <a:cs typeface="Courier New"/>
              </a:defRPr>
            </a:lvl2pPr>
            <a:lvl3pPr algn="l">
              <a:defRPr sz="900" b="0">
                <a:solidFill>
                  <a:srgbClr val="475569"/>
                </a:solidFill>
                <a:latin typeface="Courier New"/>
                <a:ea typeface="Courier New"/>
                <a:cs typeface="Courier New"/>
              </a:defRPr>
            </a:lvl3pPr>
            <a:lvl4pPr algn="l">
              <a:defRPr sz="900" b="0">
                <a:solidFill>
                  <a:srgbClr val="475569"/>
                </a:solidFill>
                <a:latin typeface="Courier New"/>
                <a:ea typeface="Courier New"/>
                <a:cs typeface="Courier New"/>
              </a:defRPr>
            </a:lvl4pPr>
            <a:lvl5pPr algn="l">
              <a:defRPr sz="900" b="0">
                <a:solidFill>
                  <a:srgbClr val="475569"/>
                </a:solidFill>
                <a:latin typeface="Courier New"/>
                <a:ea typeface="Courier New"/>
                <a:cs typeface="Courier New"/>
              </a:defRPr>
            </a:lvl5pPr>
            <a:lvl6pPr algn="l">
              <a:defRPr sz="900" b="0">
                <a:solidFill>
                  <a:srgbClr val="475569"/>
                </a:solidFill>
                <a:latin typeface="Courier New"/>
                <a:ea typeface="Courier New"/>
                <a:cs typeface="Courier New"/>
              </a:defRPr>
            </a:lvl6pPr>
            <a:lvl7pPr algn="l">
              <a:defRPr sz="900" b="0">
                <a:solidFill>
                  <a:srgbClr val="475569"/>
                </a:solidFill>
                <a:latin typeface="Courier New"/>
                <a:ea typeface="Courier New"/>
                <a:cs typeface="Courier New"/>
              </a:defRPr>
            </a:lvl7pPr>
            <a:lvl8pPr algn="l">
              <a:defRPr sz="900" b="0">
                <a:solidFill>
                  <a:srgbClr val="475569"/>
                </a:solidFill>
                <a:latin typeface="Courier New"/>
                <a:ea typeface="Courier New"/>
                <a:cs typeface="Courier New"/>
              </a:defRPr>
            </a:lvl8pPr>
            <a:lvl9pPr algn="l">
              <a:defRPr sz="900" b="0">
                <a:solidFill>
                  <a:srgbClr val="475569"/>
                </a:solidFill>
                <a:latin typeface="Courier New"/>
                <a:ea typeface="Courier New"/>
                <a:cs typeface="Courier New"/>
              </a:defRPr>
            </a:lvl9pPr>
          </a:lstStyle>
          <a:p xmlns:a="http://schemas.openxmlformats.org/drawingml/2006/main">
            <a:pPr algn="l">
              <a:defRPr sz="900" b="0">
                <a:solidFill>
                  <a:srgbClr val="475569"/>
                </a:solidFill>
                <a:latin typeface="Courier New"/>
                <a:ea typeface="Courier New"/>
                <a:cs typeface="Courier New"/>
              </a:defRPr>
            </a:pPr>
            <a:r>
              <a:rPr sz="900" b="0">
                <a:solidFill>
                  <a:srgbClr val="475569"/>
                </a:solidFill>
                <a:latin typeface="Courier New"/>
                <a:ea typeface="Courier New"/>
                <a:cs typeface="Courier New"/>
              </a:rPr>
              <a:t>grok -p --permission-mode plan "Review this change. Report findings only."</a:t>
            </a:r>
          </a:p>
        </p:txBody>
      </p:sp>
      <p:sp>
        <p:nvSpPr>
          <p:cNvPr id="23" name="">
            <a:extLst xmlns:a="http://schemas.openxmlformats.org/drawingml/2006/main">
              <a:ext uri="{FF2B5EF4-FFF2-40B4-BE49-F238E27FC236}">
                <a16:creationId xmlns:a16="http://schemas.microsoft.com/office/drawing/2014/main" id="{BF3BAC6C-FDE7-42A3-8217-585FFFEF7F82}"/>
              </a:ext>
            </a:extLst>
          </p:cNvPr>
          <p:cNvSpPr>
            <a:spLocks xmlns:a="http://schemas.openxmlformats.org/drawingml/2006/main" noGrp="1"/>
          </p:cNvSpPr>
          <p:nvPr/>
        </p:nvSpPr>
        <p:spPr>
          <a:xfrm xmlns:a="http://schemas.openxmlformats.org/drawingml/2006/main">
            <a:off x="9429750" y="3714750"/>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1">
                <a:solidFill>
                  <a:srgbClr val="307FE2"/>
                </a:solidFill>
                <a:latin typeface="Montserrat"/>
                <a:ea typeface="Montserrat"/>
                <a:cs typeface="Montserrat"/>
              </a:defRPr>
            </a:defPPr>
            <a:lvl1pPr algn="r">
              <a:defRPr sz="900" b="1">
                <a:solidFill>
                  <a:srgbClr val="307FE2"/>
                </a:solidFill>
                <a:latin typeface="Montserrat"/>
                <a:ea typeface="Montserrat"/>
                <a:cs typeface="Montserrat"/>
              </a:defRPr>
            </a:lvl1pPr>
            <a:lvl2pPr algn="r">
              <a:defRPr sz="900" b="1">
                <a:solidFill>
                  <a:srgbClr val="307FE2"/>
                </a:solidFill>
                <a:latin typeface="Montserrat"/>
                <a:ea typeface="Montserrat"/>
                <a:cs typeface="Montserrat"/>
              </a:defRPr>
            </a:lvl2pPr>
            <a:lvl3pPr algn="r">
              <a:defRPr sz="900" b="1">
                <a:solidFill>
                  <a:srgbClr val="307FE2"/>
                </a:solidFill>
                <a:latin typeface="Montserrat"/>
                <a:ea typeface="Montserrat"/>
                <a:cs typeface="Montserrat"/>
              </a:defRPr>
            </a:lvl3pPr>
            <a:lvl4pPr algn="r">
              <a:defRPr sz="900" b="1">
                <a:solidFill>
                  <a:srgbClr val="307FE2"/>
                </a:solidFill>
                <a:latin typeface="Montserrat"/>
                <a:ea typeface="Montserrat"/>
                <a:cs typeface="Montserrat"/>
              </a:defRPr>
            </a:lvl4pPr>
            <a:lvl5pPr algn="r">
              <a:defRPr sz="900" b="1">
                <a:solidFill>
                  <a:srgbClr val="307FE2"/>
                </a:solidFill>
                <a:latin typeface="Montserrat"/>
                <a:ea typeface="Montserrat"/>
                <a:cs typeface="Montserrat"/>
              </a:defRPr>
            </a:lvl5pPr>
            <a:lvl6pPr algn="r">
              <a:defRPr sz="900" b="1">
                <a:solidFill>
                  <a:srgbClr val="307FE2"/>
                </a:solidFill>
                <a:latin typeface="Montserrat"/>
                <a:ea typeface="Montserrat"/>
                <a:cs typeface="Montserrat"/>
              </a:defRPr>
            </a:lvl6pPr>
            <a:lvl7pPr algn="r">
              <a:defRPr sz="900" b="1">
                <a:solidFill>
                  <a:srgbClr val="307FE2"/>
                </a:solidFill>
                <a:latin typeface="Montserrat"/>
                <a:ea typeface="Montserrat"/>
                <a:cs typeface="Montserrat"/>
              </a:defRPr>
            </a:lvl7pPr>
            <a:lvl8pPr algn="r">
              <a:defRPr sz="900" b="1">
                <a:solidFill>
                  <a:srgbClr val="307FE2"/>
                </a:solidFill>
                <a:latin typeface="Montserrat"/>
                <a:ea typeface="Montserrat"/>
                <a:cs typeface="Montserrat"/>
              </a:defRPr>
            </a:lvl8pPr>
            <a:lvl9pPr algn="r">
              <a:defRPr sz="900" b="1">
                <a:solidFill>
                  <a:srgbClr val="307FE2"/>
                </a:solidFill>
                <a:latin typeface="Montserrat"/>
                <a:ea typeface="Montserrat"/>
                <a:cs typeface="Montserrat"/>
              </a:defRPr>
            </a:lvl9pPr>
          </a:lstStyle>
          <a:p xmlns:a="http://schemas.openxmlformats.org/drawingml/2006/main">
            <a:pPr algn="r">
              <a:defRPr sz="900" b="1">
                <a:solidFill>
                  <a:srgbClr val="307FE2"/>
                </a:solidFill>
                <a:latin typeface="Montserrat"/>
                <a:ea typeface="Montserrat"/>
                <a:cs typeface="Montserrat"/>
              </a:defRPr>
            </a:pPr>
            <a:r>
              <a:rPr sz="900" b="1">
                <a:solidFill>
                  <a:srgbClr val="307FE2"/>
                </a:solidFill>
                <a:latin typeface="Montserrat"/>
                <a:ea typeface="Montserrat"/>
                <a:cs typeface="Montserrat"/>
              </a:rPr>
              <a:t>Plan / no-edit request</a:t>
            </a:r>
          </a:p>
        </p:txBody>
      </p:sp>
      <p:sp>
        <p:nvSpPr>
          <p:cNvPr id="24" name="">
            <a:extLst xmlns:a="http://schemas.openxmlformats.org/drawingml/2006/main">
              <a:ext uri="{FF2B5EF4-FFF2-40B4-BE49-F238E27FC236}">
                <a16:creationId xmlns:a16="http://schemas.microsoft.com/office/drawing/2014/main" id="{860A8691-8A67-4A36-A82E-FB7672B677EB}"/>
              </a:ext>
            </a:extLst>
          </p:cNvPr>
          <p:cNvSpPr>
            <a:spLocks xmlns:a="http://schemas.openxmlformats.org/drawingml/2006/main" noGrp="1"/>
          </p:cNvSpPr>
          <p:nvPr/>
        </p:nvSpPr>
        <p:spPr>
          <a:xfrm xmlns:a="http://schemas.openxmlformats.org/drawingml/2006/main">
            <a:off x="742950" y="4248150"/>
            <a:ext cx="101727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25" name="">
            <a:extLst xmlns:a="http://schemas.openxmlformats.org/drawingml/2006/main">
              <a:ext uri="{FF2B5EF4-FFF2-40B4-BE49-F238E27FC236}">
                <a16:creationId xmlns:a16="http://schemas.microsoft.com/office/drawing/2014/main" id="{54AF69AF-4F4D-4BFC-9E59-621FE397E7CD}"/>
              </a:ext>
            </a:extLst>
          </p:cNvPr>
          <p:cNvSpPr>
            <a:spLocks xmlns:a="http://schemas.openxmlformats.org/drawingml/2006/main" noGrp="1"/>
          </p:cNvSpPr>
          <p:nvPr/>
        </p:nvSpPr>
        <p:spPr>
          <a:xfrm xmlns:a="http://schemas.openxmlformats.org/drawingml/2006/main">
            <a:off x="742950" y="4419600"/>
            <a:ext cx="76200" cy="76200"/>
          </a:xfrm>
          <a:prstGeom xmlns:a="http://schemas.openxmlformats.org/drawingml/2006/main" prst="ellipse">
            <a:avLst/>
          </a:prstGeom>
          <a:solidFill xmlns:a="http://schemas.openxmlformats.org/drawingml/2006/main">
            <a:srgbClr val="B93800"/>
          </a:solidFill>
          <a:ln xmlns:a="http://schemas.openxmlformats.org/drawingml/2006/main" w="9525">
            <a:solidFill>
              <a:srgbClr val="B93800"/>
            </a:solidFill>
            <a:prstDash val="solid"/>
          </a:ln>
        </p:spPr>
      </p:sp>
      <p:sp>
        <p:nvSpPr>
          <p:cNvPr id="26" name="">
            <a:extLst xmlns:a="http://schemas.openxmlformats.org/drawingml/2006/main">
              <a:ext uri="{FF2B5EF4-FFF2-40B4-BE49-F238E27FC236}">
                <a16:creationId xmlns:a16="http://schemas.microsoft.com/office/drawing/2014/main" id="{703ED978-9D4F-4A82-BCDB-23DC35AB6ADC}"/>
              </a:ext>
            </a:extLst>
          </p:cNvPr>
          <p:cNvSpPr>
            <a:spLocks xmlns:a="http://schemas.openxmlformats.org/drawingml/2006/main" noGrp="1"/>
          </p:cNvSpPr>
          <p:nvPr/>
        </p:nvSpPr>
        <p:spPr>
          <a:xfrm xmlns:a="http://schemas.openxmlformats.org/drawingml/2006/main">
            <a:off x="952500" y="43434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0F172A"/>
                </a:solidFill>
                <a:latin typeface="Montserrat"/>
                <a:ea typeface="Montserrat"/>
                <a:cs typeface="Montserrat"/>
              </a:defRPr>
            </a:defPPr>
            <a:lvl1pPr algn="l">
              <a:defRPr sz="1275" b="1">
                <a:solidFill>
                  <a:srgbClr val="0F172A"/>
                </a:solidFill>
                <a:latin typeface="Montserrat"/>
                <a:ea typeface="Montserrat"/>
                <a:cs typeface="Montserrat"/>
              </a:defRPr>
            </a:lvl1pPr>
            <a:lvl2pPr algn="l">
              <a:defRPr sz="1275" b="1">
                <a:solidFill>
                  <a:srgbClr val="0F172A"/>
                </a:solidFill>
                <a:latin typeface="Montserrat"/>
                <a:ea typeface="Montserrat"/>
                <a:cs typeface="Montserrat"/>
              </a:defRPr>
            </a:lvl2pPr>
            <a:lvl3pPr algn="l">
              <a:defRPr sz="1275" b="1">
                <a:solidFill>
                  <a:srgbClr val="0F172A"/>
                </a:solidFill>
                <a:latin typeface="Montserrat"/>
                <a:ea typeface="Montserrat"/>
                <a:cs typeface="Montserrat"/>
              </a:defRPr>
            </a:lvl3pPr>
            <a:lvl4pPr algn="l">
              <a:defRPr sz="1275" b="1">
                <a:solidFill>
                  <a:srgbClr val="0F172A"/>
                </a:solidFill>
                <a:latin typeface="Montserrat"/>
                <a:ea typeface="Montserrat"/>
                <a:cs typeface="Montserrat"/>
              </a:defRPr>
            </a:lvl4pPr>
            <a:lvl5pPr algn="l">
              <a:defRPr sz="1275" b="1">
                <a:solidFill>
                  <a:srgbClr val="0F172A"/>
                </a:solidFill>
                <a:latin typeface="Montserrat"/>
                <a:ea typeface="Montserrat"/>
                <a:cs typeface="Montserrat"/>
              </a:defRPr>
            </a:lvl5pPr>
            <a:lvl6pPr algn="l">
              <a:defRPr sz="1275" b="1">
                <a:solidFill>
                  <a:srgbClr val="0F172A"/>
                </a:solidFill>
                <a:latin typeface="Montserrat"/>
                <a:ea typeface="Montserrat"/>
                <a:cs typeface="Montserrat"/>
              </a:defRPr>
            </a:lvl6pPr>
            <a:lvl7pPr algn="l">
              <a:defRPr sz="1275" b="1">
                <a:solidFill>
                  <a:srgbClr val="0F172A"/>
                </a:solidFill>
                <a:latin typeface="Montserrat"/>
                <a:ea typeface="Montserrat"/>
                <a:cs typeface="Montserrat"/>
              </a:defRPr>
            </a:lvl7pPr>
            <a:lvl8pPr algn="l">
              <a:defRPr sz="1275" b="1">
                <a:solidFill>
                  <a:srgbClr val="0F172A"/>
                </a:solidFill>
                <a:latin typeface="Montserrat"/>
                <a:ea typeface="Montserrat"/>
                <a:cs typeface="Montserrat"/>
              </a:defRPr>
            </a:lvl8pPr>
            <a:lvl9pPr algn="l">
              <a:defRPr sz="1275" b="1">
                <a:solidFill>
                  <a:srgbClr val="0F172A"/>
                </a:solidFill>
                <a:latin typeface="Montserrat"/>
                <a:ea typeface="Montserrat"/>
                <a:cs typeface="Montserrat"/>
              </a:defRPr>
            </a:lvl9pPr>
          </a:lstStyle>
          <a:p xmlns:a="http://schemas.openxmlformats.org/drawingml/2006/main">
            <a:pPr algn="l">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OpenRouter</a:t>
            </a:r>
          </a:p>
        </p:txBody>
      </p:sp>
      <p:sp>
        <p:nvSpPr>
          <p:cNvPr id="27" name="openrouter-chat-link-v44">
            <a:hlinkClick xmlns:a="http://schemas.openxmlformats.org/drawingml/2006/main" xmlns:r="http://schemas.openxmlformats.org/officeDocument/2006/relationships" r:id="rId1"/>
            <a:extLst xmlns:a="http://schemas.openxmlformats.org/drawingml/2006/main">
              <a:ext uri="{FF2B5EF4-FFF2-40B4-BE49-F238E27FC236}">
                <a16:creationId xmlns:a16="http://schemas.microsoft.com/office/drawing/2014/main" id="{4156BD6F-8E6B-4C27-9189-D4750A51094B}"/>
              </a:ext>
            </a:extLst>
          </p:cNvPr>
          <p:cNvSpPr>
            <a:spLocks xmlns:a="http://schemas.openxmlformats.org/drawingml/2006/main" noGrp="1"/>
          </p:cNvSpPr>
          <p:nvPr/>
        </p:nvSpPr>
        <p:spPr>
          <a:xfrm xmlns:a="http://schemas.openxmlformats.org/drawingml/2006/main">
            <a:off x="2533650" y="4333875"/>
            <a:ext cx="6705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1">
                <a:solidFill>
                  <a:srgbClr val="307FE2"/>
                </a:solidFill>
                <a:latin typeface="Courier New"/>
                <a:ea typeface="Courier New"/>
                <a:cs typeface="Courier New"/>
              </a:defRPr>
            </a:defPPr>
            <a:lvl1pPr algn="l">
              <a:defRPr sz="975" b="1">
                <a:solidFill>
                  <a:srgbClr val="307FE2"/>
                </a:solidFill>
                <a:latin typeface="Courier New"/>
                <a:ea typeface="Courier New"/>
                <a:cs typeface="Courier New"/>
              </a:defRPr>
            </a:lvl1pPr>
            <a:lvl2pPr algn="l">
              <a:defRPr sz="975" b="1">
                <a:solidFill>
                  <a:srgbClr val="307FE2"/>
                </a:solidFill>
                <a:latin typeface="Courier New"/>
                <a:ea typeface="Courier New"/>
                <a:cs typeface="Courier New"/>
              </a:defRPr>
            </a:lvl2pPr>
            <a:lvl3pPr algn="l">
              <a:defRPr sz="975" b="1">
                <a:solidFill>
                  <a:srgbClr val="307FE2"/>
                </a:solidFill>
                <a:latin typeface="Courier New"/>
                <a:ea typeface="Courier New"/>
                <a:cs typeface="Courier New"/>
              </a:defRPr>
            </a:lvl3pPr>
            <a:lvl4pPr algn="l">
              <a:defRPr sz="975" b="1">
                <a:solidFill>
                  <a:srgbClr val="307FE2"/>
                </a:solidFill>
                <a:latin typeface="Courier New"/>
                <a:ea typeface="Courier New"/>
                <a:cs typeface="Courier New"/>
              </a:defRPr>
            </a:lvl4pPr>
            <a:lvl5pPr algn="l">
              <a:defRPr sz="975" b="1">
                <a:solidFill>
                  <a:srgbClr val="307FE2"/>
                </a:solidFill>
                <a:latin typeface="Courier New"/>
                <a:ea typeface="Courier New"/>
                <a:cs typeface="Courier New"/>
              </a:defRPr>
            </a:lvl5pPr>
            <a:lvl6pPr algn="l">
              <a:defRPr sz="975" b="1">
                <a:solidFill>
                  <a:srgbClr val="307FE2"/>
                </a:solidFill>
                <a:latin typeface="Courier New"/>
                <a:ea typeface="Courier New"/>
                <a:cs typeface="Courier New"/>
              </a:defRPr>
            </a:lvl6pPr>
            <a:lvl7pPr algn="l">
              <a:defRPr sz="975" b="1">
                <a:solidFill>
                  <a:srgbClr val="307FE2"/>
                </a:solidFill>
                <a:latin typeface="Courier New"/>
                <a:ea typeface="Courier New"/>
                <a:cs typeface="Courier New"/>
              </a:defRPr>
            </a:lvl7pPr>
            <a:lvl8pPr algn="l">
              <a:defRPr sz="975" b="1">
                <a:solidFill>
                  <a:srgbClr val="307FE2"/>
                </a:solidFill>
                <a:latin typeface="Courier New"/>
                <a:ea typeface="Courier New"/>
                <a:cs typeface="Courier New"/>
              </a:defRPr>
            </a:lvl8pPr>
            <a:lvl9pPr algn="l">
              <a:defRPr sz="975" b="1">
                <a:solidFill>
                  <a:srgbClr val="307FE2"/>
                </a:solidFill>
                <a:latin typeface="Courier New"/>
                <a:ea typeface="Courier New"/>
                <a:cs typeface="Courier New"/>
              </a:defRPr>
            </a:lvl9pPr>
          </a:lstStyle>
          <a:p xmlns:a="http://schemas.openxmlformats.org/drawingml/2006/main">
            <a:pPr algn="l">
              <a:defRPr sz="975" b="1">
                <a:solidFill>
                  <a:srgbClr val="307FE2"/>
                </a:solidFill>
                <a:latin typeface="Courier New"/>
                <a:ea typeface="Courier New"/>
                <a:cs typeface="Courier New"/>
              </a:defRPr>
            </a:pPr>
            <a:r>
              <a:rPr sz="975" b="1">
                <a:solidFill>
                  <a:srgbClr val="307FE2"/>
                </a:solidFill>
                <a:latin typeface="Courier New"/>
                <a:ea typeface="Courier New"/>
                <a:cs typeface="Courier New"/>
              </a:rPr>
              <a:t>Open Chat → choose a different model → paste the same review packet</a:t>
            </a:r>
          </a:p>
        </p:txBody>
      </p:sp>
      <p:sp>
        <p:nvSpPr>
          <p:cNvPr id="28" name="">
            <a:extLst xmlns:a="http://schemas.openxmlformats.org/drawingml/2006/main">
              <a:ext uri="{FF2B5EF4-FFF2-40B4-BE49-F238E27FC236}">
                <a16:creationId xmlns:a16="http://schemas.microsoft.com/office/drawing/2014/main" id="{02EA661D-0155-425B-A134-0383374B7235}"/>
              </a:ext>
            </a:extLst>
          </p:cNvPr>
          <p:cNvSpPr>
            <a:spLocks xmlns:a="http://schemas.openxmlformats.org/drawingml/2006/main" noGrp="1"/>
          </p:cNvSpPr>
          <p:nvPr/>
        </p:nvSpPr>
        <p:spPr>
          <a:xfrm xmlns:a="http://schemas.openxmlformats.org/drawingml/2006/main">
            <a:off x="9429750" y="4343400"/>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1">
                <a:solidFill>
                  <a:srgbClr val="B93800"/>
                </a:solidFill>
                <a:latin typeface="Montserrat"/>
                <a:ea typeface="Montserrat"/>
                <a:cs typeface="Montserrat"/>
              </a:defRPr>
            </a:defPPr>
            <a:lvl1pPr algn="r">
              <a:defRPr sz="900" b="1">
                <a:solidFill>
                  <a:srgbClr val="B93800"/>
                </a:solidFill>
                <a:latin typeface="Montserrat"/>
                <a:ea typeface="Montserrat"/>
                <a:cs typeface="Montserrat"/>
              </a:defRPr>
            </a:lvl1pPr>
            <a:lvl2pPr algn="r">
              <a:defRPr sz="900" b="1">
                <a:solidFill>
                  <a:srgbClr val="B93800"/>
                </a:solidFill>
                <a:latin typeface="Montserrat"/>
                <a:ea typeface="Montserrat"/>
                <a:cs typeface="Montserrat"/>
              </a:defRPr>
            </a:lvl2pPr>
            <a:lvl3pPr algn="r">
              <a:defRPr sz="900" b="1">
                <a:solidFill>
                  <a:srgbClr val="B93800"/>
                </a:solidFill>
                <a:latin typeface="Montserrat"/>
                <a:ea typeface="Montserrat"/>
                <a:cs typeface="Montserrat"/>
              </a:defRPr>
            </a:lvl3pPr>
            <a:lvl4pPr algn="r">
              <a:defRPr sz="900" b="1">
                <a:solidFill>
                  <a:srgbClr val="B93800"/>
                </a:solidFill>
                <a:latin typeface="Montserrat"/>
                <a:ea typeface="Montserrat"/>
                <a:cs typeface="Montserrat"/>
              </a:defRPr>
            </a:lvl4pPr>
            <a:lvl5pPr algn="r">
              <a:defRPr sz="900" b="1">
                <a:solidFill>
                  <a:srgbClr val="B93800"/>
                </a:solidFill>
                <a:latin typeface="Montserrat"/>
                <a:ea typeface="Montserrat"/>
                <a:cs typeface="Montserrat"/>
              </a:defRPr>
            </a:lvl5pPr>
            <a:lvl6pPr algn="r">
              <a:defRPr sz="900" b="1">
                <a:solidFill>
                  <a:srgbClr val="B93800"/>
                </a:solidFill>
                <a:latin typeface="Montserrat"/>
                <a:ea typeface="Montserrat"/>
                <a:cs typeface="Montserrat"/>
              </a:defRPr>
            </a:lvl6pPr>
            <a:lvl7pPr algn="r">
              <a:defRPr sz="900" b="1">
                <a:solidFill>
                  <a:srgbClr val="B93800"/>
                </a:solidFill>
                <a:latin typeface="Montserrat"/>
                <a:ea typeface="Montserrat"/>
                <a:cs typeface="Montserrat"/>
              </a:defRPr>
            </a:lvl7pPr>
            <a:lvl8pPr algn="r">
              <a:defRPr sz="900" b="1">
                <a:solidFill>
                  <a:srgbClr val="B93800"/>
                </a:solidFill>
                <a:latin typeface="Montserrat"/>
                <a:ea typeface="Montserrat"/>
                <a:cs typeface="Montserrat"/>
              </a:defRPr>
            </a:lvl8pPr>
            <a:lvl9pPr algn="r">
              <a:defRPr sz="900" b="1">
                <a:solidFill>
                  <a:srgbClr val="B93800"/>
                </a:solidFill>
                <a:latin typeface="Montserrat"/>
                <a:ea typeface="Montserrat"/>
                <a:cs typeface="Montserrat"/>
              </a:defRPr>
            </a:lvl9pPr>
          </a:lstStyle>
          <a:p xmlns:a="http://schemas.openxmlformats.org/drawingml/2006/main">
            <a:pPr algn="r">
              <a:defRPr sz="900" b="1">
                <a:solidFill>
                  <a:srgbClr val="B93800"/>
                </a:solidFill>
                <a:latin typeface="Montserrat"/>
                <a:ea typeface="Montserrat"/>
                <a:cs typeface="Montserrat"/>
              </a:defRPr>
            </a:pPr>
            <a:r>
              <a:rPr sz="900" b="1">
                <a:solidFill>
                  <a:srgbClr val="B93800"/>
                </a:solidFill>
                <a:latin typeface="Montserrat"/>
                <a:ea typeface="Montserrat"/>
                <a:cs typeface="Montserrat"/>
              </a:rPr>
              <a:t>No repository access</a:t>
            </a:r>
          </a:p>
        </p:txBody>
      </p:sp>
      <p:sp>
        <p:nvSpPr>
          <p:cNvPr id="29" name="">
            <a:extLst xmlns:a="http://schemas.openxmlformats.org/drawingml/2006/main">
              <a:ext uri="{FF2B5EF4-FFF2-40B4-BE49-F238E27FC236}">
                <a16:creationId xmlns:a16="http://schemas.microsoft.com/office/drawing/2014/main" id="{12B7E053-479F-4CAA-8E05-CB2295A1E067}"/>
              </a:ext>
            </a:extLst>
          </p:cNvPr>
          <p:cNvSpPr>
            <a:spLocks xmlns:a="http://schemas.openxmlformats.org/drawingml/2006/main" noGrp="1"/>
          </p:cNvSpPr>
          <p:nvPr/>
        </p:nvSpPr>
        <p:spPr>
          <a:xfrm xmlns:a="http://schemas.openxmlformats.org/drawingml/2006/main">
            <a:off x="742950" y="4876800"/>
            <a:ext cx="101727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30" name="">
            <a:extLst xmlns:a="http://schemas.openxmlformats.org/drawingml/2006/main">
              <a:ext uri="{FF2B5EF4-FFF2-40B4-BE49-F238E27FC236}">
                <a16:creationId xmlns:a16="http://schemas.microsoft.com/office/drawing/2014/main" id="{37122542-A1FE-4030-B60C-8C4F1ED7C6ED}"/>
              </a:ext>
            </a:extLst>
          </p:cNvPr>
          <p:cNvSpPr>
            <a:spLocks xmlns:a="http://schemas.openxmlformats.org/drawingml/2006/main" noGrp="1"/>
          </p:cNvSpPr>
          <p:nvPr/>
        </p:nvSpPr>
        <p:spPr>
          <a:xfrm xmlns:a="http://schemas.openxmlformats.org/drawingml/2006/main">
            <a:off x="647700" y="4943475"/>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31" name="">
            <a:extLst xmlns:a="http://schemas.openxmlformats.org/drawingml/2006/main">
              <a:ext uri="{FF2B5EF4-FFF2-40B4-BE49-F238E27FC236}">
                <a16:creationId xmlns:a16="http://schemas.microsoft.com/office/drawing/2014/main" id="{942924D5-BE2A-4947-A6B7-1491ABF95584}"/>
              </a:ext>
            </a:extLst>
          </p:cNvPr>
          <p:cNvSpPr>
            <a:spLocks xmlns:a="http://schemas.openxmlformats.org/drawingml/2006/main" noGrp="1"/>
          </p:cNvSpPr>
          <p:nvPr/>
        </p:nvSpPr>
        <p:spPr>
          <a:xfrm xmlns:a="http://schemas.openxmlformats.org/drawingml/2006/main">
            <a:off x="742950" y="5191125"/>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The reviewer reports. The builder makes the next change.</a:t>
            </a:r>
          </a:p>
        </p:txBody>
      </p:sp>
    </p:spTree>
    <p:extLst>
      <p:ext uri="{BB962C8B-B14F-4D97-AF65-F5344CB8AC3E}">
        <p14:creationId xmlns:p14="http://schemas.microsoft.com/office/powerpoint/2010/main" val="40950602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69414029-CD3B-4A70-AFEB-444F60987D8C}"/>
              </a:ext>
            </a:extLst>
          </p:cNvPr>
          <p:cNvPicPr>
            <a:picLocks xmlns:a="http://schemas.openxmlformats.org/drawingml/2006/main" noChangeAspect="1"/>
          </p:cNvPicPr>
          <p:nvPr/>
        </p:nvPicPr>
        <p:blipFill>
          <a:blip xmlns:r="http://schemas.openxmlformats.org/officeDocument/2006/relationships" xmlns:a="http://schemas.openxmlformats.org/drawingml/2006/main" r:embed="R3774e15303cf4c38"/>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6EE1AB39-9698-42A7-B73B-77DB53CF842C}"/>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11 / 63</a:t>
            </a:r>
            <a:endParaRPr sz="900"/>
          </a:p>
        </p:txBody>
      </p:sp>
      <p:sp>
        <p:nvSpPr>
          <p:cNvPr id="4" name="">
            <a:extLst xmlns:a="http://schemas.openxmlformats.org/drawingml/2006/main">
              <a:ext uri="{FF2B5EF4-FFF2-40B4-BE49-F238E27FC236}">
                <a16:creationId xmlns:a16="http://schemas.microsoft.com/office/drawing/2014/main" id="{C81930C1-C58B-457F-BD29-22735884BDBC}"/>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307FE2"/>
                </a:solidFill>
                <a:latin typeface="Montserrat"/>
                <a:ea typeface="Montserrat"/>
                <a:cs typeface="Montserrat"/>
              </a:defRPr>
            </a:defPPr>
            <a:lvl1pPr algn="l">
              <a:defRPr sz="1050" b="1">
                <a:solidFill>
                  <a:srgbClr val="307FE2"/>
                </a:solidFill>
                <a:latin typeface="Montserrat"/>
                <a:ea typeface="Montserrat"/>
                <a:cs typeface="Montserrat"/>
              </a:defRPr>
            </a:lvl1pPr>
            <a:lvl2pPr algn="l">
              <a:defRPr sz="1050" b="1">
                <a:solidFill>
                  <a:srgbClr val="307FE2"/>
                </a:solidFill>
                <a:latin typeface="Montserrat"/>
                <a:ea typeface="Montserrat"/>
                <a:cs typeface="Montserrat"/>
              </a:defRPr>
            </a:lvl2pPr>
            <a:lvl3pPr algn="l">
              <a:defRPr sz="1050" b="1">
                <a:solidFill>
                  <a:srgbClr val="307FE2"/>
                </a:solidFill>
                <a:latin typeface="Montserrat"/>
                <a:ea typeface="Montserrat"/>
                <a:cs typeface="Montserrat"/>
              </a:defRPr>
            </a:lvl3pPr>
            <a:lvl4pPr algn="l">
              <a:defRPr sz="1050" b="1">
                <a:solidFill>
                  <a:srgbClr val="307FE2"/>
                </a:solidFill>
                <a:latin typeface="Montserrat"/>
                <a:ea typeface="Montserrat"/>
                <a:cs typeface="Montserrat"/>
              </a:defRPr>
            </a:lvl4pPr>
            <a:lvl5pPr algn="l">
              <a:defRPr sz="1050" b="1">
                <a:solidFill>
                  <a:srgbClr val="307FE2"/>
                </a:solidFill>
                <a:latin typeface="Montserrat"/>
                <a:ea typeface="Montserrat"/>
                <a:cs typeface="Montserrat"/>
              </a:defRPr>
            </a:lvl5pPr>
            <a:lvl6pPr algn="l">
              <a:defRPr sz="1050" b="1">
                <a:solidFill>
                  <a:srgbClr val="307FE2"/>
                </a:solidFill>
                <a:latin typeface="Montserrat"/>
                <a:ea typeface="Montserrat"/>
                <a:cs typeface="Montserrat"/>
              </a:defRPr>
            </a:lvl6pPr>
            <a:lvl7pPr algn="l">
              <a:defRPr sz="1050" b="1">
                <a:solidFill>
                  <a:srgbClr val="307FE2"/>
                </a:solidFill>
                <a:latin typeface="Montserrat"/>
                <a:ea typeface="Montserrat"/>
                <a:cs typeface="Montserrat"/>
              </a:defRPr>
            </a:lvl7pPr>
            <a:lvl8pPr algn="l">
              <a:defRPr sz="1050" b="1">
                <a:solidFill>
                  <a:srgbClr val="307FE2"/>
                </a:solidFill>
                <a:latin typeface="Montserrat"/>
                <a:ea typeface="Montserrat"/>
                <a:cs typeface="Montserrat"/>
              </a:defRPr>
            </a:lvl8pPr>
            <a:lvl9pPr algn="l">
              <a:defRPr sz="1050" b="1">
                <a:solidFill>
                  <a:srgbClr val="307FE2"/>
                </a:solidFill>
                <a:latin typeface="Montserrat"/>
                <a:ea typeface="Montserrat"/>
                <a:cs typeface="Montserrat"/>
              </a:defRPr>
            </a:lvl9pPr>
          </a:lstStyle>
          <a:p xmlns:a="http://schemas.openxmlformats.org/drawingml/2006/main">
            <a:pPr algn="l">
              <a:defRPr sz="1050" b="1">
                <a:solidFill>
                  <a:srgbClr val="307FE2"/>
                </a:solidFill>
                <a:latin typeface="Montserrat"/>
                <a:ea typeface="Montserrat"/>
                <a:cs typeface="Montserrat"/>
              </a:defRPr>
            </a:pPr>
            <a:r>
              <a:rPr sz="1050" b="1">
                <a:solidFill>
                  <a:srgbClr val="307FE2"/>
                </a:solidFill>
                <a:latin typeface="Montserrat"/>
                <a:ea typeface="Montserrat"/>
                <a:cs typeface="Montserrat"/>
              </a:rPr>
              <a:t>// BEFORE WE BUILD · MCP</a:t>
            </a:r>
          </a:p>
        </p:txBody>
      </p:sp>
      <p:sp>
        <p:nvSpPr>
          <p:cNvPr id="5" name="">
            <a:extLst xmlns:a="http://schemas.openxmlformats.org/drawingml/2006/main">
              <a:ext uri="{FF2B5EF4-FFF2-40B4-BE49-F238E27FC236}">
                <a16:creationId xmlns:a16="http://schemas.microsoft.com/office/drawing/2014/main" id="{D2FC4423-3023-47E1-A8F2-7A2FEA9952F3}"/>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94A3B8"/>
                </a:solidFill>
                <a:latin typeface="Montserrat"/>
                <a:ea typeface="Montserrat"/>
                <a:cs typeface="Montserrat"/>
              </a:defRPr>
            </a:defPPr>
            <a:lvl1pPr algn="r">
              <a:defRPr sz="900" b="0">
                <a:solidFill>
                  <a:srgbClr val="94A3B8"/>
                </a:solidFill>
                <a:latin typeface="Montserrat"/>
                <a:ea typeface="Montserrat"/>
                <a:cs typeface="Montserrat"/>
              </a:defRPr>
            </a:lvl1pPr>
            <a:lvl2pPr algn="r">
              <a:defRPr sz="900" b="0">
                <a:solidFill>
                  <a:srgbClr val="94A3B8"/>
                </a:solidFill>
                <a:latin typeface="Montserrat"/>
                <a:ea typeface="Montserrat"/>
                <a:cs typeface="Montserrat"/>
              </a:defRPr>
            </a:lvl2pPr>
            <a:lvl3pPr algn="r">
              <a:defRPr sz="900" b="0">
                <a:solidFill>
                  <a:srgbClr val="94A3B8"/>
                </a:solidFill>
                <a:latin typeface="Montserrat"/>
                <a:ea typeface="Montserrat"/>
                <a:cs typeface="Montserrat"/>
              </a:defRPr>
            </a:lvl3pPr>
            <a:lvl4pPr algn="r">
              <a:defRPr sz="900" b="0">
                <a:solidFill>
                  <a:srgbClr val="94A3B8"/>
                </a:solidFill>
                <a:latin typeface="Montserrat"/>
                <a:ea typeface="Montserrat"/>
                <a:cs typeface="Montserrat"/>
              </a:defRPr>
            </a:lvl4pPr>
            <a:lvl5pPr algn="r">
              <a:defRPr sz="900" b="0">
                <a:solidFill>
                  <a:srgbClr val="94A3B8"/>
                </a:solidFill>
                <a:latin typeface="Montserrat"/>
                <a:ea typeface="Montserrat"/>
                <a:cs typeface="Montserrat"/>
              </a:defRPr>
            </a:lvl5pPr>
            <a:lvl6pPr algn="r">
              <a:defRPr sz="900" b="0">
                <a:solidFill>
                  <a:srgbClr val="94A3B8"/>
                </a:solidFill>
                <a:latin typeface="Montserrat"/>
                <a:ea typeface="Montserrat"/>
                <a:cs typeface="Montserrat"/>
              </a:defRPr>
            </a:lvl6pPr>
            <a:lvl7pPr algn="r">
              <a:defRPr sz="900" b="0">
                <a:solidFill>
                  <a:srgbClr val="94A3B8"/>
                </a:solidFill>
                <a:latin typeface="Montserrat"/>
                <a:ea typeface="Montserrat"/>
                <a:cs typeface="Montserrat"/>
              </a:defRPr>
            </a:lvl7pPr>
            <a:lvl8pPr algn="r">
              <a:defRPr sz="900" b="0">
                <a:solidFill>
                  <a:srgbClr val="94A3B8"/>
                </a:solidFill>
                <a:latin typeface="Montserrat"/>
                <a:ea typeface="Montserrat"/>
                <a:cs typeface="Montserrat"/>
              </a:defRPr>
            </a:lvl8pPr>
            <a:lvl9pPr algn="r">
              <a:defRPr sz="900" b="0">
                <a:solidFill>
                  <a:srgbClr val="94A3B8"/>
                </a:solidFill>
                <a:latin typeface="Montserrat"/>
                <a:ea typeface="Montserrat"/>
                <a:cs typeface="Montserrat"/>
              </a:defRPr>
            </a:lvl9pPr>
          </a:lstStyle>
          <a:p xmlns:a="http://schemas.openxmlformats.org/drawingml/2006/main">
            <a:pPr algn="r">
              <a:defRPr sz="900" b="0">
                <a:solidFill>
                  <a:srgbClr val="94A3B8"/>
                </a:solidFill>
                <a:latin typeface="Montserrat"/>
                <a:ea typeface="Montserrat"/>
                <a:cs typeface="Montserrat"/>
              </a:defRPr>
            </a:pPr>
            <a:r>
              <a:rPr sz="900" b="0">
                <a:solidFill>
                  <a:srgbClr val="94A3B8"/>
                </a:solidFill>
                <a:latin typeface="Montserrat"/>
                <a:ea typeface="Montserrat"/>
                <a:cs typeface="Montserrat"/>
              </a:rPr>
              <a:t>0:38–0:46</a:t>
            </a:r>
          </a:p>
        </p:txBody>
      </p:sp>
      <p:sp>
        <p:nvSpPr>
          <p:cNvPr id="6" name="">
            <a:extLst xmlns:a="http://schemas.openxmlformats.org/drawingml/2006/main">
              <a:ext uri="{FF2B5EF4-FFF2-40B4-BE49-F238E27FC236}">
                <a16:creationId xmlns:a16="http://schemas.microsoft.com/office/drawing/2014/main" id="{2657D5B1-C8DA-4B76-9434-F5C6D53F2DF6}"/>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MCP connects agents to tools</a:t>
            </a:r>
          </a:p>
        </p:txBody>
      </p:sp>
      <p:sp>
        <p:nvSpPr>
          <p:cNvPr id="7" name="">
            <a:extLst xmlns:a="http://schemas.openxmlformats.org/drawingml/2006/main">
              <a:ext uri="{FF2B5EF4-FFF2-40B4-BE49-F238E27FC236}">
                <a16:creationId xmlns:a16="http://schemas.microsoft.com/office/drawing/2014/main" id="{118F537F-FF9D-44B7-A512-160CDCED482E}"/>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ONE STANDARD CONNECTION · MANY SYSTEMS</a:t>
            </a:r>
          </a:p>
        </p:txBody>
      </p:sp>
      <p:sp>
        <p:nvSpPr>
          <p:cNvPr id="8" name="">
            <a:extLst xmlns:a="http://schemas.openxmlformats.org/drawingml/2006/main">
              <a:ext uri="{FF2B5EF4-FFF2-40B4-BE49-F238E27FC236}">
                <a16:creationId xmlns:a16="http://schemas.microsoft.com/office/drawing/2014/main" id="{FCB7DF58-EC25-419D-BDC1-61E8967E8590}"/>
              </a:ext>
            </a:extLst>
          </p:cNvPr>
          <p:cNvSpPr>
            <a:spLocks xmlns:a="http://schemas.openxmlformats.org/drawingml/2006/main" noGrp="1"/>
          </p:cNvSpPr>
          <p:nvPr/>
        </p:nvSpPr>
        <p:spPr>
          <a:xfrm xmlns:a="http://schemas.openxmlformats.org/drawingml/2006/main">
            <a:off x="742950" y="2076450"/>
            <a:ext cx="10706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75" b="1">
                <a:solidFill>
                  <a:srgbClr val="0F172A"/>
                </a:solidFill>
                <a:latin typeface="Montserrat"/>
                <a:ea typeface="Montserrat"/>
                <a:cs typeface="Montserrat"/>
              </a:defRPr>
            </a:defPPr>
            <a:lvl1pPr algn="l">
              <a:defRPr sz="1575" b="1">
                <a:solidFill>
                  <a:srgbClr val="0F172A"/>
                </a:solidFill>
                <a:latin typeface="Montserrat"/>
                <a:ea typeface="Montserrat"/>
                <a:cs typeface="Montserrat"/>
              </a:defRPr>
            </a:lvl1pPr>
            <a:lvl2pPr algn="l">
              <a:defRPr sz="1575" b="1">
                <a:solidFill>
                  <a:srgbClr val="0F172A"/>
                </a:solidFill>
                <a:latin typeface="Montserrat"/>
                <a:ea typeface="Montserrat"/>
                <a:cs typeface="Montserrat"/>
              </a:defRPr>
            </a:lvl2pPr>
            <a:lvl3pPr algn="l">
              <a:defRPr sz="1575" b="1">
                <a:solidFill>
                  <a:srgbClr val="0F172A"/>
                </a:solidFill>
                <a:latin typeface="Montserrat"/>
                <a:ea typeface="Montserrat"/>
                <a:cs typeface="Montserrat"/>
              </a:defRPr>
            </a:lvl3pPr>
            <a:lvl4pPr algn="l">
              <a:defRPr sz="1575" b="1">
                <a:solidFill>
                  <a:srgbClr val="0F172A"/>
                </a:solidFill>
                <a:latin typeface="Montserrat"/>
                <a:ea typeface="Montserrat"/>
                <a:cs typeface="Montserrat"/>
              </a:defRPr>
            </a:lvl4pPr>
            <a:lvl5pPr algn="l">
              <a:defRPr sz="1575" b="1">
                <a:solidFill>
                  <a:srgbClr val="0F172A"/>
                </a:solidFill>
                <a:latin typeface="Montserrat"/>
                <a:ea typeface="Montserrat"/>
                <a:cs typeface="Montserrat"/>
              </a:defRPr>
            </a:lvl5pPr>
            <a:lvl6pPr algn="l">
              <a:defRPr sz="1575" b="1">
                <a:solidFill>
                  <a:srgbClr val="0F172A"/>
                </a:solidFill>
                <a:latin typeface="Montserrat"/>
                <a:ea typeface="Montserrat"/>
                <a:cs typeface="Montserrat"/>
              </a:defRPr>
            </a:lvl6pPr>
            <a:lvl7pPr algn="l">
              <a:defRPr sz="1575" b="1">
                <a:solidFill>
                  <a:srgbClr val="0F172A"/>
                </a:solidFill>
                <a:latin typeface="Montserrat"/>
                <a:ea typeface="Montserrat"/>
                <a:cs typeface="Montserrat"/>
              </a:defRPr>
            </a:lvl7pPr>
            <a:lvl8pPr algn="l">
              <a:defRPr sz="1575" b="1">
                <a:solidFill>
                  <a:srgbClr val="0F172A"/>
                </a:solidFill>
                <a:latin typeface="Montserrat"/>
                <a:ea typeface="Montserrat"/>
                <a:cs typeface="Montserrat"/>
              </a:defRPr>
            </a:lvl8pPr>
            <a:lvl9pPr algn="l">
              <a:defRPr sz="1575" b="1">
                <a:solidFill>
                  <a:srgbClr val="0F172A"/>
                </a:solidFill>
                <a:latin typeface="Montserrat"/>
                <a:ea typeface="Montserrat"/>
                <a:cs typeface="Montserrat"/>
              </a:defRPr>
            </a:lvl9pPr>
          </a:lstStyle>
          <a:p xmlns:a="http://schemas.openxmlformats.org/drawingml/2006/main">
            <a:pPr algn="l">
              <a:defRPr sz="1575" b="1">
                <a:solidFill>
                  <a:srgbClr val="0F172A"/>
                </a:solidFill>
                <a:latin typeface="Montserrat"/>
                <a:ea typeface="Montserrat"/>
                <a:cs typeface="Montserrat"/>
              </a:defRPr>
            </a:pPr>
            <a:r>
              <a:rPr sz="1575" b="1">
                <a:solidFill>
                  <a:srgbClr val="0F172A"/>
                </a:solidFill>
                <a:latin typeface="Montserrat"/>
                <a:ea typeface="Montserrat"/>
                <a:cs typeface="Montserrat"/>
              </a:rPr>
              <a:t>An MCP server gives the agent a defined way to read approved context and call approved tools.</a:t>
            </a:r>
          </a:p>
        </p:txBody>
      </p:sp>
      <p:sp>
        <p:nvSpPr>
          <p:cNvPr id="9" name="">
            <a:extLst xmlns:a="http://schemas.openxmlformats.org/drawingml/2006/main">
              <a:ext uri="{FF2B5EF4-FFF2-40B4-BE49-F238E27FC236}">
                <a16:creationId xmlns:a16="http://schemas.microsoft.com/office/drawing/2014/main" id="{09270DBD-4952-478E-8812-9471C3082E30}"/>
              </a:ext>
            </a:extLst>
          </p:cNvPr>
          <p:cNvSpPr>
            <a:spLocks xmlns:a="http://schemas.openxmlformats.org/drawingml/2006/main" noGrp="1"/>
          </p:cNvSpPr>
          <p:nvPr/>
        </p:nvSpPr>
        <p:spPr>
          <a:xfrm xmlns:a="http://schemas.openxmlformats.org/drawingml/2006/main">
            <a:off x="742950" y="278130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01</a:t>
            </a:r>
          </a:p>
        </p:txBody>
      </p:sp>
      <p:sp>
        <p:nvSpPr>
          <p:cNvPr id="10" name="">
            <a:extLst xmlns:a="http://schemas.openxmlformats.org/drawingml/2006/main">
              <a:ext uri="{FF2B5EF4-FFF2-40B4-BE49-F238E27FC236}">
                <a16:creationId xmlns:a16="http://schemas.microsoft.com/office/drawing/2014/main" id="{47653B70-4B76-4EC4-A69A-3DA9DC33601C}"/>
              </a:ext>
            </a:extLst>
          </p:cNvPr>
          <p:cNvSpPr>
            <a:spLocks xmlns:a="http://schemas.openxmlformats.org/drawingml/2006/main" noGrp="1"/>
          </p:cNvSpPr>
          <p:nvPr/>
        </p:nvSpPr>
        <p:spPr>
          <a:xfrm xmlns:a="http://schemas.openxmlformats.org/drawingml/2006/main">
            <a:off x="742950" y="3219450"/>
            <a:ext cx="3378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25" b="1">
                <a:solidFill>
                  <a:srgbClr val="0F172A"/>
                </a:solidFill>
                <a:latin typeface="Montserrat"/>
                <a:ea typeface="Montserrat"/>
                <a:cs typeface="Montserrat"/>
              </a:defRPr>
            </a:defPPr>
            <a:lvl1pPr algn="l">
              <a:defRPr sz="1425" b="1">
                <a:solidFill>
                  <a:srgbClr val="0F172A"/>
                </a:solidFill>
                <a:latin typeface="Montserrat"/>
                <a:ea typeface="Montserrat"/>
                <a:cs typeface="Montserrat"/>
              </a:defRPr>
            </a:lvl1pPr>
            <a:lvl2pPr algn="l">
              <a:defRPr sz="1425" b="1">
                <a:solidFill>
                  <a:srgbClr val="0F172A"/>
                </a:solidFill>
                <a:latin typeface="Montserrat"/>
                <a:ea typeface="Montserrat"/>
                <a:cs typeface="Montserrat"/>
              </a:defRPr>
            </a:lvl2pPr>
            <a:lvl3pPr algn="l">
              <a:defRPr sz="1425" b="1">
                <a:solidFill>
                  <a:srgbClr val="0F172A"/>
                </a:solidFill>
                <a:latin typeface="Montserrat"/>
                <a:ea typeface="Montserrat"/>
                <a:cs typeface="Montserrat"/>
              </a:defRPr>
            </a:lvl3pPr>
            <a:lvl4pPr algn="l">
              <a:defRPr sz="1425" b="1">
                <a:solidFill>
                  <a:srgbClr val="0F172A"/>
                </a:solidFill>
                <a:latin typeface="Montserrat"/>
                <a:ea typeface="Montserrat"/>
                <a:cs typeface="Montserrat"/>
              </a:defRPr>
            </a:lvl4pPr>
            <a:lvl5pPr algn="l">
              <a:defRPr sz="1425" b="1">
                <a:solidFill>
                  <a:srgbClr val="0F172A"/>
                </a:solidFill>
                <a:latin typeface="Montserrat"/>
                <a:ea typeface="Montserrat"/>
                <a:cs typeface="Montserrat"/>
              </a:defRPr>
            </a:lvl5pPr>
            <a:lvl6pPr algn="l">
              <a:defRPr sz="1425" b="1">
                <a:solidFill>
                  <a:srgbClr val="0F172A"/>
                </a:solidFill>
                <a:latin typeface="Montserrat"/>
                <a:ea typeface="Montserrat"/>
                <a:cs typeface="Montserrat"/>
              </a:defRPr>
            </a:lvl6pPr>
            <a:lvl7pPr algn="l">
              <a:defRPr sz="1425" b="1">
                <a:solidFill>
                  <a:srgbClr val="0F172A"/>
                </a:solidFill>
                <a:latin typeface="Montserrat"/>
                <a:ea typeface="Montserrat"/>
                <a:cs typeface="Montserrat"/>
              </a:defRPr>
            </a:lvl7pPr>
            <a:lvl8pPr algn="l">
              <a:defRPr sz="1425" b="1">
                <a:solidFill>
                  <a:srgbClr val="0F172A"/>
                </a:solidFill>
                <a:latin typeface="Montserrat"/>
                <a:ea typeface="Montserrat"/>
                <a:cs typeface="Montserrat"/>
              </a:defRPr>
            </a:lvl8pPr>
            <a:lvl9pPr algn="l">
              <a:defRPr sz="1425" b="1">
                <a:solidFill>
                  <a:srgbClr val="0F172A"/>
                </a:solidFill>
                <a:latin typeface="Montserrat"/>
                <a:ea typeface="Montserrat"/>
                <a:cs typeface="Montserrat"/>
              </a:defRPr>
            </a:lvl9pPr>
          </a:lstStyle>
          <a:p xmlns:a="http://schemas.openxmlformats.org/drawingml/2006/main">
            <a:pPr algn="l">
              <a:defRPr sz="1425" b="1">
                <a:solidFill>
                  <a:srgbClr val="0F172A"/>
                </a:solidFill>
                <a:latin typeface="Montserrat"/>
                <a:ea typeface="Montserrat"/>
                <a:cs typeface="Montserrat"/>
              </a:defRPr>
            </a:pPr>
            <a:r>
              <a:rPr sz="1425" b="1">
                <a:solidFill>
                  <a:srgbClr val="0F172A"/>
                </a:solidFill>
                <a:latin typeface="Montserrat"/>
                <a:ea typeface="Montserrat"/>
                <a:cs typeface="Montserrat"/>
              </a:rPr>
              <a:t>Resources</a:t>
            </a:r>
          </a:p>
        </p:txBody>
      </p:sp>
      <p:sp>
        <p:nvSpPr>
          <p:cNvPr id="11" name="">
            <a:extLst xmlns:a="http://schemas.openxmlformats.org/drawingml/2006/main">
              <a:ext uri="{FF2B5EF4-FFF2-40B4-BE49-F238E27FC236}">
                <a16:creationId xmlns:a16="http://schemas.microsoft.com/office/drawing/2014/main" id="{F3066A97-FC09-44B1-B05E-C7EC35E58A31}"/>
              </a:ext>
            </a:extLst>
          </p:cNvPr>
          <p:cNvSpPr>
            <a:spLocks xmlns:a="http://schemas.openxmlformats.org/drawingml/2006/main" noGrp="1"/>
          </p:cNvSpPr>
          <p:nvPr/>
        </p:nvSpPr>
        <p:spPr>
          <a:xfrm xmlns:a="http://schemas.openxmlformats.org/drawingml/2006/main">
            <a:off x="742950" y="3848100"/>
            <a:ext cx="3378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Read files, records, or reference material that you choose to expose.</a:t>
            </a:r>
          </a:p>
        </p:txBody>
      </p:sp>
      <p:sp>
        <p:nvSpPr>
          <p:cNvPr id="12" name="">
            <a:extLst xmlns:a="http://schemas.openxmlformats.org/drawingml/2006/main">
              <a:ext uri="{FF2B5EF4-FFF2-40B4-BE49-F238E27FC236}">
                <a16:creationId xmlns:a16="http://schemas.microsoft.com/office/drawing/2014/main" id="{28FFA7E6-27E1-440B-B7B8-17AA599D5C46}"/>
              </a:ext>
            </a:extLst>
          </p:cNvPr>
          <p:cNvSpPr>
            <a:spLocks xmlns:a="http://schemas.openxmlformats.org/drawingml/2006/main" noGrp="1"/>
          </p:cNvSpPr>
          <p:nvPr/>
        </p:nvSpPr>
        <p:spPr>
          <a:xfrm xmlns:a="http://schemas.openxmlformats.org/drawingml/2006/main">
            <a:off x="4273550" y="2781300"/>
            <a:ext cx="0" cy="1619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13" name="">
            <a:extLst xmlns:a="http://schemas.openxmlformats.org/drawingml/2006/main">
              <a:ext uri="{FF2B5EF4-FFF2-40B4-BE49-F238E27FC236}">
                <a16:creationId xmlns:a16="http://schemas.microsoft.com/office/drawing/2014/main" id="{FA3E5183-47FC-4287-8619-04B8D7D44EE2}"/>
              </a:ext>
            </a:extLst>
          </p:cNvPr>
          <p:cNvSpPr>
            <a:spLocks xmlns:a="http://schemas.openxmlformats.org/drawingml/2006/main" noGrp="1"/>
          </p:cNvSpPr>
          <p:nvPr/>
        </p:nvSpPr>
        <p:spPr>
          <a:xfrm xmlns:a="http://schemas.openxmlformats.org/drawingml/2006/main">
            <a:off x="4387850" y="278130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02</a:t>
            </a:r>
          </a:p>
        </p:txBody>
      </p:sp>
      <p:sp>
        <p:nvSpPr>
          <p:cNvPr id="14" name="">
            <a:extLst xmlns:a="http://schemas.openxmlformats.org/drawingml/2006/main">
              <a:ext uri="{FF2B5EF4-FFF2-40B4-BE49-F238E27FC236}">
                <a16:creationId xmlns:a16="http://schemas.microsoft.com/office/drawing/2014/main" id="{D265297B-F80B-4791-95C1-38E4CC0EE2F6}"/>
              </a:ext>
            </a:extLst>
          </p:cNvPr>
          <p:cNvSpPr>
            <a:spLocks xmlns:a="http://schemas.openxmlformats.org/drawingml/2006/main" noGrp="1"/>
          </p:cNvSpPr>
          <p:nvPr/>
        </p:nvSpPr>
        <p:spPr>
          <a:xfrm xmlns:a="http://schemas.openxmlformats.org/drawingml/2006/main">
            <a:off x="4387850" y="3219450"/>
            <a:ext cx="3378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25" b="1">
                <a:solidFill>
                  <a:srgbClr val="0F172A"/>
                </a:solidFill>
                <a:latin typeface="Montserrat"/>
                <a:ea typeface="Montserrat"/>
                <a:cs typeface="Montserrat"/>
              </a:defRPr>
            </a:defPPr>
            <a:lvl1pPr algn="l">
              <a:defRPr sz="1425" b="1">
                <a:solidFill>
                  <a:srgbClr val="0F172A"/>
                </a:solidFill>
                <a:latin typeface="Montserrat"/>
                <a:ea typeface="Montserrat"/>
                <a:cs typeface="Montserrat"/>
              </a:defRPr>
            </a:lvl1pPr>
            <a:lvl2pPr algn="l">
              <a:defRPr sz="1425" b="1">
                <a:solidFill>
                  <a:srgbClr val="0F172A"/>
                </a:solidFill>
                <a:latin typeface="Montserrat"/>
                <a:ea typeface="Montserrat"/>
                <a:cs typeface="Montserrat"/>
              </a:defRPr>
            </a:lvl2pPr>
            <a:lvl3pPr algn="l">
              <a:defRPr sz="1425" b="1">
                <a:solidFill>
                  <a:srgbClr val="0F172A"/>
                </a:solidFill>
                <a:latin typeface="Montserrat"/>
                <a:ea typeface="Montserrat"/>
                <a:cs typeface="Montserrat"/>
              </a:defRPr>
            </a:lvl3pPr>
            <a:lvl4pPr algn="l">
              <a:defRPr sz="1425" b="1">
                <a:solidFill>
                  <a:srgbClr val="0F172A"/>
                </a:solidFill>
                <a:latin typeface="Montserrat"/>
                <a:ea typeface="Montserrat"/>
                <a:cs typeface="Montserrat"/>
              </a:defRPr>
            </a:lvl4pPr>
            <a:lvl5pPr algn="l">
              <a:defRPr sz="1425" b="1">
                <a:solidFill>
                  <a:srgbClr val="0F172A"/>
                </a:solidFill>
                <a:latin typeface="Montserrat"/>
                <a:ea typeface="Montserrat"/>
                <a:cs typeface="Montserrat"/>
              </a:defRPr>
            </a:lvl5pPr>
            <a:lvl6pPr algn="l">
              <a:defRPr sz="1425" b="1">
                <a:solidFill>
                  <a:srgbClr val="0F172A"/>
                </a:solidFill>
                <a:latin typeface="Montserrat"/>
                <a:ea typeface="Montserrat"/>
                <a:cs typeface="Montserrat"/>
              </a:defRPr>
            </a:lvl6pPr>
            <a:lvl7pPr algn="l">
              <a:defRPr sz="1425" b="1">
                <a:solidFill>
                  <a:srgbClr val="0F172A"/>
                </a:solidFill>
                <a:latin typeface="Montserrat"/>
                <a:ea typeface="Montserrat"/>
                <a:cs typeface="Montserrat"/>
              </a:defRPr>
            </a:lvl7pPr>
            <a:lvl8pPr algn="l">
              <a:defRPr sz="1425" b="1">
                <a:solidFill>
                  <a:srgbClr val="0F172A"/>
                </a:solidFill>
                <a:latin typeface="Montserrat"/>
                <a:ea typeface="Montserrat"/>
                <a:cs typeface="Montserrat"/>
              </a:defRPr>
            </a:lvl8pPr>
            <a:lvl9pPr algn="l">
              <a:defRPr sz="1425" b="1">
                <a:solidFill>
                  <a:srgbClr val="0F172A"/>
                </a:solidFill>
                <a:latin typeface="Montserrat"/>
                <a:ea typeface="Montserrat"/>
                <a:cs typeface="Montserrat"/>
              </a:defRPr>
            </a:lvl9pPr>
          </a:lstStyle>
          <a:p xmlns:a="http://schemas.openxmlformats.org/drawingml/2006/main">
            <a:pPr algn="l">
              <a:defRPr sz="1425" b="1">
                <a:solidFill>
                  <a:srgbClr val="0F172A"/>
                </a:solidFill>
                <a:latin typeface="Montserrat"/>
                <a:ea typeface="Montserrat"/>
                <a:cs typeface="Montserrat"/>
              </a:defRPr>
            </a:pPr>
            <a:r>
              <a:rPr sz="1425" b="1">
                <a:solidFill>
                  <a:srgbClr val="0F172A"/>
                </a:solidFill>
                <a:latin typeface="Montserrat"/>
                <a:ea typeface="Montserrat"/>
                <a:cs typeface="Montserrat"/>
              </a:rPr>
              <a:t>Tools</a:t>
            </a:r>
          </a:p>
        </p:txBody>
      </p:sp>
      <p:sp>
        <p:nvSpPr>
          <p:cNvPr id="15" name="">
            <a:extLst xmlns:a="http://schemas.openxmlformats.org/drawingml/2006/main">
              <a:ext uri="{FF2B5EF4-FFF2-40B4-BE49-F238E27FC236}">
                <a16:creationId xmlns:a16="http://schemas.microsoft.com/office/drawing/2014/main" id="{FA4D1DBF-F8DE-4761-879E-82A14CE209EE}"/>
              </a:ext>
            </a:extLst>
          </p:cNvPr>
          <p:cNvSpPr>
            <a:spLocks xmlns:a="http://schemas.openxmlformats.org/drawingml/2006/main" noGrp="1"/>
          </p:cNvSpPr>
          <p:nvPr/>
        </p:nvSpPr>
        <p:spPr>
          <a:xfrm xmlns:a="http://schemas.openxmlformats.org/drawingml/2006/main">
            <a:off x="4387850" y="3848100"/>
            <a:ext cx="3378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Take a named action, such as opening an issue or reading a calendar.</a:t>
            </a:r>
          </a:p>
        </p:txBody>
      </p:sp>
      <p:sp>
        <p:nvSpPr>
          <p:cNvPr id="16" name="">
            <a:extLst xmlns:a="http://schemas.openxmlformats.org/drawingml/2006/main">
              <a:ext uri="{FF2B5EF4-FFF2-40B4-BE49-F238E27FC236}">
                <a16:creationId xmlns:a16="http://schemas.microsoft.com/office/drawing/2014/main" id="{19D07478-B613-4B84-B0DB-2B0EEDC856E2}"/>
              </a:ext>
            </a:extLst>
          </p:cNvPr>
          <p:cNvSpPr>
            <a:spLocks xmlns:a="http://schemas.openxmlformats.org/drawingml/2006/main" noGrp="1"/>
          </p:cNvSpPr>
          <p:nvPr/>
        </p:nvSpPr>
        <p:spPr>
          <a:xfrm xmlns:a="http://schemas.openxmlformats.org/drawingml/2006/main">
            <a:off x="7918450" y="2781300"/>
            <a:ext cx="0" cy="1619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17" name="">
            <a:extLst xmlns:a="http://schemas.openxmlformats.org/drawingml/2006/main">
              <a:ext uri="{FF2B5EF4-FFF2-40B4-BE49-F238E27FC236}">
                <a16:creationId xmlns:a16="http://schemas.microsoft.com/office/drawing/2014/main" id="{B8DA302B-1436-42F9-8DC8-2BC4AD074912}"/>
              </a:ext>
            </a:extLst>
          </p:cNvPr>
          <p:cNvSpPr>
            <a:spLocks xmlns:a="http://schemas.openxmlformats.org/drawingml/2006/main" noGrp="1"/>
          </p:cNvSpPr>
          <p:nvPr/>
        </p:nvSpPr>
        <p:spPr>
          <a:xfrm xmlns:a="http://schemas.openxmlformats.org/drawingml/2006/main">
            <a:off x="8032750" y="278130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03</a:t>
            </a:r>
          </a:p>
        </p:txBody>
      </p:sp>
      <p:sp>
        <p:nvSpPr>
          <p:cNvPr id="18" name="">
            <a:extLst xmlns:a="http://schemas.openxmlformats.org/drawingml/2006/main">
              <a:ext uri="{FF2B5EF4-FFF2-40B4-BE49-F238E27FC236}">
                <a16:creationId xmlns:a16="http://schemas.microsoft.com/office/drawing/2014/main" id="{C1A65DB5-2CEC-48BA-A407-BA2C54B64169}"/>
              </a:ext>
            </a:extLst>
          </p:cNvPr>
          <p:cNvSpPr>
            <a:spLocks xmlns:a="http://schemas.openxmlformats.org/drawingml/2006/main" noGrp="1"/>
          </p:cNvSpPr>
          <p:nvPr/>
        </p:nvSpPr>
        <p:spPr>
          <a:xfrm xmlns:a="http://schemas.openxmlformats.org/drawingml/2006/main">
            <a:off x="8032750" y="3219450"/>
            <a:ext cx="3378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25" b="1">
                <a:solidFill>
                  <a:srgbClr val="0F172A"/>
                </a:solidFill>
                <a:latin typeface="Montserrat"/>
                <a:ea typeface="Montserrat"/>
                <a:cs typeface="Montserrat"/>
              </a:defRPr>
            </a:defPPr>
            <a:lvl1pPr algn="l">
              <a:defRPr sz="1425" b="1">
                <a:solidFill>
                  <a:srgbClr val="0F172A"/>
                </a:solidFill>
                <a:latin typeface="Montserrat"/>
                <a:ea typeface="Montserrat"/>
                <a:cs typeface="Montserrat"/>
              </a:defRPr>
            </a:lvl1pPr>
            <a:lvl2pPr algn="l">
              <a:defRPr sz="1425" b="1">
                <a:solidFill>
                  <a:srgbClr val="0F172A"/>
                </a:solidFill>
                <a:latin typeface="Montserrat"/>
                <a:ea typeface="Montserrat"/>
                <a:cs typeface="Montserrat"/>
              </a:defRPr>
            </a:lvl2pPr>
            <a:lvl3pPr algn="l">
              <a:defRPr sz="1425" b="1">
                <a:solidFill>
                  <a:srgbClr val="0F172A"/>
                </a:solidFill>
                <a:latin typeface="Montserrat"/>
                <a:ea typeface="Montserrat"/>
                <a:cs typeface="Montserrat"/>
              </a:defRPr>
            </a:lvl3pPr>
            <a:lvl4pPr algn="l">
              <a:defRPr sz="1425" b="1">
                <a:solidFill>
                  <a:srgbClr val="0F172A"/>
                </a:solidFill>
                <a:latin typeface="Montserrat"/>
                <a:ea typeface="Montserrat"/>
                <a:cs typeface="Montserrat"/>
              </a:defRPr>
            </a:lvl4pPr>
            <a:lvl5pPr algn="l">
              <a:defRPr sz="1425" b="1">
                <a:solidFill>
                  <a:srgbClr val="0F172A"/>
                </a:solidFill>
                <a:latin typeface="Montserrat"/>
                <a:ea typeface="Montserrat"/>
                <a:cs typeface="Montserrat"/>
              </a:defRPr>
            </a:lvl5pPr>
            <a:lvl6pPr algn="l">
              <a:defRPr sz="1425" b="1">
                <a:solidFill>
                  <a:srgbClr val="0F172A"/>
                </a:solidFill>
                <a:latin typeface="Montserrat"/>
                <a:ea typeface="Montserrat"/>
                <a:cs typeface="Montserrat"/>
              </a:defRPr>
            </a:lvl6pPr>
            <a:lvl7pPr algn="l">
              <a:defRPr sz="1425" b="1">
                <a:solidFill>
                  <a:srgbClr val="0F172A"/>
                </a:solidFill>
                <a:latin typeface="Montserrat"/>
                <a:ea typeface="Montserrat"/>
                <a:cs typeface="Montserrat"/>
              </a:defRPr>
            </a:lvl7pPr>
            <a:lvl8pPr algn="l">
              <a:defRPr sz="1425" b="1">
                <a:solidFill>
                  <a:srgbClr val="0F172A"/>
                </a:solidFill>
                <a:latin typeface="Montserrat"/>
                <a:ea typeface="Montserrat"/>
                <a:cs typeface="Montserrat"/>
              </a:defRPr>
            </a:lvl8pPr>
            <a:lvl9pPr algn="l">
              <a:defRPr sz="1425" b="1">
                <a:solidFill>
                  <a:srgbClr val="0F172A"/>
                </a:solidFill>
                <a:latin typeface="Montserrat"/>
                <a:ea typeface="Montserrat"/>
                <a:cs typeface="Montserrat"/>
              </a:defRPr>
            </a:lvl9pPr>
          </a:lstStyle>
          <a:p xmlns:a="http://schemas.openxmlformats.org/drawingml/2006/main">
            <a:pPr algn="l">
              <a:defRPr sz="1425" b="1">
                <a:solidFill>
                  <a:srgbClr val="0F172A"/>
                </a:solidFill>
                <a:latin typeface="Montserrat"/>
                <a:ea typeface="Montserrat"/>
                <a:cs typeface="Montserrat"/>
              </a:defRPr>
            </a:pPr>
            <a:r>
              <a:rPr sz="1425" b="1">
                <a:solidFill>
                  <a:srgbClr val="0F172A"/>
                </a:solidFill>
                <a:latin typeface="Montserrat"/>
                <a:ea typeface="Montserrat"/>
                <a:cs typeface="Montserrat"/>
              </a:rPr>
              <a:t>Prompts</a:t>
            </a:r>
          </a:p>
        </p:txBody>
      </p:sp>
      <p:sp>
        <p:nvSpPr>
          <p:cNvPr id="19" name="">
            <a:extLst xmlns:a="http://schemas.openxmlformats.org/drawingml/2006/main">
              <a:ext uri="{FF2B5EF4-FFF2-40B4-BE49-F238E27FC236}">
                <a16:creationId xmlns:a16="http://schemas.microsoft.com/office/drawing/2014/main" id="{4F207245-A01A-4618-8287-D72BC9C164C0}"/>
              </a:ext>
            </a:extLst>
          </p:cNvPr>
          <p:cNvSpPr>
            <a:spLocks xmlns:a="http://schemas.openxmlformats.org/drawingml/2006/main" noGrp="1"/>
          </p:cNvSpPr>
          <p:nvPr/>
        </p:nvSpPr>
        <p:spPr>
          <a:xfrm xmlns:a="http://schemas.openxmlformats.org/drawingml/2006/main">
            <a:off x="8032750" y="3848100"/>
            <a:ext cx="3378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Reuse a guided workflow that the user or system provides.</a:t>
            </a:r>
          </a:p>
        </p:txBody>
      </p:sp>
      <p:sp>
        <p:nvSpPr>
          <p:cNvPr id="20" name="">
            <a:extLst xmlns:a="http://schemas.openxmlformats.org/drawingml/2006/main">
              <a:ext uri="{FF2B5EF4-FFF2-40B4-BE49-F238E27FC236}">
                <a16:creationId xmlns:a16="http://schemas.microsoft.com/office/drawing/2014/main" id="{4F7EA307-30BF-4D12-8FE6-27DD918C592C}"/>
              </a:ext>
            </a:extLst>
          </p:cNvPr>
          <p:cNvSpPr>
            <a:spLocks xmlns:a="http://schemas.openxmlformats.org/drawingml/2006/main" noGrp="1"/>
          </p:cNvSpPr>
          <p:nvPr/>
        </p:nvSpPr>
        <p:spPr>
          <a:xfrm xmlns:a="http://schemas.openxmlformats.org/drawingml/2006/main">
            <a:off x="647700" y="470535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21" name="">
            <a:extLst xmlns:a="http://schemas.openxmlformats.org/drawingml/2006/main">
              <a:ext uri="{FF2B5EF4-FFF2-40B4-BE49-F238E27FC236}">
                <a16:creationId xmlns:a16="http://schemas.microsoft.com/office/drawing/2014/main" id="{311812EC-D6D4-41BE-BC8F-D2A52772CF1A}"/>
              </a:ext>
            </a:extLst>
          </p:cNvPr>
          <p:cNvSpPr>
            <a:spLocks xmlns:a="http://schemas.openxmlformats.org/drawingml/2006/main" noGrp="1"/>
          </p:cNvSpPr>
          <p:nvPr/>
        </p:nvSpPr>
        <p:spPr>
          <a:xfrm xmlns:a="http://schemas.openxmlformats.org/drawingml/2006/main">
            <a:off x="742950" y="49530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0F172A"/>
                </a:solidFill>
                <a:latin typeface="Montserrat"/>
                <a:ea typeface="Montserrat"/>
                <a:cs typeface="Montserrat"/>
              </a:defRPr>
            </a:defPPr>
            <a:lvl1pPr algn="l">
              <a:defRPr sz="1275" b="1">
                <a:solidFill>
                  <a:srgbClr val="0F172A"/>
                </a:solidFill>
                <a:latin typeface="Montserrat"/>
                <a:ea typeface="Montserrat"/>
                <a:cs typeface="Montserrat"/>
              </a:defRPr>
            </a:lvl1pPr>
            <a:lvl2pPr algn="l">
              <a:defRPr sz="1275" b="1">
                <a:solidFill>
                  <a:srgbClr val="0F172A"/>
                </a:solidFill>
                <a:latin typeface="Montserrat"/>
                <a:ea typeface="Montserrat"/>
                <a:cs typeface="Montserrat"/>
              </a:defRPr>
            </a:lvl2pPr>
            <a:lvl3pPr algn="l">
              <a:defRPr sz="1275" b="1">
                <a:solidFill>
                  <a:srgbClr val="0F172A"/>
                </a:solidFill>
                <a:latin typeface="Montserrat"/>
                <a:ea typeface="Montserrat"/>
                <a:cs typeface="Montserrat"/>
              </a:defRPr>
            </a:lvl3pPr>
            <a:lvl4pPr algn="l">
              <a:defRPr sz="1275" b="1">
                <a:solidFill>
                  <a:srgbClr val="0F172A"/>
                </a:solidFill>
                <a:latin typeface="Montserrat"/>
                <a:ea typeface="Montserrat"/>
                <a:cs typeface="Montserrat"/>
              </a:defRPr>
            </a:lvl4pPr>
            <a:lvl5pPr algn="l">
              <a:defRPr sz="1275" b="1">
                <a:solidFill>
                  <a:srgbClr val="0F172A"/>
                </a:solidFill>
                <a:latin typeface="Montserrat"/>
                <a:ea typeface="Montserrat"/>
                <a:cs typeface="Montserrat"/>
              </a:defRPr>
            </a:lvl5pPr>
            <a:lvl6pPr algn="l">
              <a:defRPr sz="1275" b="1">
                <a:solidFill>
                  <a:srgbClr val="0F172A"/>
                </a:solidFill>
                <a:latin typeface="Montserrat"/>
                <a:ea typeface="Montserrat"/>
                <a:cs typeface="Montserrat"/>
              </a:defRPr>
            </a:lvl6pPr>
            <a:lvl7pPr algn="l">
              <a:defRPr sz="1275" b="1">
                <a:solidFill>
                  <a:srgbClr val="0F172A"/>
                </a:solidFill>
                <a:latin typeface="Montserrat"/>
                <a:ea typeface="Montserrat"/>
                <a:cs typeface="Montserrat"/>
              </a:defRPr>
            </a:lvl7pPr>
            <a:lvl8pPr algn="l">
              <a:defRPr sz="1275" b="1">
                <a:solidFill>
                  <a:srgbClr val="0F172A"/>
                </a:solidFill>
                <a:latin typeface="Montserrat"/>
                <a:ea typeface="Montserrat"/>
                <a:cs typeface="Montserrat"/>
              </a:defRPr>
            </a:lvl8pPr>
            <a:lvl9pPr algn="l">
              <a:defRPr sz="1275" b="1">
                <a:solidFill>
                  <a:srgbClr val="0F172A"/>
                </a:solidFill>
                <a:latin typeface="Montserrat"/>
                <a:ea typeface="Montserrat"/>
                <a:cs typeface="Montserrat"/>
              </a:defRPr>
            </a:lvl9pPr>
          </a:lstStyle>
          <a:p xmlns:a="http://schemas.openxmlformats.org/drawingml/2006/main">
            <a:pPr algn="l">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A connection creates capability. Permission and confirmation still decide what the agent may do.</a:t>
            </a:r>
          </a:p>
        </p:txBody>
      </p:sp>
    </p:spTree>
    <p:extLst>
      <p:ext uri="{BB962C8B-B14F-4D97-AF65-F5344CB8AC3E}">
        <p14:creationId xmlns:p14="http://schemas.microsoft.com/office/powerpoint/2010/main" val="40950602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69414029-CD3B-4A70-AFEB-444F60987D8C}"/>
              </a:ext>
            </a:extLst>
          </p:cNvPr>
          <p:cNvPicPr>
            <a:picLocks xmlns:a="http://schemas.openxmlformats.org/drawingml/2006/main" noChangeAspect="1"/>
          </p:cNvPicPr>
          <p:nvPr/>
        </p:nvPicPr>
        <p:blipFill>
          <a:blip xmlns:r="http://schemas.openxmlformats.org/officeDocument/2006/relationships" xmlns:a="http://schemas.openxmlformats.org/drawingml/2006/main" r:embed="R5a17f1b3af8a4aee"/>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6EE1AB39-9698-42A7-B73B-77DB53CF842C}"/>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12 / 63</a:t>
            </a:r>
            <a:endParaRPr sz="900"/>
          </a:p>
        </p:txBody>
      </p:sp>
      <p:sp>
        <p:nvSpPr>
          <p:cNvPr id="4" name="">
            <a:extLst xmlns:a="http://schemas.openxmlformats.org/drawingml/2006/main">
              <a:ext uri="{FF2B5EF4-FFF2-40B4-BE49-F238E27FC236}">
                <a16:creationId xmlns:a16="http://schemas.microsoft.com/office/drawing/2014/main" id="{41179136-FCEC-4928-8ACA-8E52D6A8CD29}"/>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307FE2"/>
                </a:solidFill>
                <a:latin typeface="Montserrat"/>
                <a:ea typeface="Montserrat"/>
                <a:cs typeface="Montserrat"/>
              </a:defRPr>
            </a:defPPr>
            <a:lvl1pPr algn="l">
              <a:defRPr sz="1050" b="1">
                <a:solidFill>
                  <a:srgbClr val="307FE2"/>
                </a:solidFill>
                <a:latin typeface="Montserrat"/>
                <a:ea typeface="Montserrat"/>
                <a:cs typeface="Montserrat"/>
              </a:defRPr>
            </a:lvl1pPr>
            <a:lvl2pPr algn="l">
              <a:defRPr sz="1050" b="1">
                <a:solidFill>
                  <a:srgbClr val="307FE2"/>
                </a:solidFill>
                <a:latin typeface="Montserrat"/>
                <a:ea typeface="Montserrat"/>
                <a:cs typeface="Montserrat"/>
              </a:defRPr>
            </a:lvl2pPr>
            <a:lvl3pPr algn="l">
              <a:defRPr sz="1050" b="1">
                <a:solidFill>
                  <a:srgbClr val="307FE2"/>
                </a:solidFill>
                <a:latin typeface="Montserrat"/>
                <a:ea typeface="Montserrat"/>
                <a:cs typeface="Montserrat"/>
              </a:defRPr>
            </a:lvl3pPr>
            <a:lvl4pPr algn="l">
              <a:defRPr sz="1050" b="1">
                <a:solidFill>
                  <a:srgbClr val="307FE2"/>
                </a:solidFill>
                <a:latin typeface="Montserrat"/>
                <a:ea typeface="Montserrat"/>
                <a:cs typeface="Montserrat"/>
              </a:defRPr>
            </a:lvl4pPr>
            <a:lvl5pPr algn="l">
              <a:defRPr sz="1050" b="1">
                <a:solidFill>
                  <a:srgbClr val="307FE2"/>
                </a:solidFill>
                <a:latin typeface="Montserrat"/>
                <a:ea typeface="Montserrat"/>
                <a:cs typeface="Montserrat"/>
              </a:defRPr>
            </a:lvl5pPr>
            <a:lvl6pPr algn="l">
              <a:defRPr sz="1050" b="1">
                <a:solidFill>
                  <a:srgbClr val="307FE2"/>
                </a:solidFill>
                <a:latin typeface="Montserrat"/>
                <a:ea typeface="Montserrat"/>
                <a:cs typeface="Montserrat"/>
              </a:defRPr>
            </a:lvl6pPr>
            <a:lvl7pPr algn="l">
              <a:defRPr sz="1050" b="1">
                <a:solidFill>
                  <a:srgbClr val="307FE2"/>
                </a:solidFill>
                <a:latin typeface="Montserrat"/>
                <a:ea typeface="Montserrat"/>
                <a:cs typeface="Montserrat"/>
              </a:defRPr>
            </a:lvl7pPr>
            <a:lvl8pPr algn="l">
              <a:defRPr sz="1050" b="1">
                <a:solidFill>
                  <a:srgbClr val="307FE2"/>
                </a:solidFill>
                <a:latin typeface="Montserrat"/>
                <a:ea typeface="Montserrat"/>
                <a:cs typeface="Montserrat"/>
              </a:defRPr>
            </a:lvl8pPr>
            <a:lvl9pPr algn="l">
              <a:defRPr sz="1050" b="1">
                <a:solidFill>
                  <a:srgbClr val="307FE2"/>
                </a:solidFill>
                <a:latin typeface="Montserrat"/>
                <a:ea typeface="Montserrat"/>
                <a:cs typeface="Montserrat"/>
              </a:defRPr>
            </a:lvl9pPr>
          </a:lstStyle>
          <a:p xmlns:a="http://schemas.openxmlformats.org/drawingml/2006/main">
            <a:pPr algn="l">
              <a:defRPr sz="1050" b="1">
                <a:solidFill>
                  <a:srgbClr val="307FE2"/>
                </a:solidFill>
                <a:latin typeface="Montserrat"/>
                <a:ea typeface="Montserrat"/>
                <a:cs typeface="Montserrat"/>
              </a:defRPr>
            </a:pPr>
            <a:r>
              <a:rPr sz="1050" b="1">
                <a:solidFill>
                  <a:srgbClr val="307FE2"/>
                </a:solidFill>
                <a:latin typeface="Montserrat"/>
                <a:ea typeface="Montserrat"/>
                <a:cs typeface="Montserrat"/>
              </a:rPr>
              <a:t>// BEFORE WE BUILD · COMPOSIO</a:t>
            </a:r>
          </a:p>
        </p:txBody>
      </p:sp>
      <p:sp>
        <p:nvSpPr>
          <p:cNvPr id="5" name="">
            <a:extLst xmlns:a="http://schemas.openxmlformats.org/drawingml/2006/main">
              <a:ext uri="{FF2B5EF4-FFF2-40B4-BE49-F238E27FC236}">
                <a16:creationId xmlns:a16="http://schemas.microsoft.com/office/drawing/2014/main" id="{E948271A-44D2-477F-88D0-D172544649E4}"/>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94A3B8"/>
                </a:solidFill>
                <a:latin typeface="Montserrat"/>
                <a:ea typeface="Montserrat"/>
                <a:cs typeface="Montserrat"/>
              </a:defRPr>
            </a:defPPr>
            <a:lvl1pPr algn="r">
              <a:defRPr sz="900" b="0">
                <a:solidFill>
                  <a:srgbClr val="94A3B8"/>
                </a:solidFill>
                <a:latin typeface="Montserrat"/>
                <a:ea typeface="Montserrat"/>
                <a:cs typeface="Montserrat"/>
              </a:defRPr>
            </a:lvl1pPr>
            <a:lvl2pPr algn="r">
              <a:defRPr sz="900" b="0">
                <a:solidFill>
                  <a:srgbClr val="94A3B8"/>
                </a:solidFill>
                <a:latin typeface="Montserrat"/>
                <a:ea typeface="Montserrat"/>
                <a:cs typeface="Montserrat"/>
              </a:defRPr>
            </a:lvl2pPr>
            <a:lvl3pPr algn="r">
              <a:defRPr sz="900" b="0">
                <a:solidFill>
                  <a:srgbClr val="94A3B8"/>
                </a:solidFill>
                <a:latin typeface="Montserrat"/>
                <a:ea typeface="Montserrat"/>
                <a:cs typeface="Montserrat"/>
              </a:defRPr>
            </a:lvl3pPr>
            <a:lvl4pPr algn="r">
              <a:defRPr sz="900" b="0">
                <a:solidFill>
                  <a:srgbClr val="94A3B8"/>
                </a:solidFill>
                <a:latin typeface="Montserrat"/>
                <a:ea typeface="Montserrat"/>
                <a:cs typeface="Montserrat"/>
              </a:defRPr>
            </a:lvl4pPr>
            <a:lvl5pPr algn="r">
              <a:defRPr sz="900" b="0">
                <a:solidFill>
                  <a:srgbClr val="94A3B8"/>
                </a:solidFill>
                <a:latin typeface="Montserrat"/>
                <a:ea typeface="Montserrat"/>
                <a:cs typeface="Montserrat"/>
              </a:defRPr>
            </a:lvl5pPr>
            <a:lvl6pPr algn="r">
              <a:defRPr sz="900" b="0">
                <a:solidFill>
                  <a:srgbClr val="94A3B8"/>
                </a:solidFill>
                <a:latin typeface="Montserrat"/>
                <a:ea typeface="Montserrat"/>
                <a:cs typeface="Montserrat"/>
              </a:defRPr>
            </a:lvl6pPr>
            <a:lvl7pPr algn="r">
              <a:defRPr sz="900" b="0">
                <a:solidFill>
                  <a:srgbClr val="94A3B8"/>
                </a:solidFill>
                <a:latin typeface="Montserrat"/>
                <a:ea typeface="Montserrat"/>
                <a:cs typeface="Montserrat"/>
              </a:defRPr>
            </a:lvl7pPr>
            <a:lvl8pPr algn="r">
              <a:defRPr sz="900" b="0">
                <a:solidFill>
                  <a:srgbClr val="94A3B8"/>
                </a:solidFill>
                <a:latin typeface="Montserrat"/>
                <a:ea typeface="Montserrat"/>
                <a:cs typeface="Montserrat"/>
              </a:defRPr>
            </a:lvl8pPr>
            <a:lvl9pPr algn="r">
              <a:defRPr sz="900" b="0">
                <a:solidFill>
                  <a:srgbClr val="94A3B8"/>
                </a:solidFill>
                <a:latin typeface="Montserrat"/>
                <a:ea typeface="Montserrat"/>
                <a:cs typeface="Montserrat"/>
              </a:defRPr>
            </a:lvl9pPr>
          </a:lstStyle>
          <a:p xmlns:a="http://schemas.openxmlformats.org/drawingml/2006/main">
            <a:pPr algn="r">
              <a:defRPr sz="900" b="0">
                <a:solidFill>
                  <a:srgbClr val="94A3B8"/>
                </a:solidFill>
                <a:latin typeface="Montserrat"/>
                <a:ea typeface="Montserrat"/>
                <a:cs typeface="Montserrat"/>
              </a:defRPr>
            </a:pPr>
            <a:r>
              <a:rPr sz="900" b="0">
                <a:solidFill>
                  <a:srgbClr val="94A3B8"/>
                </a:solidFill>
                <a:latin typeface="Montserrat"/>
                <a:ea typeface="Montserrat"/>
                <a:cs typeface="Montserrat"/>
              </a:rPr>
              <a:t>0:38–0:46</a:t>
            </a:r>
          </a:p>
        </p:txBody>
      </p:sp>
      <p:sp>
        <p:nvSpPr>
          <p:cNvPr id="6" name="">
            <a:extLst xmlns:a="http://schemas.openxmlformats.org/drawingml/2006/main">
              <a:ext uri="{FF2B5EF4-FFF2-40B4-BE49-F238E27FC236}">
                <a16:creationId xmlns:a16="http://schemas.microsoft.com/office/drawing/2014/main" id="{C4388961-2CE8-4ADD-A788-236DDACCEBD7}"/>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Composio manages the connection</a:t>
            </a:r>
          </a:p>
        </p:txBody>
      </p:sp>
      <p:sp>
        <p:nvSpPr>
          <p:cNvPr id="7" name="">
            <a:extLst xmlns:a="http://schemas.openxmlformats.org/drawingml/2006/main">
              <a:ext uri="{FF2B5EF4-FFF2-40B4-BE49-F238E27FC236}">
                <a16:creationId xmlns:a16="http://schemas.microsoft.com/office/drawing/2014/main" id="{5A439781-B348-414B-BA92-C5A4124E1E8F}"/>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CONNECT THE APP · APPROVE ACCESS · TEST ONE SAFE ACTION</a:t>
            </a:r>
          </a:p>
        </p:txBody>
      </p:sp>
      <p:sp>
        <p:nvSpPr>
          <p:cNvPr id="8" name="">
            <a:extLst xmlns:a="http://schemas.openxmlformats.org/drawingml/2006/main">
              <a:ext uri="{FF2B5EF4-FFF2-40B4-BE49-F238E27FC236}">
                <a16:creationId xmlns:a16="http://schemas.microsoft.com/office/drawing/2014/main" id="{ECCF60F6-F9CA-4FB0-BD1A-67094D82546E}"/>
              </a:ext>
            </a:extLst>
          </p:cNvPr>
          <p:cNvSpPr>
            <a:spLocks xmlns:a="http://schemas.openxmlformats.org/drawingml/2006/main" noGrp="1"/>
          </p:cNvSpPr>
          <p:nvPr/>
        </p:nvSpPr>
        <p:spPr>
          <a:xfrm xmlns:a="http://schemas.openxmlformats.org/drawingml/2006/main">
            <a:off x="742950" y="219075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01</a:t>
            </a:r>
          </a:p>
        </p:txBody>
      </p:sp>
      <p:sp>
        <p:nvSpPr>
          <p:cNvPr id="9" name="">
            <a:extLst xmlns:a="http://schemas.openxmlformats.org/drawingml/2006/main">
              <a:ext uri="{FF2B5EF4-FFF2-40B4-BE49-F238E27FC236}">
                <a16:creationId xmlns:a16="http://schemas.microsoft.com/office/drawing/2014/main" id="{8CD735C2-4EA9-4377-A3E5-62901F40FDD8}"/>
              </a:ext>
            </a:extLst>
          </p:cNvPr>
          <p:cNvSpPr>
            <a:spLocks xmlns:a="http://schemas.openxmlformats.org/drawingml/2006/main" noGrp="1"/>
          </p:cNvSpPr>
          <p:nvPr/>
        </p:nvSpPr>
        <p:spPr>
          <a:xfrm xmlns:a="http://schemas.openxmlformats.org/drawingml/2006/main">
            <a:off x="742950" y="2628900"/>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25" b="1">
                <a:solidFill>
                  <a:srgbClr val="0F172A"/>
                </a:solidFill>
                <a:latin typeface="Montserrat"/>
                <a:ea typeface="Montserrat"/>
                <a:cs typeface="Montserrat"/>
              </a:defRPr>
            </a:defPPr>
            <a:lvl1pPr algn="l">
              <a:defRPr sz="1425" b="1">
                <a:solidFill>
                  <a:srgbClr val="0F172A"/>
                </a:solidFill>
                <a:latin typeface="Montserrat"/>
                <a:ea typeface="Montserrat"/>
                <a:cs typeface="Montserrat"/>
              </a:defRPr>
            </a:lvl1pPr>
            <a:lvl2pPr algn="l">
              <a:defRPr sz="1425" b="1">
                <a:solidFill>
                  <a:srgbClr val="0F172A"/>
                </a:solidFill>
                <a:latin typeface="Montserrat"/>
                <a:ea typeface="Montserrat"/>
                <a:cs typeface="Montserrat"/>
              </a:defRPr>
            </a:lvl2pPr>
            <a:lvl3pPr algn="l">
              <a:defRPr sz="1425" b="1">
                <a:solidFill>
                  <a:srgbClr val="0F172A"/>
                </a:solidFill>
                <a:latin typeface="Montserrat"/>
                <a:ea typeface="Montserrat"/>
                <a:cs typeface="Montserrat"/>
              </a:defRPr>
            </a:lvl3pPr>
            <a:lvl4pPr algn="l">
              <a:defRPr sz="1425" b="1">
                <a:solidFill>
                  <a:srgbClr val="0F172A"/>
                </a:solidFill>
                <a:latin typeface="Montserrat"/>
                <a:ea typeface="Montserrat"/>
                <a:cs typeface="Montserrat"/>
              </a:defRPr>
            </a:lvl4pPr>
            <a:lvl5pPr algn="l">
              <a:defRPr sz="1425" b="1">
                <a:solidFill>
                  <a:srgbClr val="0F172A"/>
                </a:solidFill>
                <a:latin typeface="Montserrat"/>
                <a:ea typeface="Montserrat"/>
                <a:cs typeface="Montserrat"/>
              </a:defRPr>
            </a:lvl5pPr>
            <a:lvl6pPr algn="l">
              <a:defRPr sz="1425" b="1">
                <a:solidFill>
                  <a:srgbClr val="0F172A"/>
                </a:solidFill>
                <a:latin typeface="Montserrat"/>
                <a:ea typeface="Montserrat"/>
                <a:cs typeface="Montserrat"/>
              </a:defRPr>
            </a:lvl6pPr>
            <a:lvl7pPr algn="l">
              <a:defRPr sz="1425" b="1">
                <a:solidFill>
                  <a:srgbClr val="0F172A"/>
                </a:solidFill>
                <a:latin typeface="Montserrat"/>
                <a:ea typeface="Montserrat"/>
                <a:cs typeface="Montserrat"/>
              </a:defRPr>
            </a:lvl7pPr>
            <a:lvl8pPr algn="l">
              <a:defRPr sz="1425" b="1">
                <a:solidFill>
                  <a:srgbClr val="0F172A"/>
                </a:solidFill>
                <a:latin typeface="Montserrat"/>
                <a:ea typeface="Montserrat"/>
                <a:cs typeface="Montserrat"/>
              </a:defRPr>
            </a:lvl8pPr>
            <a:lvl9pPr algn="l">
              <a:defRPr sz="1425" b="1">
                <a:solidFill>
                  <a:srgbClr val="0F172A"/>
                </a:solidFill>
                <a:latin typeface="Montserrat"/>
                <a:ea typeface="Montserrat"/>
                <a:cs typeface="Montserrat"/>
              </a:defRPr>
            </a:lvl9pPr>
          </a:lstStyle>
          <a:p xmlns:a="http://schemas.openxmlformats.org/drawingml/2006/main">
            <a:pPr algn="l">
              <a:defRPr sz="1425" b="1">
                <a:solidFill>
                  <a:srgbClr val="0F172A"/>
                </a:solidFill>
                <a:latin typeface="Montserrat"/>
                <a:ea typeface="Montserrat"/>
                <a:cs typeface="Montserrat"/>
              </a:defRPr>
            </a:pPr>
            <a:r>
              <a:rPr sz="1425" b="1">
                <a:solidFill>
                  <a:srgbClr val="0F172A"/>
                </a:solidFill>
                <a:latin typeface="Montserrat"/>
                <a:ea typeface="Montserrat"/>
                <a:cs typeface="Montserrat"/>
              </a:rPr>
              <a:t>Choose</a:t>
            </a:r>
          </a:p>
        </p:txBody>
      </p:sp>
      <p:sp>
        <p:nvSpPr>
          <p:cNvPr id="10" name="">
            <a:extLst xmlns:a="http://schemas.openxmlformats.org/drawingml/2006/main">
              <a:ext uri="{FF2B5EF4-FFF2-40B4-BE49-F238E27FC236}">
                <a16:creationId xmlns:a16="http://schemas.microsoft.com/office/drawing/2014/main" id="{045137F1-3EFE-4EDF-A522-9AEE9ED9536C}"/>
              </a:ext>
            </a:extLst>
          </p:cNvPr>
          <p:cNvSpPr>
            <a:spLocks xmlns:a="http://schemas.openxmlformats.org/drawingml/2006/main" noGrp="1"/>
          </p:cNvSpPr>
          <p:nvPr/>
        </p:nvSpPr>
        <p:spPr>
          <a:xfrm xmlns:a="http://schemas.openxmlformats.org/drawingml/2006/main">
            <a:off x="742950" y="3257550"/>
            <a:ext cx="2466975"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0">
                <a:solidFill>
                  <a:srgbClr val="475569"/>
                </a:solidFill>
                <a:latin typeface="Montserrat"/>
                <a:ea typeface="Montserrat"/>
                <a:cs typeface="Montserrat"/>
              </a:defRPr>
            </a:defPPr>
            <a:lvl1pPr algn="l">
              <a:defRPr sz="1125" b="0">
                <a:solidFill>
                  <a:srgbClr val="475569"/>
                </a:solidFill>
                <a:latin typeface="Montserrat"/>
                <a:ea typeface="Montserrat"/>
                <a:cs typeface="Montserrat"/>
              </a:defRPr>
            </a:lvl1pPr>
            <a:lvl2pPr algn="l">
              <a:defRPr sz="1125" b="0">
                <a:solidFill>
                  <a:srgbClr val="475569"/>
                </a:solidFill>
                <a:latin typeface="Montserrat"/>
                <a:ea typeface="Montserrat"/>
                <a:cs typeface="Montserrat"/>
              </a:defRPr>
            </a:lvl2pPr>
            <a:lvl3pPr algn="l">
              <a:defRPr sz="1125" b="0">
                <a:solidFill>
                  <a:srgbClr val="475569"/>
                </a:solidFill>
                <a:latin typeface="Montserrat"/>
                <a:ea typeface="Montserrat"/>
                <a:cs typeface="Montserrat"/>
              </a:defRPr>
            </a:lvl3pPr>
            <a:lvl4pPr algn="l">
              <a:defRPr sz="1125" b="0">
                <a:solidFill>
                  <a:srgbClr val="475569"/>
                </a:solidFill>
                <a:latin typeface="Montserrat"/>
                <a:ea typeface="Montserrat"/>
                <a:cs typeface="Montserrat"/>
              </a:defRPr>
            </a:lvl4pPr>
            <a:lvl5pPr algn="l">
              <a:defRPr sz="1125" b="0">
                <a:solidFill>
                  <a:srgbClr val="475569"/>
                </a:solidFill>
                <a:latin typeface="Montserrat"/>
                <a:ea typeface="Montserrat"/>
                <a:cs typeface="Montserrat"/>
              </a:defRPr>
            </a:lvl5pPr>
            <a:lvl6pPr algn="l">
              <a:defRPr sz="1125" b="0">
                <a:solidFill>
                  <a:srgbClr val="475569"/>
                </a:solidFill>
                <a:latin typeface="Montserrat"/>
                <a:ea typeface="Montserrat"/>
                <a:cs typeface="Montserrat"/>
              </a:defRPr>
            </a:lvl6pPr>
            <a:lvl7pPr algn="l">
              <a:defRPr sz="1125" b="0">
                <a:solidFill>
                  <a:srgbClr val="475569"/>
                </a:solidFill>
                <a:latin typeface="Montserrat"/>
                <a:ea typeface="Montserrat"/>
                <a:cs typeface="Montserrat"/>
              </a:defRPr>
            </a:lvl7pPr>
            <a:lvl8pPr algn="l">
              <a:defRPr sz="1125" b="0">
                <a:solidFill>
                  <a:srgbClr val="475569"/>
                </a:solidFill>
                <a:latin typeface="Montserrat"/>
                <a:ea typeface="Montserrat"/>
                <a:cs typeface="Montserrat"/>
              </a:defRPr>
            </a:lvl8pPr>
            <a:lvl9pPr algn="l">
              <a:defRPr sz="1125" b="0">
                <a:solidFill>
                  <a:srgbClr val="475569"/>
                </a:solidFill>
                <a:latin typeface="Montserrat"/>
                <a:ea typeface="Montserrat"/>
                <a:cs typeface="Montserrat"/>
              </a:defRPr>
            </a:lvl9pPr>
          </a:lstStyle>
          <a:p xmlns:a="http://schemas.openxmlformats.org/drawingml/2006/main">
            <a:pPr algn="l">
              <a:defRPr sz="1125" b="0">
                <a:solidFill>
                  <a:srgbClr val="475569"/>
                </a:solidFill>
                <a:latin typeface="Montserrat"/>
                <a:ea typeface="Montserrat"/>
                <a:cs typeface="Montserrat"/>
              </a:defRPr>
            </a:pPr>
            <a:r>
              <a:rPr sz="1125" b="0">
                <a:solidFill>
                  <a:srgbClr val="475569"/>
                </a:solidFill>
                <a:latin typeface="Montserrat"/>
                <a:ea typeface="Montserrat"/>
                <a:cs typeface="Montserrat"/>
              </a:rPr>
              <a:t>Use the native Composio plugin in Codex or Claude Code, or Composio Connect in another MCP client.</a:t>
            </a:r>
          </a:p>
        </p:txBody>
      </p:sp>
      <p:sp>
        <p:nvSpPr>
          <p:cNvPr id="11" name="">
            <a:extLst xmlns:a="http://schemas.openxmlformats.org/drawingml/2006/main">
              <a:ext uri="{FF2B5EF4-FFF2-40B4-BE49-F238E27FC236}">
                <a16:creationId xmlns:a16="http://schemas.microsoft.com/office/drawing/2014/main" id="{533FDF8B-530E-4A8D-9556-238603922A7C}"/>
              </a:ext>
            </a:extLst>
          </p:cNvPr>
          <p:cNvSpPr>
            <a:spLocks xmlns:a="http://schemas.openxmlformats.org/drawingml/2006/main" noGrp="1"/>
          </p:cNvSpPr>
          <p:nvPr/>
        </p:nvSpPr>
        <p:spPr>
          <a:xfrm xmlns:a="http://schemas.openxmlformats.org/drawingml/2006/main">
            <a:off x="3362325" y="2190750"/>
            <a:ext cx="0" cy="21907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12" name="">
            <a:extLst xmlns:a="http://schemas.openxmlformats.org/drawingml/2006/main">
              <a:ext uri="{FF2B5EF4-FFF2-40B4-BE49-F238E27FC236}">
                <a16:creationId xmlns:a16="http://schemas.microsoft.com/office/drawing/2014/main" id="{F7B3E132-E3C4-49A1-8FF2-36168E60A99B}"/>
              </a:ext>
            </a:extLst>
          </p:cNvPr>
          <p:cNvSpPr>
            <a:spLocks xmlns:a="http://schemas.openxmlformats.org/drawingml/2006/main" noGrp="1"/>
          </p:cNvSpPr>
          <p:nvPr/>
        </p:nvSpPr>
        <p:spPr>
          <a:xfrm xmlns:a="http://schemas.openxmlformats.org/drawingml/2006/main">
            <a:off x="3476625" y="219075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02</a:t>
            </a:r>
          </a:p>
        </p:txBody>
      </p:sp>
      <p:sp>
        <p:nvSpPr>
          <p:cNvPr id="13" name="">
            <a:extLst xmlns:a="http://schemas.openxmlformats.org/drawingml/2006/main">
              <a:ext uri="{FF2B5EF4-FFF2-40B4-BE49-F238E27FC236}">
                <a16:creationId xmlns:a16="http://schemas.microsoft.com/office/drawing/2014/main" id="{1FA16A00-9219-4812-9440-905FA1257C32}"/>
              </a:ext>
            </a:extLst>
          </p:cNvPr>
          <p:cNvSpPr>
            <a:spLocks xmlns:a="http://schemas.openxmlformats.org/drawingml/2006/main" noGrp="1"/>
          </p:cNvSpPr>
          <p:nvPr/>
        </p:nvSpPr>
        <p:spPr>
          <a:xfrm xmlns:a="http://schemas.openxmlformats.org/drawingml/2006/main">
            <a:off x="3476625" y="2628900"/>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25" b="1">
                <a:solidFill>
                  <a:srgbClr val="0F172A"/>
                </a:solidFill>
                <a:latin typeface="Montserrat"/>
                <a:ea typeface="Montserrat"/>
                <a:cs typeface="Montserrat"/>
              </a:defRPr>
            </a:defPPr>
            <a:lvl1pPr algn="l">
              <a:defRPr sz="1425" b="1">
                <a:solidFill>
                  <a:srgbClr val="0F172A"/>
                </a:solidFill>
                <a:latin typeface="Montserrat"/>
                <a:ea typeface="Montserrat"/>
                <a:cs typeface="Montserrat"/>
              </a:defRPr>
            </a:lvl1pPr>
            <a:lvl2pPr algn="l">
              <a:defRPr sz="1425" b="1">
                <a:solidFill>
                  <a:srgbClr val="0F172A"/>
                </a:solidFill>
                <a:latin typeface="Montserrat"/>
                <a:ea typeface="Montserrat"/>
                <a:cs typeface="Montserrat"/>
              </a:defRPr>
            </a:lvl2pPr>
            <a:lvl3pPr algn="l">
              <a:defRPr sz="1425" b="1">
                <a:solidFill>
                  <a:srgbClr val="0F172A"/>
                </a:solidFill>
                <a:latin typeface="Montserrat"/>
                <a:ea typeface="Montserrat"/>
                <a:cs typeface="Montserrat"/>
              </a:defRPr>
            </a:lvl3pPr>
            <a:lvl4pPr algn="l">
              <a:defRPr sz="1425" b="1">
                <a:solidFill>
                  <a:srgbClr val="0F172A"/>
                </a:solidFill>
                <a:latin typeface="Montserrat"/>
                <a:ea typeface="Montserrat"/>
                <a:cs typeface="Montserrat"/>
              </a:defRPr>
            </a:lvl4pPr>
            <a:lvl5pPr algn="l">
              <a:defRPr sz="1425" b="1">
                <a:solidFill>
                  <a:srgbClr val="0F172A"/>
                </a:solidFill>
                <a:latin typeface="Montserrat"/>
                <a:ea typeface="Montserrat"/>
                <a:cs typeface="Montserrat"/>
              </a:defRPr>
            </a:lvl5pPr>
            <a:lvl6pPr algn="l">
              <a:defRPr sz="1425" b="1">
                <a:solidFill>
                  <a:srgbClr val="0F172A"/>
                </a:solidFill>
                <a:latin typeface="Montserrat"/>
                <a:ea typeface="Montserrat"/>
                <a:cs typeface="Montserrat"/>
              </a:defRPr>
            </a:lvl6pPr>
            <a:lvl7pPr algn="l">
              <a:defRPr sz="1425" b="1">
                <a:solidFill>
                  <a:srgbClr val="0F172A"/>
                </a:solidFill>
                <a:latin typeface="Montserrat"/>
                <a:ea typeface="Montserrat"/>
                <a:cs typeface="Montserrat"/>
              </a:defRPr>
            </a:lvl7pPr>
            <a:lvl8pPr algn="l">
              <a:defRPr sz="1425" b="1">
                <a:solidFill>
                  <a:srgbClr val="0F172A"/>
                </a:solidFill>
                <a:latin typeface="Montserrat"/>
                <a:ea typeface="Montserrat"/>
                <a:cs typeface="Montserrat"/>
              </a:defRPr>
            </a:lvl8pPr>
            <a:lvl9pPr algn="l">
              <a:defRPr sz="1425" b="1">
                <a:solidFill>
                  <a:srgbClr val="0F172A"/>
                </a:solidFill>
                <a:latin typeface="Montserrat"/>
                <a:ea typeface="Montserrat"/>
                <a:cs typeface="Montserrat"/>
              </a:defRPr>
            </a:lvl9pPr>
          </a:lstStyle>
          <a:p xmlns:a="http://schemas.openxmlformats.org/drawingml/2006/main">
            <a:pPr algn="l">
              <a:defRPr sz="1425" b="1">
                <a:solidFill>
                  <a:srgbClr val="0F172A"/>
                </a:solidFill>
                <a:latin typeface="Montserrat"/>
                <a:ea typeface="Montserrat"/>
                <a:cs typeface="Montserrat"/>
              </a:defRPr>
            </a:pPr>
            <a:r>
              <a:rPr sz="1425" b="1">
                <a:solidFill>
                  <a:srgbClr val="0F172A"/>
                </a:solidFill>
                <a:latin typeface="Montserrat"/>
                <a:ea typeface="Montserrat"/>
                <a:cs typeface="Montserrat"/>
              </a:rPr>
              <a:t>Ask</a:t>
            </a:r>
          </a:p>
        </p:txBody>
      </p:sp>
      <p:sp>
        <p:nvSpPr>
          <p:cNvPr id="14" name="">
            <a:extLst xmlns:a="http://schemas.openxmlformats.org/drawingml/2006/main">
              <a:ext uri="{FF2B5EF4-FFF2-40B4-BE49-F238E27FC236}">
                <a16:creationId xmlns:a16="http://schemas.microsoft.com/office/drawing/2014/main" id="{D8B8098E-5DEE-434D-A9B8-5764ECAFCE95}"/>
              </a:ext>
            </a:extLst>
          </p:cNvPr>
          <p:cNvSpPr>
            <a:spLocks xmlns:a="http://schemas.openxmlformats.org/drawingml/2006/main" noGrp="1"/>
          </p:cNvSpPr>
          <p:nvPr/>
        </p:nvSpPr>
        <p:spPr>
          <a:xfrm xmlns:a="http://schemas.openxmlformats.org/drawingml/2006/main">
            <a:off x="3476625" y="3257550"/>
            <a:ext cx="2466975"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0">
                <a:solidFill>
                  <a:srgbClr val="475569"/>
                </a:solidFill>
                <a:latin typeface="Montserrat"/>
                <a:ea typeface="Montserrat"/>
                <a:cs typeface="Montserrat"/>
              </a:defRPr>
            </a:defPPr>
            <a:lvl1pPr algn="l">
              <a:defRPr sz="1125" b="0">
                <a:solidFill>
                  <a:srgbClr val="475569"/>
                </a:solidFill>
                <a:latin typeface="Montserrat"/>
                <a:ea typeface="Montserrat"/>
                <a:cs typeface="Montserrat"/>
              </a:defRPr>
            </a:lvl1pPr>
            <a:lvl2pPr algn="l">
              <a:defRPr sz="1125" b="0">
                <a:solidFill>
                  <a:srgbClr val="475569"/>
                </a:solidFill>
                <a:latin typeface="Montserrat"/>
                <a:ea typeface="Montserrat"/>
                <a:cs typeface="Montserrat"/>
              </a:defRPr>
            </a:lvl2pPr>
            <a:lvl3pPr algn="l">
              <a:defRPr sz="1125" b="0">
                <a:solidFill>
                  <a:srgbClr val="475569"/>
                </a:solidFill>
                <a:latin typeface="Montserrat"/>
                <a:ea typeface="Montserrat"/>
                <a:cs typeface="Montserrat"/>
              </a:defRPr>
            </a:lvl3pPr>
            <a:lvl4pPr algn="l">
              <a:defRPr sz="1125" b="0">
                <a:solidFill>
                  <a:srgbClr val="475569"/>
                </a:solidFill>
                <a:latin typeface="Montserrat"/>
                <a:ea typeface="Montserrat"/>
                <a:cs typeface="Montserrat"/>
              </a:defRPr>
            </a:lvl4pPr>
            <a:lvl5pPr algn="l">
              <a:defRPr sz="1125" b="0">
                <a:solidFill>
                  <a:srgbClr val="475569"/>
                </a:solidFill>
                <a:latin typeface="Montserrat"/>
                <a:ea typeface="Montserrat"/>
                <a:cs typeface="Montserrat"/>
              </a:defRPr>
            </a:lvl5pPr>
            <a:lvl6pPr algn="l">
              <a:defRPr sz="1125" b="0">
                <a:solidFill>
                  <a:srgbClr val="475569"/>
                </a:solidFill>
                <a:latin typeface="Montserrat"/>
                <a:ea typeface="Montserrat"/>
                <a:cs typeface="Montserrat"/>
              </a:defRPr>
            </a:lvl6pPr>
            <a:lvl7pPr algn="l">
              <a:defRPr sz="1125" b="0">
                <a:solidFill>
                  <a:srgbClr val="475569"/>
                </a:solidFill>
                <a:latin typeface="Montserrat"/>
                <a:ea typeface="Montserrat"/>
                <a:cs typeface="Montserrat"/>
              </a:defRPr>
            </a:lvl7pPr>
            <a:lvl8pPr algn="l">
              <a:defRPr sz="1125" b="0">
                <a:solidFill>
                  <a:srgbClr val="475569"/>
                </a:solidFill>
                <a:latin typeface="Montserrat"/>
                <a:ea typeface="Montserrat"/>
                <a:cs typeface="Montserrat"/>
              </a:defRPr>
            </a:lvl8pPr>
            <a:lvl9pPr algn="l">
              <a:defRPr sz="1125" b="0">
                <a:solidFill>
                  <a:srgbClr val="475569"/>
                </a:solidFill>
                <a:latin typeface="Montserrat"/>
                <a:ea typeface="Montserrat"/>
                <a:cs typeface="Montserrat"/>
              </a:defRPr>
            </a:lvl9pPr>
          </a:lstStyle>
          <a:p xmlns:a="http://schemas.openxmlformats.org/drawingml/2006/main">
            <a:pPr algn="l">
              <a:defRPr sz="1125" b="0">
                <a:solidFill>
                  <a:srgbClr val="475569"/>
                </a:solidFill>
                <a:latin typeface="Montserrat"/>
                <a:ea typeface="Montserrat"/>
                <a:cs typeface="Montserrat"/>
              </a:defRPr>
            </a:pPr>
            <a:r>
              <a:rPr sz="1125" b="0">
                <a:solidFill>
                  <a:srgbClr val="475569"/>
                </a:solidFill>
                <a:latin typeface="Montserrat"/>
                <a:ea typeface="Montserrat"/>
                <a:cs typeface="Montserrat"/>
              </a:rPr>
              <a:t>Tell the agent which app you need, such as GitHub, Gmail, Notion, or Slack.</a:t>
            </a:r>
          </a:p>
        </p:txBody>
      </p:sp>
      <p:sp>
        <p:nvSpPr>
          <p:cNvPr id="15" name="">
            <a:extLst xmlns:a="http://schemas.openxmlformats.org/drawingml/2006/main">
              <a:ext uri="{FF2B5EF4-FFF2-40B4-BE49-F238E27FC236}">
                <a16:creationId xmlns:a16="http://schemas.microsoft.com/office/drawing/2014/main" id="{84AAD785-C1FA-4E9D-8E7D-3B0336A31F31}"/>
              </a:ext>
            </a:extLst>
          </p:cNvPr>
          <p:cNvSpPr>
            <a:spLocks xmlns:a="http://schemas.openxmlformats.org/drawingml/2006/main" noGrp="1"/>
          </p:cNvSpPr>
          <p:nvPr/>
        </p:nvSpPr>
        <p:spPr>
          <a:xfrm xmlns:a="http://schemas.openxmlformats.org/drawingml/2006/main">
            <a:off x="6096000" y="2190750"/>
            <a:ext cx="0" cy="21907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16" name="">
            <a:extLst xmlns:a="http://schemas.openxmlformats.org/drawingml/2006/main">
              <a:ext uri="{FF2B5EF4-FFF2-40B4-BE49-F238E27FC236}">
                <a16:creationId xmlns:a16="http://schemas.microsoft.com/office/drawing/2014/main" id="{5132E9F6-EA36-4198-A1F9-383F1F6F0AB9}"/>
              </a:ext>
            </a:extLst>
          </p:cNvPr>
          <p:cNvSpPr>
            <a:spLocks xmlns:a="http://schemas.openxmlformats.org/drawingml/2006/main" noGrp="1"/>
          </p:cNvSpPr>
          <p:nvPr/>
        </p:nvSpPr>
        <p:spPr>
          <a:xfrm xmlns:a="http://schemas.openxmlformats.org/drawingml/2006/main">
            <a:off x="6210300" y="219075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03</a:t>
            </a:r>
          </a:p>
        </p:txBody>
      </p:sp>
      <p:sp>
        <p:nvSpPr>
          <p:cNvPr id="17" name="">
            <a:extLst xmlns:a="http://schemas.openxmlformats.org/drawingml/2006/main">
              <a:ext uri="{FF2B5EF4-FFF2-40B4-BE49-F238E27FC236}">
                <a16:creationId xmlns:a16="http://schemas.microsoft.com/office/drawing/2014/main" id="{D800416D-768F-4083-81CB-13723130E2EA}"/>
              </a:ext>
            </a:extLst>
          </p:cNvPr>
          <p:cNvSpPr>
            <a:spLocks xmlns:a="http://schemas.openxmlformats.org/drawingml/2006/main" noGrp="1"/>
          </p:cNvSpPr>
          <p:nvPr/>
        </p:nvSpPr>
        <p:spPr>
          <a:xfrm xmlns:a="http://schemas.openxmlformats.org/drawingml/2006/main">
            <a:off x="6210300" y="2628900"/>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25" b="1">
                <a:solidFill>
                  <a:srgbClr val="0F172A"/>
                </a:solidFill>
                <a:latin typeface="Montserrat"/>
                <a:ea typeface="Montserrat"/>
                <a:cs typeface="Montserrat"/>
              </a:defRPr>
            </a:defPPr>
            <a:lvl1pPr algn="l">
              <a:defRPr sz="1425" b="1">
                <a:solidFill>
                  <a:srgbClr val="0F172A"/>
                </a:solidFill>
                <a:latin typeface="Montserrat"/>
                <a:ea typeface="Montserrat"/>
                <a:cs typeface="Montserrat"/>
              </a:defRPr>
            </a:lvl1pPr>
            <a:lvl2pPr algn="l">
              <a:defRPr sz="1425" b="1">
                <a:solidFill>
                  <a:srgbClr val="0F172A"/>
                </a:solidFill>
                <a:latin typeface="Montserrat"/>
                <a:ea typeface="Montserrat"/>
                <a:cs typeface="Montserrat"/>
              </a:defRPr>
            </a:lvl2pPr>
            <a:lvl3pPr algn="l">
              <a:defRPr sz="1425" b="1">
                <a:solidFill>
                  <a:srgbClr val="0F172A"/>
                </a:solidFill>
                <a:latin typeface="Montserrat"/>
                <a:ea typeface="Montserrat"/>
                <a:cs typeface="Montserrat"/>
              </a:defRPr>
            </a:lvl3pPr>
            <a:lvl4pPr algn="l">
              <a:defRPr sz="1425" b="1">
                <a:solidFill>
                  <a:srgbClr val="0F172A"/>
                </a:solidFill>
                <a:latin typeface="Montserrat"/>
                <a:ea typeface="Montserrat"/>
                <a:cs typeface="Montserrat"/>
              </a:defRPr>
            </a:lvl4pPr>
            <a:lvl5pPr algn="l">
              <a:defRPr sz="1425" b="1">
                <a:solidFill>
                  <a:srgbClr val="0F172A"/>
                </a:solidFill>
                <a:latin typeface="Montserrat"/>
                <a:ea typeface="Montserrat"/>
                <a:cs typeface="Montserrat"/>
              </a:defRPr>
            </a:lvl5pPr>
            <a:lvl6pPr algn="l">
              <a:defRPr sz="1425" b="1">
                <a:solidFill>
                  <a:srgbClr val="0F172A"/>
                </a:solidFill>
                <a:latin typeface="Montserrat"/>
                <a:ea typeface="Montserrat"/>
                <a:cs typeface="Montserrat"/>
              </a:defRPr>
            </a:lvl6pPr>
            <a:lvl7pPr algn="l">
              <a:defRPr sz="1425" b="1">
                <a:solidFill>
                  <a:srgbClr val="0F172A"/>
                </a:solidFill>
                <a:latin typeface="Montserrat"/>
                <a:ea typeface="Montserrat"/>
                <a:cs typeface="Montserrat"/>
              </a:defRPr>
            </a:lvl7pPr>
            <a:lvl8pPr algn="l">
              <a:defRPr sz="1425" b="1">
                <a:solidFill>
                  <a:srgbClr val="0F172A"/>
                </a:solidFill>
                <a:latin typeface="Montserrat"/>
                <a:ea typeface="Montserrat"/>
                <a:cs typeface="Montserrat"/>
              </a:defRPr>
            </a:lvl8pPr>
            <a:lvl9pPr algn="l">
              <a:defRPr sz="1425" b="1">
                <a:solidFill>
                  <a:srgbClr val="0F172A"/>
                </a:solidFill>
                <a:latin typeface="Montserrat"/>
                <a:ea typeface="Montserrat"/>
                <a:cs typeface="Montserrat"/>
              </a:defRPr>
            </a:lvl9pPr>
          </a:lstStyle>
          <a:p xmlns:a="http://schemas.openxmlformats.org/drawingml/2006/main">
            <a:pPr algn="l">
              <a:defRPr sz="1425" b="1">
                <a:solidFill>
                  <a:srgbClr val="0F172A"/>
                </a:solidFill>
                <a:latin typeface="Montserrat"/>
                <a:ea typeface="Montserrat"/>
                <a:cs typeface="Montserrat"/>
              </a:defRPr>
            </a:pPr>
            <a:r>
              <a:rPr sz="1425" b="1">
                <a:solidFill>
                  <a:srgbClr val="0F172A"/>
                </a:solidFill>
                <a:latin typeface="Montserrat"/>
                <a:ea typeface="Montserrat"/>
                <a:cs typeface="Montserrat"/>
              </a:rPr>
              <a:t>Approve</a:t>
            </a:r>
          </a:p>
        </p:txBody>
      </p:sp>
      <p:sp>
        <p:nvSpPr>
          <p:cNvPr id="18" name="">
            <a:extLst xmlns:a="http://schemas.openxmlformats.org/drawingml/2006/main">
              <a:ext uri="{FF2B5EF4-FFF2-40B4-BE49-F238E27FC236}">
                <a16:creationId xmlns:a16="http://schemas.microsoft.com/office/drawing/2014/main" id="{5A993544-F093-463A-BD85-D65BF5EFAE6B}"/>
              </a:ext>
            </a:extLst>
          </p:cNvPr>
          <p:cNvSpPr>
            <a:spLocks xmlns:a="http://schemas.openxmlformats.org/drawingml/2006/main" noGrp="1"/>
          </p:cNvSpPr>
          <p:nvPr/>
        </p:nvSpPr>
        <p:spPr>
          <a:xfrm xmlns:a="http://schemas.openxmlformats.org/drawingml/2006/main">
            <a:off x="6210300" y="3257550"/>
            <a:ext cx="2466975"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0">
                <a:solidFill>
                  <a:srgbClr val="475569"/>
                </a:solidFill>
                <a:latin typeface="Montserrat"/>
                <a:ea typeface="Montserrat"/>
                <a:cs typeface="Montserrat"/>
              </a:defRPr>
            </a:defPPr>
            <a:lvl1pPr algn="l">
              <a:defRPr sz="1125" b="0">
                <a:solidFill>
                  <a:srgbClr val="475569"/>
                </a:solidFill>
                <a:latin typeface="Montserrat"/>
                <a:ea typeface="Montserrat"/>
                <a:cs typeface="Montserrat"/>
              </a:defRPr>
            </a:lvl1pPr>
            <a:lvl2pPr algn="l">
              <a:defRPr sz="1125" b="0">
                <a:solidFill>
                  <a:srgbClr val="475569"/>
                </a:solidFill>
                <a:latin typeface="Montserrat"/>
                <a:ea typeface="Montserrat"/>
                <a:cs typeface="Montserrat"/>
              </a:defRPr>
            </a:lvl2pPr>
            <a:lvl3pPr algn="l">
              <a:defRPr sz="1125" b="0">
                <a:solidFill>
                  <a:srgbClr val="475569"/>
                </a:solidFill>
                <a:latin typeface="Montserrat"/>
                <a:ea typeface="Montserrat"/>
                <a:cs typeface="Montserrat"/>
              </a:defRPr>
            </a:lvl3pPr>
            <a:lvl4pPr algn="l">
              <a:defRPr sz="1125" b="0">
                <a:solidFill>
                  <a:srgbClr val="475569"/>
                </a:solidFill>
                <a:latin typeface="Montserrat"/>
                <a:ea typeface="Montserrat"/>
                <a:cs typeface="Montserrat"/>
              </a:defRPr>
            </a:lvl4pPr>
            <a:lvl5pPr algn="l">
              <a:defRPr sz="1125" b="0">
                <a:solidFill>
                  <a:srgbClr val="475569"/>
                </a:solidFill>
                <a:latin typeface="Montserrat"/>
                <a:ea typeface="Montserrat"/>
                <a:cs typeface="Montserrat"/>
              </a:defRPr>
            </a:lvl5pPr>
            <a:lvl6pPr algn="l">
              <a:defRPr sz="1125" b="0">
                <a:solidFill>
                  <a:srgbClr val="475569"/>
                </a:solidFill>
                <a:latin typeface="Montserrat"/>
                <a:ea typeface="Montserrat"/>
                <a:cs typeface="Montserrat"/>
              </a:defRPr>
            </a:lvl6pPr>
            <a:lvl7pPr algn="l">
              <a:defRPr sz="1125" b="0">
                <a:solidFill>
                  <a:srgbClr val="475569"/>
                </a:solidFill>
                <a:latin typeface="Montserrat"/>
                <a:ea typeface="Montserrat"/>
                <a:cs typeface="Montserrat"/>
              </a:defRPr>
            </a:lvl7pPr>
            <a:lvl8pPr algn="l">
              <a:defRPr sz="1125" b="0">
                <a:solidFill>
                  <a:srgbClr val="475569"/>
                </a:solidFill>
                <a:latin typeface="Montserrat"/>
                <a:ea typeface="Montserrat"/>
                <a:cs typeface="Montserrat"/>
              </a:defRPr>
            </a:lvl8pPr>
            <a:lvl9pPr algn="l">
              <a:defRPr sz="1125" b="0">
                <a:solidFill>
                  <a:srgbClr val="475569"/>
                </a:solidFill>
                <a:latin typeface="Montserrat"/>
                <a:ea typeface="Montserrat"/>
                <a:cs typeface="Montserrat"/>
              </a:defRPr>
            </a:lvl9pPr>
          </a:lstStyle>
          <a:p xmlns:a="http://schemas.openxmlformats.org/drawingml/2006/main">
            <a:pPr algn="l">
              <a:defRPr sz="1125" b="0">
                <a:solidFill>
                  <a:srgbClr val="475569"/>
                </a:solidFill>
                <a:latin typeface="Montserrat"/>
                <a:ea typeface="Montserrat"/>
                <a:cs typeface="Montserrat"/>
              </a:defRPr>
            </a:pPr>
            <a:r>
              <a:rPr sz="1125" b="0">
                <a:solidFill>
                  <a:srgbClr val="475569"/>
                </a:solidFill>
                <a:latin typeface="Montserrat"/>
                <a:ea typeface="Montserrat"/>
                <a:cs typeface="Montserrat"/>
              </a:rPr>
              <a:t>Use the app’s own sign-in window. Never paste a password or token into the chat.</a:t>
            </a:r>
          </a:p>
        </p:txBody>
      </p:sp>
      <p:sp>
        <p:nvSpPr>
          <p:cNvPr id="19" name="">
            <a:extLst xmlns:a="http://schemas.openxmlformats.org/drawingml/2006/main">
              <a:ext uri="{FF2B5EF4-FFF2-40B4-BE49-F238E27FC236}">
                <a16:creationId xmlns:a16="http://schemas.microsoft.com/office/drawing/2014/main" id="{5F7A85E5-C77C-410A-829F-653F808E9C44}"/>
              </a:ext>
            </a:extLst>
          </p:cNvPr>
          <p:cNvSpPr>
            <a:spLocks xmlns:a="http://schemas.openxmlformats.org/drawingml/2006/main" noGrp="1"/>
          </p:cNvSpPr>
          <p:nvPr/>
        </p:nvSpPr>
        <p:spPr>
          <a:xfrm xmlns:a="http://schemas.openxmlformats.org/drawingml/2006/main">
            <a:off x="8829675" y="2190750"/>
            <a:ext cx="0" cy="21907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20" name="">
            <a:extLst xmlns:a="http://schemas.openxmlformats.org/drawingml/2006/main">
              <a:ext uri="{FF2B5EF4-FFF2-40B4-BE49-F238E27FC236}">
                <a16:creationId xmlns:a16="http://schemas.microsoft.com/office/drawing/2014/main" id="{81577823-79D4-44BE-9076-6F8714DBC23C}"/>
              </a:ext>
            </a:extLst>
          </p:cNvPr>
          <p:cNvSpPr>
            <a:spLocks xmlns:a="http://schemas.openxmlformats.org/drawingml/2006/main" noGrp="1"/>
          </p:cNvSpPr>
          <p:nvPr/>
        </p:nvSpPr>
        <p:spPr>
          <a:xfrm xmlns:a="http://schemas.openxmlformats.org/drawingml/2006/main">
            <a:off x="8943975" y="219075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04</a:t>
            </a:r>
          </a:p>
        </p:txBody>
      </p:sp>
      <p:sp>
        <p:nvSpPr>
          <p:cNvPr id="21" name="">
            <a:extLst xmlns:a="http://schemas.openxmlformats.org/drawingml/2006/main">
              <a:ext uri="{FF2B5EF4-FFF2-40B4-BE49-F238E27FC236}">
                <a16:creationId xmlns:a16="http://schemas.microsoft.com/office/drawing/2014/main" id="{E01040F5-B29A-4729-AAA3-727DAACB21B7}"/>
              </a:ext>
            </a:extLst>
          </p:cNvPr>
          <p:cNvSpPr>
            <a:spLocks xmlns:a="http://schemas.openxmlformats.org/drawingml/2006/main" noGrp="1"/>
          </p:cNvSpPr>
          <p:nvPr/>
        </p:nvSpPr>
        <p:spPr>
          <a:xfrm xmlns:a="http://schemas.openxmlformats.org/drawingml/2006/main">
            <a:off x="8943975" y="2628900"/>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25" b="1">
                <a:solidFill>
                  <a:srgbClr val="0F172A"/>
                </a:solidFill>
                <a:latin typeface="Montserrat"/>
                <a:ea typeface="Montserrat"/>
                <a:cs typeface="Montserrat"/>
              </a:defRPr>
            </a:defPPr>
            <a:lvl1pPr algn="l">
              <a:defRPr sz="1425" b="1">
                <a:solidFill>
                  <a:srgbClr val="0F172A"/>
                </a:solidFill>
                <a:latin typeface="Montserrat"/>
                <a:ea typeface="Montserrat"/>
                <a:cs typeface="Montserrat"/>
              </a:defRPr>
            </a:lvl1pPr>
            <a:lvl2pPr algn="l">
              <a:defRPr sz="1425" b="1">
                <a:solidFill>
                  <a:srgbClr val="0F172A"/>
                </a:solidFill>
                <a:latin typeface="Montserrat"/>
                <a:ea typeface="Montserrat"/>
                <a:cs typeface="Montserrat"/>
              </a:defRPr>
            </a:lvl2pPr>
            <a:lvl3pPr algn="l">
              <a:defRPr sz="1425" b="1">
                <a:solidFill>
                  <a:srgbClr val="0F172A"/>
                </a:solidFill>
                <a:latin typeface="Montserrat"/>
                <a:ea typeface="Montserrat"/>
                <a:cs typeface="Montserrat"/>
              </a:defRPr>
            </a:lvl3pPr>
            <a:lvl4pPr algn="l">
              <a:defRPr sz="1425" b="1">
                <a:solidFill>
                  <a:srgbClr val="0F172A"/>
                </a:solidFill>
                <a:latin typeface="Montserrat"/>
                <a:ea typeface="Montserrat"/>
                <a:cs typeface="Montserrat"/>
              </a:defRPr>
            </a:lvl4pPr>
            <a:lvl5pPr algn="l">
              <a:defRPr sz="1425" b="1">
                <a:solidFill>
                  <a:srgbClr val="0F172A"/>
                </a:solidFill>
                <a:latin typeface="Montserrat"/>
                <a:ea typeface="Montserrat"/>
                <a:cs typeface="Montserrat"/>
              </a:defRPr>
            </a:lvl5pPr>
            <a:lvl6pPr algn="l">
              <a:defRPr sz="1425" b="1">
                <a:solidFill>
                  <a:srgbClr val="0F172A"/>
                </a:solidFill>
                <a:latin typeface="Montserrat"/>
                <a:ea typeface="Montserrat"/>
                <a:cs typeface="Montserrat"/>
              </a:defRPr>
            </a:lvl6pPr>
            <a:lvl7pPr algn="l">
              <a:defRPr sz="1425" b="1">
                <a:solidFill>
                  <a:srgbClr val="0F172A"/>
                </a:solidFill>
                <a:latin typeface="Montserrat"/>
                <a:ea typeface="Montserrat"/>
                <a:cs typeface="Montserrat"/>
              </a:defRPr>
            </a:lvl7pPr>
            <a:lvl8pPr algn="l">
              <a:defRPr sz="1425" b="1">
                <a:solidFill>
                  <a:srgbClr val="0F172A"/>
                </a:solidFill>
                <a:latin typeface="Montserrat"/>
                <a:ea typeface="Montserrat"/>
                <a:cs typeface="Montserrat"/>
              </a:defRPr>
            </a:lvl8pPr>
            <a:lvl9pPr algn="l">
              <a:defRPr sz="1425" b="1">
                <a:solidFill>
                  <a:srgbClr val="0F172A"/>
                </a:solidFill>
                <a:latin typeface="Montserrat"/>
                <a:ea typeface="Montserrat"/>
                <a:cs typeface="Montserrat"/>
              </a:defRPr>
            </a:lvl9pPr>
          </a:lstStyle>
          <a:p xmlns:a="http://schemas.openxmlformats.org/drawingml/2006/main">
            <a:pPr algn="l">
              <a:defRPr sz="1425" b="1">
                <a:solidFill>
                  <a:srgbClr val="0F172A"/>
                </a:solidFill>
                <a:latin typeface="Montserrat"/>
                <a:ea typeface="Montserrat"/>
                <a:cs typeface="Montserrat"/>
              </a:defRPr>
            </a:pPr>
            <a:r>
              <a:rPr sz="1425" b="1">
                <a:solidFill>
                  <a:srgbClr val="0F172A"/>
                </a:solidFill>
                <a:latin typeface="Montserrat"/>
                <a:ea typeface="Montserrat"/>
                <a:cs typeface="Montserrat"/>
              </a:rPr>
              <a:t>Test</a:t>
            </a:r>
          </a:p>
        </p:txBody>
      </p:sp>
      <p:sp>
        <p:nvSpPr>
          <p:cNvPr id="22" name="">
            <a:extLst xmlns:a="http://schemas.openxmlformats.org/drawingml/2006/main">
              <a:ext uri="{FF2B5EF4-FFF2-40B4-BE49-F238E27FC236}">
                <a16:creationId xmlns:a16="http://schemas.microsoft.com/office/drawing/2014/main" id="{014233E0-F330-42A5-95FE-253B71130094}"/>
              </a:ext>
            </a:extLst>
          </p:cNvPr>
          <p:cNvSpPr>
            <a:spLocks xmlns:a="http://schemas.openxmlformats.org/drawingml/2006/main" noGrp="1"/>
          </p:cNvSpPr>
          <p:nvPr/>
        </p:nvSpPr>
        <p:spPr>
          <a:xfrm xmlns:a="http://schemas.openxmlformats.org/drawingml/2006/main">
            <a:off x="8943975" y="3257550"/>
            <a:ext cx="2466975"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0">
                <a:solidFill>
                  <a:srgbClr val="475569"/>
                </a:solidFill>
                <a:latin typeface="Montserrat"/>
                <a:ea typeface="Montserrat"/>
                <a:cs typeface="Montserrat"/>
              </a:defRPr>
            </a:defPPr>
            <a:lvl1pPr algn="l">
              <a:defRPr sz="1125" b="0">
                <a:solidFill>
                  <a:srgbClr val="475569"/>
                </a:solidFill>
                <a:latin typeface="Montserrat"/>
                <a:ea typeface="Montserrat"/>
                <a:cs typeface="Montserrat"/>
              </a:defRPr>
            </a:lvl1pPr>
            <a:lvl2pPr algn="l">
              <a:defRPr sz="1125" b="0">
                <a:solidFill>
                  <a:srgbClr val="475569"/>
                </a:solidFill>
                <a:latin typeface="Montserrat"/>
                <a:ea typeface="Montserrat"/>
                <a:cs typeface="Montserrat"/>
              </a:defRPr>
            </a:lvl2pPr>
            <a:lvl3pPr algn="l">
              <a:defRPr sz="1125" b="0">
                <a:solidFill>
                  <a:srgbClr val="475569"/>
                </a:solidFill>
                <a:latin typeface="Montserrat"/>
                <a:ea typeface="Montserrat"/>
                <a:cs typeface="Montserrat"/>
              </a:defRPr>
            </a:lvl3pPr>
            <a:lvl4pPr algn="l">
              <a:defRPr sz="1125" b="0">
                <a:solidFill>
                  <a:srgbClr val="475569"/>
                </a:solidFill>
                <a:latin typeface="Montserrat"/>
                <a:ea typeface="Montserrat"/>
                <a:cs typeface="Montserrat"/>
              </a:defRPr>
            </a:lvl4pPr>
            <a:lvl5pPr algn="l">
              <a:defRPr sz="1125" b="0">
                <a:solidFill>
                  <a:srgbClr val="475569"/>
                </a:solidFill>
                <a:latin typeface="Montserrat"/>
                <a:ea typeface="Montserrat"/>
                <a:cs typeface="Montserrat"/>
              </a:defRPr>
            </a:lvl5pPr>
            <a:lvl6pPr algn="l">
              <a:defRPr sz="1125" b="0">
                <a:solidFill>
                  <a:srgbClr val="475569"/>
                </a:solidFill>
                <a:latin typeface="Montserrat"/>
                <a:ea typeface="Montserrat"/>
                <a:cs typeface="Montserrat"/>
              </a:defRPr>
            </a:lvl6pPr>
            <a:lvl7pPr algn="l">
              <a:defRPr sz="1125" b="0">
                <a:solidFill>
                  <a:srgbClr val="475569"/>
                </a:solidFill>
                <a:latin typeface="Montserrat"/>
                <a:ea typeface="Montserrat"/>
                <a:cs typeface="Montserrat"/>
              </a:defRPr>
            </a:lvl7pPr>
            <a:lvl8pPr algn="l">
              <a:defRPr sz="1125" b="0">
                <a:solidFill>
                  <a:srgbClr val="475569"/>
                </a:solidFill>
                <a:latin typeface="Montserrat"/>
                <a:ea typeface="Montserrat"/>
                <a:cs typeface="Montserrat"/>
              </a:defRPr>
            </a:lvl8pPr>
            <a:lvl9pPr algn="l">
              <a:defRPr sz="1125" b="0">
                <a:solidFill>
                  <a:srgbClr val="475569"/>
                </a:solidFill>
                <a:latin typeface="Montserrat"/>
                <a:ea typeface="Montserrat"/>
                <a:cs typeface="Montserrat"/>
              </a:defRPr>
            </a:lvl9pPr>
          </a:lstStyle>
          <a:p xmlns:a="http://schemas.openxmlformats.org/drawingml/2006/main">
            <a:pPr algn="l">
              <a:defRPr sz="1125" b="0">
                <a:solidFill>
                  <a:srgbClr val="475569"/>
                </a:solidFill>
                <a:latin typeface="Montserrat"/>
                <a:ea typeface="Montserrat"/>
                <a:cs typeface="Montserrat"/>
              </a:defRPr>
            </a:pPr>
            <a:r>
              <a:rPr sz="1125" b="0">
                <a:solidFill>
                  <a:srgbClr val="475569"/>
                </a:solidFill>
                <a:latin typeface="Montserrat"/>
                <a:ea typeface="Montserrat"/>
                <a:cs typeface="Montserrat"/>
              </a:rPr>
              <a:t>Start read-only. Confirm the account, tool, and result before any write action.</a:t>
            </a:r>
          </a:p>
        </p:txBody>
      </p:sp>
      <p:sp>
        <p:nvSpPr>
          <p:cNvPr id="23" name="composio-connect-link-v41">
            <a:hlinkClick xmlns:a="http://schemas.openxmlformats.org/drawingml/2006/main" xmlns:r="http://schemas.openxmlformats.org/officeDocument/2006/relationships" r:id="rId1"/>
            <a:extLst xmlns:a="http://schemas.openxmlformats.org/drawingml/2006/main">
              <a:ext uri="{FF2B5EF4-FFF2-40B4-BE49-F238E27FC236}">
                <a16:creationId xmlns:a16="http://schemas.microsoft.com/office/drawing/2014/main" id="{61A210E2-381B-4837-845B-FC56B91012D6}"/>
              </a:ext>
            </a:extLst>
          </p:cNvPr>
          <p:cNvSpPr>
            <a:spLocks xmlns:a="http://schemas.openxmlformats.org/drawingml/2006/main" noGrp="1"/>
          </p:cNvSpPr>
          <p:nvPr/>
        </p:nvSpPr>
        <p:spPr>
          <a:xfrm xmlns:a="http://schemas.openxmlformats.org/drawingml/2006/main">
            <a:off x="742950" y="46482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307FE2"/>
                </a:solidFill>
                <a:latin typeface="Courier New"/>
                <a:ea typeface="Courier New"/>
                <a:cs typeface="Courier New"/>
              </a:defRPr>
            </a:defPPr>
            <a:lvl1pPr algn="l">
              <a:defRPr sz="900" b="1">
                <a:solidFill>
                  <a:srgbClr val="307FE2"/>
                </a:solidFill>
                <a:latin typeface="Courier New"/>
                <a:ea typeface="Courier New"/>
                <a:cs typeface="Courier New"/>
              </a:defRPr>
            </a:lvl1pPr>
            <a:lvl2pPr algn="l">
              <a:defRPr sz="900" b="1">
                <a:solidFill>
                  <a:srgbClr val="307FE2"/>
                </a:solidFill>
                <a:latin typeface="Courier New"/>
                <a:ea typeface="Courier New"/>
                <a:cs typeface="Courier New"/>
              </a:defRPr>
            </a:lvl2pPr>
            <a:lvl3pPr algn="l">
              <a:defRPr sz="900" b="1">
                <a:solidFill>
                  <a:srgbClr val="307FE2"/>
                </a:solidFill>
                <a:latin typeface="Courier New"/>
                <a:ea typeface="Courier New"/>
                <a:cs typeface="Courier New"/>
              </a:defRPr>
            </a:lvl3pPr>
            <a:lvl4pPr algn="l">
              <a:defRPr sz="900" b="1">
                <a:solidFill>
                  <a:srgbClr val="307FE2"/>
                </a:solidFill>
                <a:latin typeface="Courier New"/>
                <a:ea typeface="Courier New"/>
                <a:cs typeface="Courier New"/>
              </a:defRPr>
            </a:lvl4pPr>
            <a:lvl5pPr algn="l">
              <a:defRPr sz="900" b="1">
                <a:solidFill>
                  <a:srgbClr val="307FE2"/>
                </a:solidFill>
                <a:latin typeface="Courier New"/>
                <a:ea typeface="Courier New"/>
                <a:cs typeface="Courier New"/>
              </a:defRPr>
            </a:lvl5pPr>
            <a:lvl6pPr algn="l">
              <a:defRPr sz="900" b="1">
                <a:solidFill>
                  <a:srgbClr val="307FE2"/>
                </a:solidFill>
                <a:latin typeface="Courier New"/>
                <a:ea typeface="Courier New"/>
                <a:cs typeface="Courier New"/>
              </a:defRPr>
            </a:lvl6pPr>
            <a:lvl7pPr algn="l">
              <a:defRPr sz="900" b="1">
                <a:solidFill>
                  <a:srgbClr val="307FE2"/>
                </a:solidFill>
                <a:latin typeface="Courier New"/>
                <a:ea typeface="Courier New"/>
                <a:cs typeface="Courier New"/>
              </a:defRPr>
            </a:lvl7pPr>
            <a:lvl8pPr algn="l">
              <a:defRPr sz="900" b="1">
                <a:solidFill>
                  <a:srgbClr val="307FE2"/>
                </a:solidFill>
                <a:latin typeface="Courier New"/>
                <a:ea typeface="Courier New"/>
                <a:cs typeface="Courier New"/>
              </a:defRPr>
            </a:lvl8pPr>
            <a:lvl9pPr algn="l">
              <a:defRPr sz="900" b="1">
                <a:solidFill>
                  <a:srgbClr val="307FE2"/>
                </a:solidFill>
                <a:latin typeface="Courier New"/>
                <a:ea typeface="Courier New"/>
                <a:cs typeface="Courier New"/>
              </a:defRPr>
            </a:lvl9pPr>
          </a:lstStyle>
          <a:p xmlns:a="http://schemas.openxmlformats.org/drawingml/2006/main">
            <a:pPr algn="l">
              <a:defRPr sz="900" b="1">
                <a:solidFill>
                  <a:srgbClr val="307FE2"/>
                </a:solidFill>
                <a:latin typeface="Courier New"/>
                <a:ea typeface="Courier New"/>
                <a:cs typeface="Courier New"/>
              </a:defRPr>
            </a:pPr>
            <a:r>
              <a:rPr sz="900" b="1">
                <a:solidFill>
                  <a:srgbClr val="307FE2"/>
                </a:solidFill>
                <a:latin typeface="Courier New"/>
                <a:ea typeface="Courier New"/>
                <a:cs typeface="Courier New"/>
              </a:rPr>
              <a:t>OPEN THE COMPOSIO CONNECT GUIDE ↗</a:t>
            </a:r>
          </a:p>
        </p:txBody>
      </p:sp>
      <p:sp>
        <p:nvSpPr>
          <p:cNvPr id="24" name="">
            <a:extLst xmlns:a="http://schemas.openxmlformats.org/drawingml/2006/main">
              <a:ext uri="{FF2B5EF4-FFF2-40B4-BE49-F238E27FC236}">
                <a16:creationId xmlns:a16="http://schemas.microsoft.com/office/drawing/2014/main" id="{9A33BC79-0E11-45C4-8196-FC0523C48950}"/>
              </a:ext>
            </a:extLst>
          </p:cNvPr>
          <p:cNvSpPr>
            <a:spLocks xmlns:a="http://schemas.openxmlformats.org/drawingml/2006/main" noGrp="1"/>
          </p:cNvSpPr>
          <p:nvPr/>
        </p:nvSpPr>
        <p:spPr>
          <a:xfrm xmlns:a="http://schemas.openxmlformats.org/drawingml/2006/main">
            <a:off x="647700" y="489585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25" name="">
            <a:extLst xmlns:a="http://schemas.openxmlformats.org/drawingml/2006/main">
              <a:ext uri="{FF2B5EF4-FFF2-40B4-BE49-F238E27FC236}">
                <a16:creationId xmlns:a16="http://schemas.microsoft.com/office/drawing/2014/main" id="{9F43D407-C6DC-440C-B2BA-92206E1D12F7}"/>
              </a:ext>
            </a:extLst>
          </p:cNvPr>
          <p:cNvSpPr>
            <a:spLocks xmlns:a="http://schemas.openxmlformats.org/drawingml/2006/main" noGrp="1"/>
          </p:cNvSpPr>
          <p:nvPr/>
        </p:nvSpPr>
        <p:spPr>
          <a:xfrm xmlns:a="http://schemas.openxmlformats.org/drawingml/2006/main">
            <a:off x="742950" y="51435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0F172A"/>
                </a:solidFill>
                <a:latin typeface="Montserrat"/>
                <a:ea typeface="Montserrat"/>
                <a:cs typeface="Montserrat"/>
              </a:defRPr>
            </a:defPPr>
            <a:lvl1pPr algn="l">
              <a:defRPr sz="1275" b="1">
                <a:solidFill>
                  <a:srgbClr val="0F172A"/>
                </a:solidFill>
                <a:latin typeface="Montserrat"/>
                <a:ea typeface="Montserrat"/>
                <a:cs typeface="Montserrat"/>
              </a:defRPr>
            </a:lvl1pPr>
            <a:lvl2pPr algn="l">
              <a:defRPr sz="1275" b="1">
                <a:solidFill>
                  <a:srgbClr val="0F172A"/>
                </a:solidFill>
                <a:latin typeface="Montserrat"/>
                <a:ea typeface="Montserrat"/>
                <a:cs typeface="Montserrat"/>
              </a:defRPr>
            </a:lvl2pPr>
            <a:lvl3pPr algn="l">
              <a:defRPr sz="1275" b="1">
                <a:solidFill>
                  <a:srgbClr val="0F172A"/>
                </a:solidFill>
                <a:latin typeface="Montserrat"/>
                <a:ea typeface="Montserrat"/>
                <a:cs typeface="Montserrat"/>
              </a:defRPr>
            </a:lvl3pPr>
            <a:lvl4pPr algn="l">
              <a:defRPr sz="1275" b="1">
                <a:solidFill>
                  <a:srgbClr val="0F172A"/>
                </a:solidFill>
                <a:latin typeface="Montserrat"/>
                <a:ea typeface="Montserrat"/>
                <a:cs typeface="Montserrat"/>
              </a:defRPr>
            </a:lvl4pPr>
            <a:lvl5pPr algn="l">
              <a:defRPr sz="1275" b="1">
                <a:solidFill>
                  <a:srgbClr val="0F172A"/>
                </a:solidFill>
                <a:latin typeface="Montserrat"/>
                <a:ea typeface="Montserrat"/>
                <a:cs typeface="Montserrat"/>
              </a:defRPr>
            </a:lvl5pPr>
            <a:lvl6pPr algn="l">
              <a:defRPr sz="1275" b="1">
                <a:solidFill>
                  <a:srgbClr val="0F172A"/>
                </a:solidFill>
                <a:latin typeface="Montserrat"/>
                <a:ea typeface="Montserrat"/>
                <a:cs typeface="Montserrat"/>
              </a:defRPr>
            </a:lvl6pPr>
            <a:lvl7pPr algn="l">
              <a:defRPr sz="1275" b="1">
                <a:solidFill>
                  <a:srgbClr val="0F172A"/>
                </a:solidFill>
                <a:latin typeface="Montserrat"/>
                <a:ea typeface="Montserrat"/>
                <a:cs typeface="Montserrat"/>
              </a:defRPr>
            </a:lvl7pPr>
            <a:lvl8pPr algn="l">
              <a:defRPr sz="1275" b="1">
                <a:solidFill>
                  <a:srgbClr val="0F172A"/>
                </a:solidFill>
                <a:latin typeface="Montserrat"/>
                <a:ea typeface="Montserrat"/>
                <a:cs typeface="Montserrat"/>
              </a:defRPr>
            </a:lvl8pPr>
            <a:lvl9pPr algn="l">
              <a:defRPr sz="1275" b="1">
                <a:solidFill>
                  <a:srgbClr val="0F172A"/>
                </a:solidFill>
                <a:latin typeface="Montserrat"/>
                <a:ea typeface="Montserrat"/>
                <a:cs typeface="Montserrat"/>
              </a:defRPr>
            </a:lvl9pPr>
          </a:lstStyle>
          <a:p xmlns:a="http://schemas.openxmlformats.org/drawingml/2006/main">
            <a:pPr algn="l">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Read first. Ask before sends, deletes, purchases, or permission changes.</a:t>
            </a:r>
          </a:p>
        </p:txBody>
      </p:sp>
    </p:spTree>
    <p:extLst>
      <p:ext uri="{BB962C8B-B14F-4D97-AF65-F5344CB8AC3E}">
        <p14:creationId xmlns:p14="http://schemas.microsoft.com/office/powerpoint/2010/main" val="40950602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69414029-CD3B-4A70-AFEB-444F60987D8C}"/>
              </a:ext>
            </a:extLst>
          </p:cNvPr>
          <p:cNvPicPr>
            <a:picLocks xmlns:a="http://schemas.openxmlformats.org/drawingml/2006/main" noChangeAspect="1"/>
          </p:cNvPicPr>
          <p:nvPr/>
        </p:nvPicPr>
        <p:blipFill>
          <a:blip xmlns:r="http://schemas.openxmlformats.org/officeDocument/2006/relationships" xmlns:a="http://schemas.openxmlformats.org/drawingml/2006/main" r:embed="R0c059d5bbf714732"/>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6EE1AB39-9698-42A7-B73B-77DB53CF842C}"/>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13 / 63</a:t>
            </a:r>
            <a:endParaRPr sz="900"/>
          </a:p>
        </p:txBody>
      </p:sp>
      <p:sp>
        <p:nvSpPr>
          <p:cNvPr id="4" name="">
            <a:extLst xmlns:a="http://schemas.openxmlformats.org/drawingml/2006/main">
              <a:ext uri="{FF2B5EF4-FFF2-40B4-BE49-F238E27FC236}">
                <a16:creationId xmlns:a16="http://schemas.microsoft.com/office/drawing/2014/main" id="{65060403-0265-4B53-902D-25923AB9B266}"/>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307FE2"/>
                </a:solidFill>
                <a:latin typeface="Montserrat"/>
                <a:ea typeface="Montserrat"/>
                <a:cs typeface="Montserrat"/>
              </a:defRPr>
            </a:defPPr>
            <a:lvl1pPr algn="l">
              <a:defRPr sz="1050" b="1">
                <a:solidFill>
                  <a:srgbClr val="307FE2"/>
                </a:solidFill>
                <a:latin typeface="Montserrat"/>
                <a:ea typeface="Montserrat"/>
                <a:cs typeface="Montserrat"/>
              </a:defRPr>
            </a:lvl1pPr>
            <a:lvl2pPr algn="l">
              <a:defRPr sz="1050" b="1">
                <a:solidFill>
                  <a:srgbClr val="307FE2"/>
                </a:solidFill>
                <a:latin typeface="Montserrat"/>
                <a:ea typeface="Montserrat"/>
                <a:cs typeface="Montserrat"/>
              </a:defRPr>
            </a:lvl2pPr>
            <a:lvl3pPr algn="l">
              <a:defRPr sz="1050" b="1">
                <a:solidFill>
                  <a:srgbClr val="307FE2"/>
                </a:solidFill>
                <a:latin typeface="Montserrat"/>
                <a:ea typeface="Montserrat"/>
                <a:cs typeface="Montserrat"/>
              </a:defRPr>
            </a:lvl3pPr>
            <a:lvl4pPr algn="l">
              <a:defRPr sz="1050" b="1">
                <a:solidFill>
                  <a:srgbClr val="307FE2"/>
                </a:solidFill>
                <a:latin typeface="Montserrat"/>
                <a:ea typeface="Montserrat"/>
                <a:cs typeface="Montserrat"/>
              </a:defRPr>
            </a:lvl4pPr>
            <a:lvl5pPr algn="l">
              <a:defRPr sz="1050" b="1">
                <a:solidFill>
                  <a:srgbClr val="307FE2"/>
                </a:solidFill>
                <a:latin typeface="Montserrat"/>
                <a:ea typeface="Montserrat"/>
                <a:cs typeface="Montserrat"/>
              </a:defRPr>
            </a:lvl5pPr>
            <a:lvl6pPr algn="l">
              <a:defRPr sz="1050" b="1">
                <a:solidFill>
                  <a:srgbClr val="307FE2"/>
                </a:solidFill>
                <a:latin typeface="Montserrat"/>
                <a:ea typeface="Montserrat"/>
                <a:cs typeface="Montserrat"/>
              </a:defRPr>
            </a:lvl6pPr>
            <a:lvl7pPr algn="l">
              <a:defRPr sz="1050" b="1">
                <a:solidFill>
                  <a:srgbClr val="307FE2"/>
                </a:solidFill>
                <a:latin typeface="Montserrat"/>
                <a:ea typeface="Montserrat"/>
                <a:cs typeface="Montserrat"/>
              </a:defRPr>
            </a:lvl7pPr>
            <a:lvl8pPr algn="l">
              <a:defRPr sz="1050" b="1">
                <a:solidFill>
                  <a:srgbClr val="307FE2"/>
                </a:solidFill>
                <a:latin typeface="Montserrat"/>
                <a:ea typeface="Montserrat"/>
                <a:cs typeface="Montserrat"/>
              </a:defRPr>
            </a:lvl8pPr>
            <a:lvl9pPr algn="l">
              <a:defRPr sz="1050" b="1">
                <a:solidFill>
                  <a:srgbClr val="307FE2"/>
                </a:solidFill>
                <a:latin typeface="Montserrat"/>
                <a:ea typeface="Montserrat"/>
                <a:cs typeface="Montserrat"/>
              </a:defRPr>
            </a:lvl9pPr>
          </a:lstStyle>
          <a:p xmlns:a="http://schemas.openxmlformats.org/drawingml/2006/main">
            <a:pPr algn="l">
              <a:defRPr sz="1050" b="1">
                <a:solidFill>
                  <a:srgbClr val="307FE2"/>
                </a:solidFill>
                <a:latin typeface="Montserrat"/>
                <a:ea typeface="Montserrat"/>
                <a:cs typeface="Montserrat"/>
              </a:defRPr>
            </a:pPr>
            <a:r>
              <a:rPr sz="1050" b="1">
                <a:solidFill>
                  <a:srgbClr val="307FE2"/>
                </a:solidFill>
                <a:latin typeface="Montserrat"/>
                <a:ea typeface="Montserrat"/>
                <a:cs typeface="Montserrat"/>
              </a:rPr>
              <a:t>// BEFORE WE BUILD · CONTEXT</a:t>
            </a:r>
          </a:p>
        </p:txBody>
      </p:sp>
      <p:sp>
        <p:nvSpPr>
          <p:cNvPr id="5" name="">
            <a:extLst xmlns:a="http://schemas.openxmlformats.org/drawingml/2006/main">
              <a:ext uri="{FF2B5EF4-FFF2-40B4-BE49-F238E27FC236}">
                <a16:creationId xmlns:a16="http://schemas.microsoft.com/office/drawing/2014/main" id="{E61E1445-564C-4753-9F12-CBD016749B8E}"/>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94A3B8"/>
                </a:solidFill>
                <a:latin typeface="Montserrat"/>
                <a:ea typeface="Montserrat"/>
                <a:cs typeface="Montserrat"/>
              </a:defRPr>
            </a:defPPr>
            <a:lvl1pPr algn="r">
              <a:defRPr sz="900" b="0">
                <a:solidFill>
                  <a:srgbClr val="94A3B8"/>
                </a:solidFill>
                <a:latin typeface="Montserrat"/>
                <a:ea typeface="Montserrat"/>
                <a:cs typeface="Montserrat"/>
              </a:defRPr>
            </a:lvl1pPr>
            <a:lvl2pPr algn="r">
              <a:defRPr sz="900" b="0">
                <a:solidFill>
                  <a:srgbClr val="94A3B8"/>
                </a:solidFill>
                <a:latin typeface="Montserrat"/>
                <a:ea typeface="Montserrat"/>
                <a:cs typeface="Montserrat"/>
              </a:defRPr>
            </a:lvl2pPr>
            <a:lvl3pPr algn="r">
              <a:defRPr sz="900" b="0">
                <a:solidFill>
                  <a:srgbClr val="94A3B8"/>
                </a:solidFill>
                <a:latin typeface="Montserrat"/>
                <a:ea typeface="Montserrat"/>
                <a:cs typeface="Montserrat"/>
              </a:defRPr>
            </a:lvl3pPr>
            <a:lvl4pPr algn="r">
              <a:defRPr sz="900" b="0">
                <a:solidFill>
                  <a:srgbClr val="94A3B8"/>
                </a:solidFill>
                <a:latin typeface="Montserrat"/>
                <a:ea typeface="Montserrat"/>
                <a:cs typeface="Montserrat"/>
              </a:defRPr>
            </a:lvl4pPr>
            <a:lvl5pPr algn="r">
              <a:defRPr sz="900" b="0">
                <a:solidFill>
                  <a:srgbClr val="94A3B8"/>
                </a:solidFill>
                <a:latin typeface="Montserrat"/>
                <a:ea typeface="Montserrat"/>
                <a:cs typeface="Montserrat"/>
              </a:defRPr>
            </a:lvl5pPr>
            <a:lvl6pPr algn="r">
              <a:defRPr sz="900" b="0">
                <a:solidFill>
                  <a:srgbClr val="94A3B8"/>
                </a:solidFill>
                <a:latin typeface="Montserrat"/>
                <a:ea typeface="Montserrat"/>
                <a:cs typeface="Montserrat"/>
              </a:defRPr>
            </a:lvl6pPr>
            <a:lvl7pPr algn="r">
              <a:defRPr sz="900" b="0">
                <a:solidFill>
                  <a:srgbClr val="94A3B8"/>
                </a:solidFill>
                <a:latin typeface="Montserrat"/>
                <a:ea typeface="Montserrat"/>
                <a:cs typeface="Montserrat"/>
              </a:defRPr>
            </a:lvl7pPr>
            <a:lvl8pPr algn="r">
              <a:defRPr sz="900" b="0">
                <a:solidFill>
                  <a:srgbClr val="94A3B8"/>
                </a:solidFill>
                <a:latin typeface="Montserrat"/>
                <a:ea typeface="Montserrat"/>
                <a:cs typeface="Montserrat"/>
              </a:defRPr>
            </a:lvl8pPr>
            <a:lvl9pPr algn="r">
              <a:defRPr sz="900" b="0">
                <a:solidFill>
                  <a:srgbClr val="94A3B8"/>
                </a:solidFill>
                <a:latin typeface="Montserrat"/>
                <a:ea typeface="Montserrat"/>
                <a:cs typeface="Montserrat"/>
              </a:defRPr>
            </a:lvl9pPr>
          </a:lstStyle>
          <a:p xmlns:a="http://schemas.openxmlformats.org/drawingml/2006/main">
            <a:pPr algn="r">
              <a:defRPr sz="900" b="0">
                <a:solidFill>
                  <a:srgbClr val="94A3B8"/>
                </a:solidFill>
                <a:latin typeface="Montserrat"/>
                <a:ea typeface="Montserrat"/>
                <a:cs typeface="Montserrat"/>
              </a:defRPr>
            </a:pPr>
            <a:r>
              <a:rPr sz="900" b="0">
                <a:solidFill>
                  <a:srgbClr val="94A3B8"/>
                </a:solidFill>
                <a:latin typeface="Montserrat"/>
                <a:ea typeface="Montserrat"/>
                <a:cs typeface="Montserrat"/>
              </a:rPr>
              <a:t>0:46–0:56</a:t>
            </a:r>
          </a:p>
        </p:txBody>
      </p:sp>
      <p:sp>
        <p:nvSpPr>
          <p:cNvPr id="6" name="">
            <a:extLst xmlns:a="http://schemas.openxmlformats.org/drawingml/2006/main">
              <a:ext uri="{FF2B5EF4-FFF2-40B4-BE49-F238E27FC236}">
                <a16:creationId xmlns:a16="http://schemas.microsoft.com/office/drawing/2014/main" id="{3D40D6A3-E466-473D-8A57-58CBD9BFB9CA}"/>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Keep the working set useful</a:t>
            </a:r>
          </a:p>
        </p:txBody>
      </p:sp>
      <p:sp>
        <p:nvSpPr>
          <p:cNvPr id="7" name="">
            <a:extLst xmlns:a="http://schemas.openxmlformats.org/drawingml/2006/main">
              <a:ext uri="{FF2B5EF4-FFF2-40B4-BE49-F238E27FC236}">
                <a16:creationId xmlns:a16="http://schemas.microsoft.com/office/drawing/2014/main" id="{D7741247-3312-4A94-9499-835B66DC6A6D}"/>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SMALL CONTEXT · DURABLE PROJECT MEMORY</a:t>
            </a:r>
          </a:p>
        </p:txBody>
      </p:sp>
      <p:sp>
        <p:nvSpPr>
          <p:cNvPr id="8" name="">
            <a:extLst xmlns:a="http://schemas.openxmlformats.org/drawingml/2006/main">
              <a:ext uri="{FF2B5EF4-FFF2-40B4-BE49-F238E27FC236}">
                <a16:creationId xmlns:a16="http://schemas.microsoft.com/office/drawing/2014/main" id="{842D5E85-375B-40A8-ACB3-D5E7CDF13061}"/>
              </a:ext>
            </a:extLst>
          </p:cNvPr>
          <p:cNvSpPr>
            <a:spLocks xmlns:a="http://schemas.openxmlformats.org/drawingml/2006/main" noGrp="1"/>
          </p:cNvSpPr>
          <p:nvPr/>
        </p:nvSpPr>
        <p:spPr>
          <a:xfrm xmlns:a="http://schemas.openxmlformats.org/drawingml/2006/main">
            <a:off x="742950" y="215265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01</a:t>
            </a:r>
          </a:p>
        </p:txBody>
      </p:sp>
      <p:sp>
        <p:nvSpPr>
          <p:cNvPr id="9" name="">
            <a:extLst xmlns:a="http://schemas.openxmlformats.org/drawingml/2006/main">
              <a:ext uri="{FF2B5EF4-FFF2-40B4-BE49-F238E27FC236}">
                <a16:creationId xmlns:a16="http://schemas.microsoft.com/office/drawing/2014/main" id="{9193288E-42A6-4071-8C4B-949D88010E6C}"/>
              </a:ext>
            </a:extLst>
          </p:cNvPr>
          <p:cNvSpPr>
            <a:spLocks xmlns:a="http://schemas.openxmlformats.org/drawingml/2006/main" noGrp="1"/>
          </p:cNvSpPr>
          <p:nvPr/>
        </p:nvSpPr>
        <p:spPr>
          <a:xfrm xmlns:a="http://schemas.openxmlformats.org/drawingml/2006/main">
            <a:off x="742950" y="2590800"/>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25" b="1">
                <a:solidFill>
                  <a:srgbClr val="0F172A"/>
                </a:solidFill>
                <a:latin typeface="Montserrat"/>
                <a:ea typeface="Montserrat"/>
                <a:cs typeface="Montserrat"/>
              </a:defRPr>
            </a:defPPr>
            <a:lvl1pPr algn="l">
              <a:defRPr sz="1425" b="1">
                <a:solidFill>
                  <a:srgbClr val="0F172A"/>
                </a:solidFill>
                <a:latin typeface="Montserrat"/>
                <a:ea typeface="Montserrat"/>
                <a:cs typeface="Montserrat"/>
              </a:defRPr>
            </a:lvl1pPr>
            <a:lvl2pPr algn="l">
              <a:defRPr sz="1425" b="1">
                <a:solidFill>
                  <a:srgbClr val="0F172A"/>
                </a:solidFill>
                <a:latin typeface="Montserrat"/>
                <a:ea typeface="Montserrat"/>
                <a:cs typeface="Montserrat"/>
              </a:defRPr>
            </a:lvl2pPr>
            <a:lvl3pPr algn="l">
              <a:defRPr sz="1425" b="1">
                <a:solidFill>
                  <a:srgbClr val="0F172A"/>
                </a:solidFill>
                <a:latin typeface="Montserrat"/>
                <a:ea typeface="Montserrat"/>
                <a:cs typeface="Montserrat"/>
              </a:defRPr>
            </a:lvl3pPr>
            <a:lvl4pPr algn="l">
              <a:defRPr sz="1425" b="1">
                <a:solidFill>
                  <a:srgbClr val="0F172A"/>
                </a:solidFill>
                <a:latin typeface="Montserrat"/>
                <a:ea typeface="Montserrat"/>
                <a:cs typeface="Montserrat"/>
              </a:defRPr>
            </a:lvl4pPr>
            <a:lvl5pPr algn="l">
              <a:defRPr sz="1425" b="1">
                <a:solidFill>
                  <a:srgbClr val="0F172A"/>
                </a:solidFill>
                <a:latin typeface="Montserrat"/>
                <a:ea typeface="Montserrat"/>
                <a:cs typeface="Montserrat"/>
              </a:defRPr>
            </a:lvl5pPr>
            <a:lvl6pPr algn="l">
              <a:defRPr sz="1425" b="1">
                <a:solidFill>
                  <a:srgbClr val="0F172A"/>
                </a:solidFill>
                <a:latin typeface="Montserrat"/>
                <a:ea typeface="Montserrat"/>
                <a:cs typeface="Montserrat"/>
              </a:defRPr>
            </a:lvl6pPr>
            <a:lvl7pPr algn="l">
              <a:defRPr sz="1425" b="1">
                <a:solidFill>
                  <a:srgbClr val="0F172A"/>
                </a:solidFill>
                <a:latin typeface="Montserrat"/>
                <a:ea typeface="Montserrat"/>
                <a:cs typeface="Montserrat"/>
              </a:defRPr>
            </a:lvl7pPr>
            <a:lvl8pPr algn="l">
              <a:defRPr sz="1425" b="1">
                <a:solidFill>
                  <a:srgbClr val="0F172A"/>
                </a:solidFill>
                <a:latin typeface="Montserrat"/>
                <a:ea typeface="Montserrat"/>
                <a:cs typeface="Montserrat"/>
              </a:defRPr>
            </a:lvl8pPr>
            <a:lvl9pPr algn="l">
              <a:defRPr sz="1425" b="1">
                <a:solidFill>
                  <a:srgbClr val="0F172A"/>
                </a:solidFill>
                <a:latin typeface="Montserrat"/>
                <a:ea typeface="Montserrat"/>
                <a:cs typeface="Montserrat"/>
              </a:defRPr>
            </a:lvl9pPr>
          </a:lstStyle>
          <a:p xmlns:a="http://schemas.openxmlformats.org/drawingml/2006/main">
            <a:pPr algn="l">
              <a:defRPr sz="1425" b="1">
                <a:solidFill>
                  <a:srgbClr val="0F172A"/>
                </a:solidFill>
                <a:latin typeface="Montserrat"/>
                <a:ea typeface="Montserrat"/>
                <a:cs typeface="Montserrat"/>
              </a:defRPr>
            </a:pPr>
            <a:r>
              <a:rPr sz="1425" b="1">
                <a:solidFill>
                  <a:srgbClr val="0F172A"/>
                </a:solidFill>
                <a:latin typeface="Montserrat"/>
                <a:ea typeface="Montserrat"/>
                <a:cs typeface="Montserrat"/>
              </a:rPr>
              <a:t>Load less</a:t>
            </a:r>
          </a:p>
        </p:txBody>
      </p:sp>
      <p:sp>
        <p:nvSpPr>
          <p:cNvPr id="10" name="">
            <a:extLst xmlns:a="http://schemas.openxmlformats.org/drawingml/2006/main">
              <a:ext uri="{FF2B5EF4-FFF2-40B4-BE49-F238E27FC236}">
                <a16:creationId xmlns:a16="http://schemas.microsoft.com/office/drawing/2014/main" id="{BE3EBF81-D52F-4CB5-BC5C-FC6B5AA4098B}"/>
              </a:ext>
            </a:extLst>
          </p:cNvPr>
          <p:cNvSpPr>
            <a:spLocks xmlns:a="http://schemas.openxmlformats.org/drawingml/2006/main" noGrp="1"/>
          </p:cNvSpPr>
          <p:nvPr/>
        </p:nvSpPr>
        <p:spPr>
          <a:xfrm xmlns:a="http://schemas.openxmlformats.org/drawingml/2006/main">
            <a:off x="742950" y="3219450"/>
            <a:ext cx="24669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Open the project guide and the files for this checkpoint, not the whole repository.</a:t>
            </a:r>
          </a:p>
        </p:txBody>
      </p:sp>
      <p:sp>
        <p:nvSpPr>
          <p:cNvPr id="11" name="">
            <a:extLst xmlns:a="http://schemas.openxmlformats.org/drawingml/2006/main">
              <a:ext uri="{FF2B5EF4-FFF2-40B4-BE49-F238E27FC236}">
                <a16:creationId xmlns:a16="http://schemas.microsoft.com/office/drawing/2014/main" id="{B169CC9A-4543-4B60-A4E0-03AE960838D1}"/>
              </a:ext>
            </a:extLst>
          </p:cNvPr>
          <p:cNvSpPr>
            <a:spLocks xmlns:a="http://schemas.openxmlformats.org/drawingml/2006/main" noGrp="1"/>
          </p:cNvSpPr>
          <p:nvPr/>
        </p:nvSpPr>
        <p:spPr>
          <a:xfrm xmlns:a="http://schemas.openxmlformats.org/drawingml/2006/main">
            <a:off x="3362325" y="2152650"/>
            <a:ext cx="0" cy="209550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12" name="">
            <a:extLst xmlns:a="http://schemas.openxmlformats.org/drawingml/2006/main">
              <a:ext uri="{FF2B5EF4-FFF2-40B4-BE49-F238E27FC236}">
                <a16:creationId xmlns:a16="http://schemas.microsoft.com/office/drawing/2014/main" id="{C5022C3B-D0E0-4426-9AD6-B1A6B5C23CE2}"/>
              </a:ext>
            </a:extLst>
          </p:cNvPr>
          <p:cNvSpPr>
            <a:spLocks xmlns:a="http://schemas.openxmlformats.org/drawingml/2006/main" noGrp="1"/>
          </p:cNvSpPr>
          <p:nvPr/>
        </p:nvSpPr>
        <p:spPr>
          <a:xfrm xmlns:a="http://schemas.openxmlformats.org/drawingml/2006/main">
            <a:off x="3476625" y="215265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02</a:t>
            </a:r>
          </a:p>
        </p:txBody>
      </p:sp>
      <p:sp>
        <p:nvSpPr>
          <p:cNvPr id="13" name="">
            <a:extLst xmlns:a="http://schemas.openxmlformats.org/drawingml/2006/main">
              <a:ext uri="{FF2B5EF4-FFF2-40B4-BE49-F238E27FC236}">
                <a16:creationId xmlns:a16="http://schemas.microsoft.com/office/drawing/2014/main" id="{F6CDC67C-B44E-4123-8B9D-CD180EE4258E}"/>
              </a:ext>
            </a:extLst>
          </p:cNvPr>
          <p:cNvSpPr>
            <a:spLocks xmlns:a="http://schemas.openxmlformats.org/drawingml/2006/main" noGrp="1"/>
          </p:cNvSpPr>
          <p:nvPr/>
        </p:nvSpPr>
        <p:spPr>
          <a:xfrm xmlns:a="http://schemas.openxmlformats.org/drawingml/2006/main">
            <a:off x="3476625" y="2590800"/>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25" b="1">
                <a:solidFill>
                  <a:srgbClr val="0F172A"/>
                </a:solidFill>
                <a:latin typeface="Montserrat"/>
                <a:ea typeface="Montserrat"/>
                <a:cs typeface="Montserrat"/>
              </a:defRPr>
            </a:defPPr>
            <a:lvl1pPr algn="l">
              <a:defRPr sz="1425" b="1">
                <a:solidFill>
                  <a:srgbClr val="0F172A"/>
                </a:solidFill>
                <a:latin typeface="Montserrat"/>
                <a:ea typeface="Montserrat"/>
                <a:cs typeface="Montserrat"/>
              </a:defRPr>
            </a:lvl1pPr>
            <a:lvl2pPr algn="l">
              <a:defRPr sz="1425" b="1">
                <a:solidFill>
                  <a:srgbClr val="0F172A"/>
                </a:solidFill>
                <a:latin typeface="Montserrat"/>
                <a:ea typeface="Montserrat"/>
                <a:cs typeface="Montserrat"/>
              </a:defRPr>
            </a:lvl2pPr>
            <a:lvl3pPr algn="l">
              <a:defRPr sz="1425" b="1">
                <a:solidFill>
                  <a:srgbClr val="0F172A"/>
                </a:solidFill>
                <a:latin typeface="Montserrat"/>
                <a:ea typeface="Montserrat"/>
                <a:cs typeface="Montserrat"/>
              </a:defRPr>
            </a:lvl3pPr>
            <a:lvl4pPr algn="l">
              <a:defRPr sz="1425" b="1">
                <a:solidFill>
                  <a:srgbClr val="0F172A"/>
                </a:solidFill>
                <a:latin typeface="Montserrat"/>
                <a:ea typeface="Montserrat"/>
                <a:cs typeface="Montserrat"/>
              </a:defRPr>
            </a:lvl4pPr>
            <a:lvl5pPr algn="l">
              <a:defRPr sz="1425" b="1">
                <a:solidFill>
                  <a:srgbClr val="0F172A"/>
                </a:solidFill>
                <a:latin typeface="Montserrat"/>
                <a:ea typeface="Montserrat"/>
                <a:cs typeface="Montserrat"/>
              </a:defRPr>
            </a:lvl5pPr>
            <a:lvl6pPr algn="l">
              <a:defRPr sz="1425" b="1">
                <a:solidFill>
                  <a:srgbClr val="0F172A"/>
                </a:solidFill>
                <a:latin typeface="Montserrat"/>
                <a:ea typeface="Montserrat"/>
                <a:cs typeface="Montserrat"/>
              </a:defRPr>
            </a:lvl6pPr>
            <a:lvl7pPr algn="l">
              <a:defRPr sz="1425" b="1">
                <a:solidFill>
                  <a:srgbClr val="0F172A"/>
                </a:solidFill>
                <a:latin typeface="Montserrat"/>
                <a:ea typeface="Montserrat"/>
                <a:cs typeface="Montserrat"/>
              </a:defRPr>
            </a:lvl7pPr>
            <a:lvl8pPr algn="l">
              <a:defRPr sz="1425" b="1">
                <a:solidFill>
                  <a:srgbClr val="0F172A"/>
                </a:solidFill>
                <a:latin typeface="Montserrat"/>
                <a:ea typeface="Montserrat"/>
                <a:cs typeface="Montserrat"/>
              </a:defRPr>
            </a:lvl8pPr>
            <a:lvl9pPr algn="l">
              <a:defRPr sz="1425" b="1">
                <a:solidFill>
                  <a:srgbClr val="0F172A"/>
                </a:solidFill>
                <a:latin typeface="Montserrat"/>
                <a:ea typeface="Montserrat"/>
                <a:cs typeface="Montserrat"/>
              </a:defRPr>
            </a:lvl9pPr>
          </a:lstStyle>
          <a:p xmlns:a="http://schemas.openxmlformats.org/drawingml/2006/main">
            <a:pPr algn="l">
              <a:defRPr sz="1425" b="1">
                <a:solidFill>
                  <a:srgbClr val="0F172A"/>
                </a:solidFill>
                <a:latin typeface="Montserrat"/>
                <a:ea typeface="Montserrat"/>
                <a:cs typeface="Montserrat"/>
              </a:defRPr>
            </a:pPr>
            <a:r>
              <a:rPr sz="1425" b="1">
                <a:solidFill>
                  <a:srgbClr val="0F172A"/>
                </a:solidFill>
                <a:latin typeface="Montserrat"/>
                <a:ea typeface="Montserrat"/>
                <a:cs typeface="Montserrat"/>
              </a:rPr>
              <a:t>Work smaller</a:t>
            </a:r>
          </a:p>
        </p:txBody>
      </p:sp>
      <p:sp>
        <p:nvSpPr>
          <p:cNvPr id="14" name="">
            <a:extLst xmlns:a="http://schemas.openxmlformats.org/drawingml/2006/main">
              <a:ext uri="{FF2B5EF4-FFF2-40B4-BE49-F238E27FC236}">
                <a16:creationId xmlns:a16="http://schemas.microsoft.com/office/drawing/2014/main" id="{76724061-AF35-45DF-935C-C717F95E8825}"/>
              </a:ext>
            </a:extLst>
          </p:cNvPr>
          <p:cNvSpPr>
            <a:spLocks xmlns:a="http://schemas.openxmlformats.org/drawingml/2006/main" noGrp="1"/>
          </p:cNvSpPr>
          <p:nvPr/>
        </p:nvSpPr>
        <p:spPr>
          <a:xfrm xmlns:a="http://schemas.openxmlformats.org/drawingml/2006/main">
            <a:off x="3476625" y="3219450"/>
            <a:ext cx="24669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Give the agent one goal, one checkpoint, and one review at a time.</a:t>
            </a:r>
          </a:p>
        </p:txBody>
      </p:sp>
      <p:sp>
        <p:nvSpPr>
          <p:cNvPr id="15" name="">
            <a:extLst xmlns:a="http://schemas.openxmlformats.org/drawingml/2006/main">
              <a:ext uri="{FF2B5EF4-FFF2-40B4-BE49-F238E27FC236}">
                <a16:creationId xmlns:a16="http://schemas.microsoft.com/office/drawing/2014/main" id="{AAF58F57-80C9-438D-A545-A38B50BBD714}"/>
              </a:ext>
            </a:extLst>
          </p:cNvPr>
          <p:cNvSpPr>
            <a:spLocks xmlns:a="http://schemas.openxmlformats.org/drawingml/2006/main" noGrp="1"/>
          </p:cNvSpPr>
          <p:nvPr/>
        </p:nvSpPr>
        <p:spPr>
          <a:xfrm xmlns:a="http://schemas.openxmlformats.org/drawingml/2006/main">
            <a:off x="6096000" y="2152650"/>
            <a:ext cx="0" cy="209550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16" name="">
            <a:extLst xmlns:a="http://schemas.openxmlformats.org/drawingml/2006/main">
              <a:ext uri="{FF2B5EF4-FFF2-40B4-BE49-F238E27FC236}">
                <a16:creationId xmlns:a16="http://schemas.microsoft.com/office/drawing/2014/main" id="{A1CAEFBF-B1DD-4BEE-AB40-0AC8D205DB30}"/>
              </a:ext>
            </a:extLst>
          </p:cNvPr>
          <p:cNvSpPr>
            <a:spLocks xmlns:a="http://schemas.openxmlformats.org/drawingml/2006/main" noGrp="1"/>
          </p:cNvSpPr>
          <p:nvPr/>
        </p:nvSpPr>
        <p:spPr>
          <a:xfrm xmlns:a="http://schemas.openxmlformats.org/drawingml/2006/main">
            <a:off x="6210300" y="215265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03</a:t>
            </a:r>
          </a:p>
        </p:txBody>
      </p:sp>
      <p:sp>
        <p:nvSpPr>
          <p:cNvPr id="17" name="">
            <a:extLst xmlns:a="http://schemas.openxmlformats.org/drawingml/2006/main">
              <a:ext uri="{FF2B5EF4-FFF2-40B4-BE49-F238E27FC236}">
                <a16:creationId xmlns:a16="http://schemas.microsoft.com/office/drawing/2014/main" id="{EC848D74-D054-462F-85B0-70C1F2F859B6}"/>
              </a:ext>
            </a:extLst>
          </p:cNvPr>
          <p:cNvSpPr>
            <a:spLocks xmlns:a="http://schemas.openxmlformats.org/drawingml/2006/main" noGrp="1"/>
          </p:cNvSpPr>
          <p:nvPr/>
        </p:nvSpPr>
        <p:spPr>
          <a:xfrm xmlns:a="http://schemas.openxmlformats.org/drawingml/2006/main">
            <a:off x="6210300" y="2590800"/>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25" b="1">
                <a:solidFill>
                  <a:srgbClr val="0F172A"/>
                </a:solidFill>
                <a:latin typeface="Montserrat"/>
                <a:ea typeface="Montserrat"/>
                <a:cs typeface="Montserrat"/>
              </a:defRPr>
            </a:defPPr>
            <a:lvl1pPr algn="l">
              <a:defRPr sz="1425" b="1">
                <a:solidFill>
                  <a:srgbClr val="0F172A"/>
                </a:solidFill>
                <a:latin typeface="Montserrat"/>
                <a:ea typeface="Montserrat"/>
                <a:cs typeface="Montserrat"/>
              </a:defRPr>
            </a:lvl1pPr>
            <a:lvl2pPr algn="l">
              <a:defRPr sz="1425" b="1">
                <a:solidFill>
                  <a:srgbClr val="0F172A"/>
                </a:solidFill>
                <a:latin typeface="Montserrat"/>
                <a:ea typeface="Montserrat"/>
                <a:cs typeface="Montserrat"/>
              </a:defRPr>
            </a:lvl2pPr>
            <a:lvl3pPr algn="l">
              <a:defRPr sz="1425" b="1">
                <a:solidFill>
                  <a:srgbClr val="0F172A"/>
                </a:solidFill>
                <a:latin typeface="Montserrat"/>
                <a:ea typeface="Montserrat"/>
                <a:cs typeface="Montserrat"/>
              </a:defRPr>
            </a:lvl3pPr>
            <a:lvl4pPr algn="l">
              <a:defRPr sz="1425" b="1">
                <a:solidFill>
                  <a:srgbClr val="0F172A"/>
                </a:solidFill>
                <a:latin typeface="Montserrat"/>
                <a:ea typeface="Montserrat"/>
                <a:cs typeface="Montserrat"/>
              </a:defRPr>
            </a:lvl4pPr>
            <a:lvl5pPr algn="l">
              <a:defRPr sz="1425" b="1">
                <a:solidFill>
                  <a:srgbClr val="0F172A"/>
                </a:solidFill>
                <a:latin typeface="Montserrat"/>
                <a:ea typeface="Montserrat"/>
                <a:cs typeface="Montserrat"/>
              </a:defRPr>
            </a:lvl5pPr>
            <a:lvl6pPr algn="l">
              <a:defRPr sz="1425" b="1">
                <a:solidFill>
                  <a:srgbClr val="0F172A"/>
                </a:solidFill>
                <a:latin typeface="Montserrat"/>
                <a:ea typeface="Montserrat"/>
                <a:cs typeface="Montserrat"/>
              </a:defRPr>
            </a:lvl6pPr>
            <a:lvl7pPr algn="l">
              <a:defRPr sz="1425" b="1">
                <a:solidFill>
                  <a:srgbClr val="0F172A"/>
                </a:solidFill>
                <a:latin typeface="Montserrat"/>
                <a:ea typeface="Montserrat"/>
                <a:cs typeface="Montserrat"/>
              </a:defRPr>
            </a:lvl7pPr>
            <a:lvl8pPr algn="l">
              <a:defRPr sz="1425" b="1">
                <a:solidFill>
                  <a:srgbClr val="0F172A"/>
                </a:solidFill>
                <a:latin typeface="Montserrat"/>
                <a:ea typeface="Montserrat"/>
                <a:cs typeface="Montserrat"/>
              </a:defRPr>
            </a:lvl8pPr>
            <a:lvl9pPr algn="l">
              <a:defRPr sz="1425" b="1">
                <a:solidFill>
                  <a:srgbClr val="0F172A"/>
                </a:solidFill>
                <a:latin typeface="Montserrat"/>
                <a:ea typeface="Montserrat"/>
                <a:cs typeface="Montserrat"/>
              </a:defRPr>
            </a:lvl9pPr>
          </a:lstStyle>
          <a:p xmlns:a="http://schemas.openxmlformats.org/drawingml/2006/main">
            <a:pPr algn="l">
              <a:defRPr sz="1425" b="1">
                <a:solidFill>
                  <a:srgbClr val="0F172A"/>
                </a:solidFill>
                <a:latin typeface="Montserrat"/>
                <a:ea typeface="Montserrat"/>
                <a:cs typeface="Montserrat"/>
              </a:defRPr>
            </a:pPr>
            <a:r>
              <a:rPr sz="1425" b="1">
                <a:solidFill>
                  <a:srgbClr val="0F172A"/>
                </a:solidFill>
                <a:latin typeface="Montserrat"/>
                <a:ea typeface="Montserrat"/>
                <a:cs typeface="Montserrat"/>
              </a:rPr>
              <a:t>Compact</a:t>
            </a:r>
          </a:p>
        </p:txBody>
      </p:sp>
      <p:sp>
        <p:nvSpPr>
          <p:cNvPr id="18" name="">
            <a:extLst xmlns:a="http://schemas.openxmlformats.org/drawingml/2006/main">
              <a:ext uri="{FF2B5EF4-FFF2-40B4-BE49-F238E27FC236}">
                <a16:creationId xmlns:a16="http://schemas.microsoft.com/office/drawing/2014/main" id="{8187F9B0-48C3-434D-831F-458A3E251D99}"/>
              </a:ext>
            </a:extLst>
          </p:cNvPr>
          <p:cNvSpPr>
            <a:spLocks xmlns:a="http://schemas.openxmlformats.org/drawingml/2006/main" noGrp="1"/>
          </p:cNvSpPr>
          <p:nvPr/>
        </p:nvSpPr>
        <p:spPr>
          <a:xfrm xmlns:a="http://schemas.openxmlformats.org/drawingml/2006/main">
            <a:off x="6210300" y="3219450"/>
            <a:ext cx="24669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Ask for a short state summary before a long conversation becomes noisy.</a:t>
            </a:r>
          </a:p>
        </p:txBody>
      </p:sp>
      <p:sp>
        <p:nvSpPr>
          <p:cNvPr id="19" name="">
            <a:extLst xmlns:a="http://schemas.openxmlformats.org/drawingml/2006/main">
              <a:ext uri="{FF2B5EF4-FFF2-40B4-BE49-F238E27FC236}">
                <a16:creationId xmlns:a16="http://schemas.microsoft.com/office/drawing/2014/main" id="{40C2AC37-6C5A-42B8-8BBD-E9F5019537F8}"/>
              </a:ext>
            </a:extLst>
          </p:cNvPr>
          <p:cNvSpPr>
            <a:spLocks xmlns:a="http://schemas.openxmlformats.org/drawingml/2006/main" noGrp="1"/>
          </p:cNvSpPr>
          <p:nvPr/>
        </p:nvSpPr>
        <p:spPr>
          <a:xfrm xmlns:a="http://schemas.openxmlformats.org/drawingml/2006/main">
            <a:off x="8829675" y="2152650"/>
            <a:ext cx="0" cy="209550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20" name="">
            <a:extLst xmlns:a="http://schemas.openxmlformats.org/drawingml/2006/main">
              <a:ext uri="{FF2B5EF4-FFF2-40B4-BE49-F238E27FC236}">
                <a16:creationId xmlns:a16="http://schemas.microsoft.com/office/drawing/2014/main" id="{24BF33B4-4075-41E5-A859-E20F40B72383}"/>
              </a:ext>
            </a:extLst>
          </p:cNvPr>
          <p:cNvSpPr>
            <a:spLocks xmlns:a="http://schemas.openxmlformats.org/drawingml/2006/main" noGrp="1"/>
          </p:cNvSpPr>
          <p:nvPr/>
        </p:nvSpPr>
        <p:spPr>
          <a:xfrm xmlns:a="http://schemas.openxmlformats.org/drawingml/2006/main">
            <a:off x="8943975" y="215265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04</a:t>
            </a:r>
          </a:p>
        </p:txBody>
      </p:sp>
      <p:sp>
        <p:nvSpPr>
          <p:cNvPr id="21" name="">
            <a:extLst xmlns:a="http://schemas.openxmlformats.org/drawingml/2006/main">
              <a:ext uri="{FF2B5EF4-FFF2-40B4-BE49-F238E27FC236}">
                <a16:creationId xmlns:a16="http://schemas.microsoft.com/office/drawing/2014/main" id="{6503A48F-5745-41AA-8BBC-E611585FDFC9}"/>
              </a:ext>
            </a:extLst>
          </p:cNvPr>
          <p:cNvSpPr>
            <a:spLocks xmlns:a="http://schemas.openxmlformats.org/drawingml/2006/main" noGrp="1"/>
          </p:cNvSpPr>
          <p:nvPr/>
        </p:nvSpPr>
        <p:spPr>
          <a:xfrm xmlns:a="http://schemas.openxmlformats.org/drawingml/2006/main">
            <a:off x="8943975" y="2590800"/>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25" b="1">
                <a:solidFill>
                  <a:srgbClr val="0F172A"/>
                </a:solidFill>
                <a:latin typeface="Montserrat"/>
                <a:ea typeface="Montserrat"/>
                <a:cs typeface="Montserrat"/>
              </a:defRPr>
            </a:defPPr>
            <a:lvl1pPr algn="l">
              <a:defRPr sz="1425" b="1">
                <a:solidFill>
                  <a:srgbClr val="0F172A"/>
                </a:solidFill>
                <a:latin typeface="Montserrat"/>
                <a:ea typeface="Montserrat"/>
                <a:cs typeface="Montserrat"/>
              </a:defRPr>
            </a:lvl1pPr>
            <a:lvl2pPr algn="l">
              <a:defRPr sz="1425" b="1">
                <a:solidFill>
                  <a:srgbClr val="0F172A"/>
                </a:solidFill>
                <a:latin typeface="Montserrat"/>
                <a:ea typeface="Montserrat"/>
                <a:cs typeface="Montserrat"/>
              </a:defRPr>
            </a:lvl2pPr>
            <a:lvl3pPr algn="l">
              <a:defRPr sz="1425" b="1">
                <a:solidFill>
                  <a:srgbClr val="0F172A"/>
                </a:solidFill>
                <a:latin typeface="Montserrat"/>
                <a:ea typeface="Montserrat"/>
                <a:cs typeface="Montserrat"/>
              </a:defRPr>
            </a:lvl3pPr>
            <a:lvl4pPr algn="l">
              <a:defRPr sz="1425" b="1">
                <a:solidFill>
                  <a:srgbClr val="0F172A"/>
                </a:solidFill>
                <a:latin typeface="Montserrat"/>
                <a:ea typeface="Montserrat"/>
                <a:cs typeface="Montserrat"/>
              </a:defRPr>
            </a:lvl4pPr>
            <a:lvl5pPr algn="l">
              <a:defRPr sz="1425" b="1">
                <a:solidFill>
                  <a:srgbClr val="0F172A"/>
                </a:solidFill>
                <a:latin typeface="Montserrat"/>
                <a:ea typeface="Montserrat"/>
                <a:cs typeface="Montserrat"/>
              </a:defRPr>
            </a:lvl5pPr>
            <a:lvl6pPr algn="l">
              <a:defRPr sz="1425" b="1">
                <a:solidFill>
                  <a:srgbClr val="0F172A"/>
                </a:solidFill>
                <a:latin typeface="Montserrat"/>
                <a:ea typeface="Montserrat"/>
                <a:cs typeface="Montserrat"/>
              </a:defRPr>
            </a:lvl6pPr>
            <a:lvl7pPr algn="l">
              <a:defRPr sz="1425" b="1">
                <a:solidFill>
                  <a:srgbClr val="0F172A"/>
                </a:solidFill>
                <a:latin typeface="Montserrat"/>
                <a:ea typeface="Montserrat"/>
                <a:cs typeface="Montserrat"/>
              </a:defRPr>
            </a:lvl7pPr>
            <a:lvl8pPr algn="l">
              <a:defRPr sz="1425" b="1">
                <a:solidFill>
                  <a:srgbClr val="0F172A"/>
                </a:solidFill>
                <a:latin typeface="Montserrat"/>
                <a:ea typeface="Montserrat"/>
                <a:cs typeface="Montserrat"/>
              </a:defRPr>
            </a:lvl8pPr>
            <a:lvl9pPr algn="l">
              <a:defRPr sz="1425" b="1">
                <a:solidFill>
                  <a:srgbClr val="0F172A"/>
                </a:solidFill>
                <a:latin typeface="Montserrat"/>
                <a:ea typeface="Montserrat"/>
                <a:cs typeface="Montserrat"/>
              </a:defRPr>
            </a:lvl9pPr>
          </a:lstStyle>
          <a:p xmlns:a="http://schemas.openxmlformats.org/drawingml/2006/main">
            <a:pPr algn="l">
              <a:defRPr sz="1425" b="1">
                <a:solidFill>
                  <a:srgbClr val="0F172A"/>
                </a:solidFill>
                <a:latin typeface="Montserrat"/>
                <a:ea typeface="Montserrat"/>
                <a:cs typeface="Montserrat"/>
              </a:defRPr>
            </a:pPr>
            <a:r>
              <a:rPr sz="1425" b="1">
                <a:solidFill>
                  <a:srgbClr val="0F172A"/>
                </a:solidFill>
                <a:latin typeface="Montserrat"/>
                <a:ea typeface="Montserrat"/>
                <a:cs typeface="Montserrat"/>
              </a:rPr>
              <a:t>Hand off</a:t>
            </a:r>
          </a:p>
        </p:txBody>
      </p:sp>
      <p:sp>
        <p:nvSpPr>
          <p:cNvPr id="22" name="">
            <a:extLst xmlns:a="http://schemas.openxmlformats.org/drawingml/2006/main">
              <a:ext uri="{FF2B5EF4-FFF2-40B4-BE49-F238E27FC236}">
                <a16:creationId xmlns:a16="http://schemas.microsoft.com/office/drawing/2014/main" id="{8A9633F6-062B-4787-AB3C-7C7DFE555359}"/>
              </a:ext>
            </a:extLst>
          </p:cNvPr>
          <p:cNvSpPr>
            <a:spLocks xmlns:a="http://schemas.openxmlformats.org/drawingml/2006/main" noGrp="1"/>
          </p:cNvSpPr>
          <p:nvPr/>
        </p:nvSpPr>
        <p:spPr>
          <a:xfrm xmlns:a="http://schemas.openxmlformats.org/drawingml/2006/main">
            <a:off x="8943975" y="3219450"/>
            <a:ext cx="24669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Save decisions and next steps in the repo. Start a fresh chat when the goal changes.</a:t>
            </a:r>
          </a:p>
        </p:txBody>
      </p:sp>
      <p:sp>
        <p:nvSpPr>
          <p:cNvPr id="23" name="">
            <a:extLst xmlns:a="http://schemas.openxmlformats.org/drawingml/2006/main">
              <a:ext uri="{FF2B5EF4-FFF2-40B4-BE49-F238E27FC236}">
                <a16:creationId xmlns:a16="http://schemas.microsoft.com/office/drawing/2014/main" id="{28D2F86C-C621-45C0-83CB-25F28EC12179}"/>
              </a:ext>
            </a:extLst>
          </p:cNvPr>
          <p:cNvSpPr>
            <a:spLocks xmlns:a="http://schemas.openxmlformats.org/drawingml/2006/main" noGrp="1"/>
          </p:cNvSpPr>
          <p:nvPr/>
        </p:nvSpPr>
        <p:spPr>
          <a:xfrm xmlns:a="http://schemas.openxmlformats.org/drawingml/2006/main">
            <a:off x="742950" y="4524375"/>
            <a:ext cx="1000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CAVEMAN MODE</a:t>
            </a:r>
          </a:p>
        </p:txBody>
      </p:sp>
      <p:sp>
        <p:nvSpPr>
          <p:cNvPr id="24" name="">
            <a:extLst xmlns:a="http://schemas.openxmlformats.org/drawingml/2006/main">
              <a:ext uri="{FF2B5EF4-FFF2-40B4-BE49-F238E27FC236}">
                <a16:creationId xmlns:a16="http://schemas.microsoft.com/office/drawing/2014/main" id="{914613FB-5F5D-426C-9B4D-2D2A6B28BA0C}"/>
              </a:ext>
            </a:extLst>
          </p:cNvPr>
          <p:cNvSpPr>
            <a:spLocks xmlns:a="http://schemas.openxmlformats.org/drawingml/2006/main" noGrp="1"/>
          </p:cNvSpPr>
          <p:nvPr/>
        </p:nvSpPr>
        <p:spPr>
          <a:xfrm xmlns:a="http://schemas.openxmlformats.org/drawingml/2006/main">
            <a:off x="1809750" y="4495800"/>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A reusable prompt for terse output when the words are crowding out the work.</a:t>
            </a:r>
          </a:p>
        </p:txBody>
      </p:sp>
      <p:sp>
        <p:nvSpPr>
          <p:cNvPr id="25" name="">
            <a:extLst xmlns:a="http://schemas.openxmlformats.org/drawingml/2006/main">
              <a:ext uri="{FF2B5EF4-FFF2-40B4-BE49-F238E27FC236}">
                <a16:creationId xmlns:a16="http://schemas.microsoft.com/office/drawing/2014/main" id="{B7CC759A-1E54-4DC4-8E24-33F8A9CC9F02}"/>
              </a:ext>
            </a:extLst>
          </p:cNvPr>
          <p:cNvSpPr>
            <a:spLocks xmlns:a="http://schemas.openxmlformats.org/drawingml/2006/main" noGrp="1"/>
          </p:cNvSpPr>
          <p:nvPr/>
        </p:nvSpPr>
        <p:spPr>
          <a:xfrm xmlns:a="http://schemas.openxmlformats.org/drawingml/2006/main">
            <a:off x="647700" y="4848225"/>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26" name="">
            <a:extLst xmlns:a="http://schemas.openxmlformats.org/drawingml/2006/main">
              <a:ext uri="{FF2B5EF4-FFF2-40B4-BE49-F238E27FC236}">
                <a16:creationId xmlns:a16="http://schemas.microsoft.com/office/drawing/2014/main" id="{E874F7B8-1522-4395-B198-17305BB402F5}"/>
              </a:ext>
            </a:extLst>
          </p:cNvPr>
          <p:cNvSpPr>
            <a:spLocks xmlns:a="http://schemas.openxmlformats.org/drawingml/2006/main" noGrp="1"/>
          </p:cNvSpPr>
          <p:nvPr/>
        </p:nvSpPr>
        <p:spPr>
          <a:xfrm xmlns:a="http://schemas.openxmlformats.org/drawingml/2006/main">
            <a:off x="742950" y="5095875"/>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Context is working memory. The repository is durable memory.</a:t>
            </a:r>
          </a:p>
        </p:txBody>
      </p:sp>
    </p:spTree>
    <p:extLst>
      <p:ext uri="{BB962C8B-B14F-4D97-AF65-F5344CB8AC3E}">
        <p14:creationId xmlns:p14="http://schemas.microsoft.com/office/powerpoint/2010/main" val="40950602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69414029-CD3B-4A70-AFEB-444F60987D8C}"/>
              </a:ext>
            </a:extLst>
          </p:cNvPr>
          <p:cNvPicPr>
            <a:picLocks xmlns:a="http://schemas.openxmlformats.org/drawingml/2006/main" noChangeAspect="1"/>
          </p:cNvPicPr>
          <p:nvPr/>
        </p:nvPicPr>
        <p:blipFill>
          <a:blip xmlns:r="http://schemas.openxmlformats.org/officeDocument/2006/relationships" xmlns:a="http://schemas.openxmlformats.org/drawingml/2006/main" r:embed="R859e480cb68d4976"/>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6EE1AB39-9698-42A7-B73B-77DB53CF842C}"/>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14 / 63</a:t>
            </a:r>
            <a:endParaRPr sz="900"/>
          </a:p>
        </p:txBody>
      </p:sp>
      <p:sp>
        <p:nvSpPr>
          <p:cNvPr id="4" name="">
            <a:extLst xmlns:a="http://schemas.openxmlformats.org/drawingml/2006/main">
              <a:ext uri="{FF2B5EF4-FFF2-40B4-BE49-F238E27FC236}">
                <a16:creationId xmlns:a16="http://schemas.microsoft.com/office/drawing/2014/main" id="{5BD86D1D-34E9-47EA-B18A-212BB5347291}"/>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307FE2"/>
                </a:solidFill>
                <a:latin typeface="Montserrat"/>
                <a:ea typeface="Montserrat"/>
                <a:cs typeface="Montserrat"/>
              </a:defRPr>
            </a:defPPr>
            <a:lvl1pPr algn="l">
              <a:defRPr sz="1050" b="1">
                <a:solidFill>
                  <a:srgbClr val="307FE2"/>
                </a:solidFill>
                <a:latin typeface="Montserrat"/>
                <a:ea typeface="Montserrat"/>
                <a:cs typeface="Montserrat"/>
              </a:defRPr>
            </a:lvl1pPr>
            <a:lvl2pPr algn="l">
              <a:defRPr sz="1050" b="1">
                <a:solidFill>
                  <a:srgbClr val="307FE2"/>
                </a:solidFill>
                <a:latin typeface="Montserrat"/>
                <a:ea typeface="Montserrat"/>
                <a:cs typeface="Montserrat"/>
              </a:defRPr>
            </a:lvl2pPr>
            <a:lvl3pPr algn="l">
              <a:defRPr sz="1050" b="1">
                <a:solidFill>
                  <a:srgbClr val="307FE2"/>
                </a:solidFill>
                <a:latin typeface="Montserrat"/>
                <a:ea typeface="Montserrat"/>
                <a:cs typeface="Montserrat"/>
              </a:defRPr>
            </a:lvl3pPr>
            <a:lvl4pPr algn="l">
              <a:defRPr sz="1050" b="1">
                <a:solidFill>
                  <a:srgbClr val="307FE2"/>
                </a:solidFill>
                <a:latin typeface="Montserrat"/>
                <a:ea typeface="Montserrat"/>
                <a:cs typeface="Montserrat"/>
              </a:defRPr>
            </a:lvl4pPr>
            <a:lvl5pPr algn="l">
              <a:defRPr sz="1050" b="1">
                <a:solidFill>
                  <a:srgbClr val="307FE2"/>
                </a:solidFill>
                <a:latin typeface="Montserrat"/>
                <a:ea typeface="Montserrat"/>
                <a:cs typeface="Montserrat"/>
              </a:defRPr>
            </a:lvl5pPr>
            <a:lvl6pPr algn="l">
              <a:defRPr sz="1050" b="1">
                <a:solidFill>
                  <a:srgbClr val="307FE2"/>
                </a:solidFill>
                <a:latin typeface="Montserrat"/>
                <a:ea typeface="Montserrat"/>
                <a:cs typeface="Montserrat"/>
              </a:defRPr>
            </a:lvl6pPr>
            <a:lvl7pPr algn="l">
              <a:defRPr sz="1050" b="1">
                <a:solidFill>
                  <a:srgbClr val="307FE2"/>
                </a:solidFill>
                <a:latin typeface="Montserrat"/>
                <a:ea typeface="Montserrat"/>
                <a:cs typeface="Montserrat"/>
              </a:defRPr>
            </a:lvl7pPr>
            <a:lvl8pPr algn="l">
              <a:defRPr sz="1050" b="1">
                <a:solidFill>
                  <a:srgbClr val="307FE2"/>
                </a:solidFill>
                <a:latin typeface="Montserrat"/>
                <a:ea typeface="Montserrat"/>
                <a:cs typeface="Montserrat"/>
              </a:defRPr>
            </a:lvl8pPr>
            <a:lvl9pPr algn="l">
              <a:defRPr sz="1050" b="1">
                <a:solidFill>
                  <a:srgbClr val="307FE2"/>
                </a:solidFill>
                <a:latin typeface="Montserrat"/>
                <a:ea typeface="Montserrat"/>
                <a:cs typeface="Montserrat"/>
              </a:defRPr>
            </a:lvl9pPr>
          </a:lstStyle>
          <a:p xmlns:a="http://schemas.openxmlformats.org/drawingml/2006/main">
            <a:pPr algn="l">
              <a:defRPr sz="1050" b="1">
                <a:solidFill>
                  <a:srgbClr val="307FE2"/>
                </a:solidFill>
                <a:latin typeface="Montserrat"/>
                <a:ea typeface="Montserrat"/>
                <a:cs typeface="Montserrat"/>
              </a:defRPr>
            </a:pPr>
            <a:r>
              <a:rPr sz="1050" b="1">
                <a:solidFill>
                  <a:srgbClr val="307FE2"/>
                </a:solidFill>
                <a:latin typeface="Montserrat"/>
                <a:ea typeface="Montserrat"/>
                <a:cs typeface="Montserrat"/>
              </a:rPr>
              <a:t>// BEFORE WE BUILD · PROJECT MEMORY</a:t>
            </a:r>
          </a:p>
        </p:txBody>
      </p:sp>
      <p:sp>
        <p:nvSpPr>
          <p:cNvPr id="5" name="">
            <a:extLst xmlns:a="http://schemas.openxmlformats.org/drawingml/2006/main">
              <a:ext uri="{FF2B5EF4-FFF2-40B4-BE49-F238E27FC236}">
                <a16:creationId xmlns:a16="http://schemas.microsoft.com/office/drawing/2014/main" id="{2293E679-5B9C-4949-A1D4-E327823C04C7}"/>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94A3B8"/>
                </a:solidFill>
                <a:latin typeface="Montserrat"/>
                <a:ea typeface="Montserrat"/>
                <a:cs typeface="Montserrat"/>
              </a:defRPr>
            </a:defPPr>
            <a:lvl1pPr algn="r">
              <a:defRPr sz="900" b="0">
                <a:solidFill>
                  <a:srgbClr val="94A3B8"/>
                </a:solidFill>
                <a:latin typeface="Montserrat"/>
                <a:ea typeface="Montserrat"/>
                <a:cs typeface="Montserrat"/>
              </a:defRPr>
            </a:lvl1pPr>
            <a:lvl2pPr algn="r">
              <a:defRPr sz="900" b="0">
                <a:solidFill>
                  <a:srgbClr val="94A3B8"/>
                </a:solidFill>
                <a:latin typeface="Montserrat"/>
                <a:ea typeface="Montserrat"/>
                <a:cs typeface="Montserrat"/>
              </a:defRPr>
            </a:lvl2pPr>
            <a:lvl3pPr algn="r">
              <a:defRPr sz="900" b="0">
                <a:solidFill>
                  <a:srgbClr val="94A3B8"/>
                </a:solidFill>
                <a:latin typeface="Montserrat"/>
                <a:ea typeface="Montserrat"/>
                <a:cs typeface="Montserrat"/>
              </a:defRPr>
            </a:lvl3pPr>
            <a:lvl4pPr algn="r">
              <a:defRPr sz="900" b="0">
                <a:solidFill>
                  <a:srgbClr val="94A3B8"/>
                </a:solidFill>
                <a:latin typeface="Montserrat"/>
                <a:ea typeface="Montserrat"/>
                <a:cs typeface="Montserrat"/>
              </a:defRPr>
            </a:lvl4pPr>
            <a:lvl5pPr algn="r">
              <a:defRPr sz="900" b="0">
                <a:solidFill>
                  <a:srgbClr val="94A3B8"/>
                </a:solidFill>
                <a:latin typeface="Montserrat"/>
                <a:ea typeface="Montserrat"/>
                <a:cs typeface="Montserrat"/>
              </a:defRPr>
            </a:lvl5pPr>
            <a:lvl6pPr algn="r">
              <a:defRPr sz="900" b="0">
                <a:solidFill>
                  <a:srgbClr val="94A3B8"/>
                </a:solidFill>
                <a:latin typeface="Montserrat"/>
                <a:ea typeface="Montserrat"/>
                <a:cs typeface="Montserrat"/>
              </a:defRPr>
            </a:lvl6pPr>
            <a:lvl7pPr algn="r">
              <a:defRPr sz="900" b="0">
                <a:solidFill>
                  <a:srgbClr val="94A3B8"/>
                </a:solidFill>
                <a:latin typeface="Montserrat"/>
                <a:ea typeface="Montserrat"/>
                <a:cs typeface="Montserrat"/>
              </a:defRPr>
            </a:lvl7pPr>
            <a:lvl8pPr algn="r">
              <a:defRPr sz="900" b="0">
                <a:solidFill>
                  <a:srgbClr val="94A3B8"/>
                </a:solidFill>
                <a:latin typeface="Montserrat"/>
                <a:ea typeface="Montserrat"/>
                <a:cs typeface="Montserrat"/>
              </a:defRPr>
            </a:lvl8pPr>
            <a:lvl9pPr algn="r">
              <a:defRPr sz="900" b="0">
                <a:solidFill>
                  <a:srgbClr val="94A3B8"/>
                </a:solidFill>
                <a:latin typeface="Montserrat"/>
                <a:ea typeface="Montserrat"/>
                <a:cs typeface="Montserrat"/>
              </a:defRPr>
            </a:lvl9pPr>
          </a:lstStyle>
          <a:p xmlns:a="http://schemas.openxmlformats.org/drawingml/2006/main">
            <a:pPr algn="r">
              <a:defRPr sz="900" b="0">
                <a:solidFill>
                  <a:srgbClr val="94A3B8"/>
                </a:solidFill>
                <a:latin typeface="Montserrat"/>
                <a:ea typeface="Montserrat"/>
                <a:cs typeface="Montserrat"/>
              </a:defRPr>
            </a:pPr>
            <a:r>
              <a:rPr sz="900" b="0">
                <a:solidFill>
                  <a:srgbClr val="94A3B8"/>
                </a:solidFill>
                <a:latin typeface="Montserrat"/>
                <a:ea typeface="Montserrat"/>
                <a:cs typeface="Montserrat"/>
              </a:rPr>
              <a:t>0:46–0:56</a:t>
            </a:r>
          </a:p>
        </p:txBody>
      </p:sp>
      <p:sp>
        <p:nvSpPr>
          <p:cNvPr id="6" name="">
            <a:extLst xmlns:a="http://schemas.openxmlformats.org/drawingml/2006/main">
              <a:ext uri="{FF2B5EF4-FFF2-40B4-BE49-F238E27FC236}">
                <a16:creationId xmlns:a16="http://schemas.microsoft.com/office/drawing/2014/main" id="{EA2717AF-3240-48A5-B8BC-B1CFB9532AF2}"/>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The files that guide the agent</a:t>
            </a:r>
          </a:p>
        </p:txBody>
      </p:sp>
      <p:sp>
        <p:nvSpPr>
          <p:cNvPr id="7" name="">
            <a:extLst xmlns:a="http://schemas.openxmlformats.org/drawingml/2006/main">
              <a:ext uri="{FF2B5EF4-FFF2-40B4-BE49-F238E27FC236}">
                <a16:creationId xmlns:a16="http://schemas.microsoft.com/office/drawing/2014/main" id="{54C56741-7F15-44D7-9C73-6FACDB2D561A}"/>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CURRENT RULES · CURRENT GOAL · REPEATABLE METHOD</a:t>
            </a:r>
          </a:p>
        </p:txBody>
      </p:sp>
      <p:sp>
        <p:nvSpPr>
          <p:cNvPr id="8" name="">
            <a:extLst xmlns:a="http://schemas.openxmlformats.org/drawingml/2006/main">
              <a:ext uri="{FF2B5EF4-FFF2-40B4-BE49-F238E27FC236}">
                <a16:creationId xmlns:a16="http://schemas.microsoft.com/office/drawing/2014/main" id="{31F19940-B3BC-45E6-B003-1C5B83FEFDD2}"/>
              </a:ext>
            </a:extLst>
          </p:cNvPr>
          <p:cNvSpPr>
            <a:spLocks xmlns:a="http://schemas.openxmlformats.org/drawingml/2006/main" noGrp="1"/>
          </p:cNvSpPr>
          <p:nvPr/>
        </p:nvSpPr>
        <p:spPr>
          <a:xfrm xmlns:a="http://schemas.openxmlformats.org/drawingml/2006/main">
            <a:off x="647700" y="2009775"/>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9" name="">
            <a:extLst xmlns:a="http://schemas.openxmlformats.org/drawingml/2006/main">
              <a:ext uri="{FF2B5EF4-FFF2-40B4-BE49-F238E27FC236}">
                <a16:creationId xmlns:a16="http://schemas.microsoft.com/office/drawing/2014/main" id="{F642A7FB-B522-4D66-BA87-5633834A9D00}"/>
              </a:ext>
            </a:extLst>
          </p:cNvPr>
          <p:cNvSpPr>
            <a:spLocks xmlns:a="http://schemas.openxmlformats.org/drawingml/2006/main" noGrp="1"/>
          </p:cNvSpPr>
          <p:nvPr/>
        </p:nvSpPr>
        <p:spPr>
          <a:xfrm xmlns:a="http://schemas.openxmlformats.org/drawingml/2006/main">
            <a:off x="742950" y="2171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1">
                <a:solidFill>
                  <a:srgbClr val="B93800"/>
                </a:solidFill>
                <a:latin typeface="Courier New"/>
                <a:ea typeface="Courier New"/>
                <a:cs typeface="Courier New"/>
              </a:defRPr>
            </a:defPPr>
            <a:lvl1pPr algn="l">
              <a:defRPr sz="1200" b="1">
                <a:solidFill>
                  <a:srgbClr val="B93800"/>
                </a:solidFill>
                <a:latin typeface="Courier New"/>
                <a:ea typeface="Courier New"/>
                <a:cs typeface="Courier New"/>
              </a:defRPr>
            </a:lvl1pPr>
            <a:lvl2pPr algn="l">
              <a:defRPr sz="1200" b="1">
                <a:solidFill>
                  <a:srgbClr val="B93800"/>
                </a:solidFill>
                <a:latin typeface="Courier New"/>
                <a:ea typeface="Courier New"/>
                <a:cs typeface="Courier New"/>
              </a:defRPr>
            </a:lvl2pPr>
            <a:lvl3pPr algn="l">
              <a:defRPr sz="1200" b="1">
                <a:solidFill>
                  <a:srgbClr val="B93800"/>
                </a:solidFill>
                <a:latin typeface="Courier New"/>
                <a:ea typeface="Courier New"/>
                <a:cs typeface="Courier New"/>
              </a:defRPr>
            </a:lvl3pPr>
            <a:lvl4pPr algn="l">
              <a:defRPr sz="1200" b="1">
                <a:solidFill>
                  <a:srgbClr val="B93800"/>
                </a:solidFill>
                <a:latin typeface="Courier New"/>
                <a:ea typeface="Courier New"/>
                <a:cs typeface="Courier New"/>
              </a:defRPr>
            </a:lvl4pPr>
            <a:lvl5pPr algn="l">
              <a:defRPr sz="1200" b="1">
                <a:solidFill>
                  <a:srgbClr val="B93800"/>
                </a:solidFill>
                <a:latin typeface="Courier New"/>
                <a:ea typeface="Courier New"/>
                <a:cs typeface="Courier New"/>
              </a:defRPr>
            </a:lvl5pPr>
            <a:lvl6pPr algn="l">
              <a:defRPr sz="1200" b="1">
                <a:solidFill>
                  <a:srgbClr val="B93800"/>
                </a:solidFill>
                <a:latin typeface="Courier New"/>
                <a:ea typeface="Courier New"/>
                <a:cs typeface="Courier New"/>
              </a:defRPr>
            </a:lvl6pPr>
            <a:lvl7pPr algn="l">
              <a:defRPr sz="1200" b="1">
                <a:solidFill>
                  <a:srgbClr val="B93800"/>
                </a:solidFill>
                <a:latin typeface="Courier New"/>
                <a:ea typeface="Courier New"/>
                <a:cs typeface="Courier New"/>
              </a:defRPr>
            </a:lvl7pPr>
            <a:lvl8pPr algn="l">
              <a:defRPr sz="1200" b="1">
                <a:solidFill>
                  <a:srgbClr val="B93800"/>
                </a:solidFill>
                <a:latin typeface="Courier New"/>
                <a:ea typeface="Courier New"/>
                <a:cs typeface="Courier New"/>
              </a:defRPr>
            </a:lvl8pPr>
            <a:lvl9pPr algn="l">
              <a:defRPr sz="1200" b="1">
                <a:solidFill>
                  <a:srgbClr val="B93800"/>
                </a:solidFill>
                <a:latin typeface="Courier New"/>
                <a:ea typeface="Courier New"/>
                <a:cs typeface="Courier New"/>
              </a:defRPr>
            </a:lvl9pPr>
          </a:lstStyle>
          <a:p xmlns:a="http://schemas.openxmlformats.org/drawingml/2006/main">
            <a:pPr algn="l">
              <a:defRPr sz="1200" b="1">
                <a:solidFill>
                  <a:srgbClr val="B93800"/>
                </a:solidFill>
                <a:latin typeface="Courier New"/>
                <a:ea typeface="Courier New"/>
                <a:cs typeface="Courier New"/>
              </a:defRPr>
            </a:pPr>
            <a:r>
              <a:rPr sz="1200" b="1">
                <a:solidFill>
                  <a:srgbClr val="B93800"/>
                </a:solidFill>
                <a:latin typeface="Courier New"/>
                <a:ea typeface="Courier New"/>
                <a:cs typeface="Courier New"/>
              </a:rPr>
              <a:t>AGENTS.md</a:t>
            </a:r>
          </a:p>
        </p:txBody>
      </p:sp>
      <p:sp>
        <p:nvSpPr>
          <p:cNvPr id="10" name="">
            <a:extLst xmlns:a="http://schemas.openxmlformats.org/drawingml/2006/main">
              <a:ext uri="{FF2B5EF4-FFF2-40B4-BE49-F238E27FC236}">
                <a16:creationId xmlns:a16="http://schemas.microsoft.com/office/drawing/2014/main" id="{136E60BF-3FA0-46C2-A744-A3FBBA26F995}"/>
              </a:ext>
            </a:extLst>
          </p:cNvPr>
          <p:cNvSpPr>
            <a:spLocks xmlns:a="http://schemas.openxmlformats.org/drawingml/2006/main" noGrp="1"/>
          </p:cNvSpPr>
          <p:nvPr/>
        </p:nvSpPr>
        <p:spPr>
          <a:xfrm xmlns:a="http://schemas.openxmlformats.org/drawingml/2006/main">
            <a:off x="2686050" y="21717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0F172A"/>
                </a:solidFill>
                <a:latin typeface="Montserrat"/>
                <a:ea typeface="Montserrat"/>
                <a:cs typeface="Montserrat"/>
              </a:defRPr>
            </a:defPPr>
            <a:lvl1pPr algn="l">
              <a:defRPr sz="1275" b="1">
                <a:solidFill>
                  <a:srgbClr val="0F172A"/>
                </a:solidFill>
                <a:latin typeface="Montserrat"/>
                <a:ea typeface="Montserrat"/>
                <a:cs typeface="Montserrat"/>
              </a:defRPr>
            </a:lvl1pPr>
            <a:lvl2pPr algn="l">
              <a:defRPr sz="1275" b="1">
                <a:solidFill>
                  <a:srgbClr val="0F172A"/>
                </a:solidFill>
                <a:latin typeface="Montserrat"/>
                <a:ea typeface="Montserrat"/>
                <a:cs typeface="Montserrat"/>
              </a:defRPr>
            </a:lvl2pPr>
            <a:lvl3pPr algn="l">
              <a:defRPr sz="1275" b="1">
                <a:solidFill>
                  <a:srgbClr val="0F172A"/>
                </a:solidFill>
                <a:latin typeface="Montserrat"/>
                <a:ea typeface="Montserrat"/>
                <a:cs typeface="Montserrat"/>
              </a:defRPr>
            </a:lvl3pPr>
            <a:lvl4pPr algn="l">
              <a:defRPr sz="1275" b="1">
                <a:solidFill>
                  <a:srgbClr val="0F172A"/>
                </a:solidFill>
                <a:latin typeface="Montserrat"/>
                <a:ea typeface="Montserrat"/>
                <a:cs typeface="Montserrat"/>
              </a:defRPr>
            </a:lvl4pPr>
            <a:lvl5pPr algn="l">
              <a:defRPr sz="1275" b="1">
                <a:solidFill>
                  <a:srgbClr val="0F172A"/>
                </a:solidFill>
                <a:latin typeface="Montserrat"/>
                <a:ea typeface="Montserrat"/>
                <a:cs typeface="Montserrat"/>
              </a:defRPr>
            </a:lvl5pPr>
            <a:lvl6pPr algn="l">
              <a:defRPr sz="1275" b="1">
                <a:solidFill>
                  <a:srgbClr val="0F172A"/>
                </a:solidFill>
                <a:latin typeface="Montserrat"/>
                <a:ea typeface="Montserrat"/>
                <a:cs typeface="Montserrat"/>
              </a:defRPr>
            </a:lvl6pPr>
            <a:lvl7pPr algn="l">
              <a:defRPr sz="1275" b="1">
                <a:solidFill>
                  <a:srgbClr val="0F172A"/>
                </a:solidFill>
                <a:latin typeface="Montserrat"/>
                <a:ea typeface="Montserrat"/>
                <a:cs typeface="Montserrat"/>
              </a:defRPr>
            </a:lvl7pPr>
            <a:lvl8pPr algn="l">
              <a:defRPr sz="1275" b="1">
                <a:solidFill>
                  <a:srgbClr val="0F172A"/>
                </a:solidFill>
                <a:latin typeface="Montserrat"/>
                <a:ea typeface="Montserrat"/>
                <a:cs typeface="Montserrat"/>
              </a:defRPr>
            </a:lvl8pPr>
            <a:lvl9pPr algn="l">
              <a:defRPr sz="1275" b="1">
                <a:solidFill>
                  <a:srgbClr val="0F172A"/>
                </a:solidFill>
                <a:latin typeface="Montserrat"/>
                <a:ea typeface="Montserrat"/>
                <a:cs typeface="Montserrat"/>
              </a:defRPr>
            </a:lvl9pPr>
          </a:lstStyle>
          <a:p xmlns:a="http://schemas.openxmlformats.org/drawingml/2006/main">
            <a:pPr algn="l">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Project rules</a:t>
            </a:r>
          </a:p>
        </p:txBody>
      </p:sp>
      <p:sp>
        <p:nvSpPr>
          <p:cNvPr id="11" name="">
            <a:extLst xmlns:a="http://schemas.openxmlformats.org/drawingml/2006/main">
              <a:ext uri="{FF2B5EF4-FFF2-40B4-BE49-F238E27FC236}">
                <a16:creationId xmlns:a16="http://schemas.microsoft.com/office/drawing/2014/main" id="{2F9DE91E-B5A4-449C-82DF-5F61FB22986B}"/>
              </a:ext>
            </a:extLst>
          </p:cNvPr>
          <p:cNvSpPr>
            <a:spLocks xmlns:a="http://schemas.openxmlformats.org/drawingml/2006/main" noGrp="1"/>
          </p:cNvSpPr>
          <p:nvPr/>
        </p:nvSpPr>
        <p:spPr>
          <a:xfrm xmlns:a="http://schemas.openxmlformats.org/drawingml/2006/main">
            <a:off x="4629150" y="2171700"/>
            <a:ext cx="628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0">
                <a:solidFill>
                  <a:srgbClr val="475569"/>
                </a:solidFill>
                <a:latin typeface="Montserrat"/>
                <a:ea typeface="Montserrat"/>
                <a:cs typeface="Montserrat"/>
              </a:defRPr>
            </a:defPPr>
            <a:lvl1pPr algn="l">
              <a:defRPr sz="1125" b="0">
                <a:solidFill>
                  <a:srgbClr val="475569"/>
                </a:solidFill>
                <a:latin typeface="Montserrat"/>
                <a:ea typeface="Montserrat"/>
                <a:cs typeface="Montserrat"/>
              </a:defRPr>
            </a:lvl1pPr>
            <a:lvl2pPr algn="l">
              <a:defRPr sz="1125" b="0">
                <a:solidFill>
                  <a:srgbClr val="475569"/>
                </a:solidFill>
                <a:latin typeface="Montserrat"/>
                <a:ea typeface="Montserrat"/>
                <a:cs typeface="Montserrat"/>
              </a:defRPr>
            </a:lvl2pPr>
            <a:lvl3pPr algn="l">
              <a:defRPr sz="1125" b="0">
                <a:solidFill>
                  <a:srgbClr val="475569"/>
                </a:solidFill>
                <a:latin typeface="Montserrat"/>
                <a:ea typeface="Montserrat"/>
                <a:cs typeface="Montserrat"/>
              </a:defRPr>
            </a:lvl3pPr>
            <a:lvl4pPr algn="l">
              <a:defRPr sz="1125" b="0">
                <a:solidFill>
                  <a:srgbClr val="475569"/>
                </a:solidFill>
                <a:latin typeface="Montserrat"/>
                <a:ea typeface="Montserrat"/>
                <a:cs typeface="Montserrat"/>
              </a:defRPr>
            </a:lvl4pPr>
            <a:lvl5pPr algn="l">
              <a:defRPr sz="1125" b="0">
                <a:solidFill>
                  <a:srgbClr val="475569"/>
                </a:solidFill>
                <a:latin typeface="Montserrat"/>
                <a:ea typeface="Montserrat"/>
                <a:cs typeface="Montserrat"/>
              </a:defRPr>
            </a:lvl5pPr>
            <a:lvl6pPr algn="l">
              <a:defRPr sz="1125" b="0">
                <a:solidFill>
                  <a:srgbClr val="475569"/>
                </a:solidFill>
                <a:latin typeface="Montserrat"/>
                <a:ea typeface="Montserrat"/>
                <a:cs typeface="Montserrat"/>
              </a:defRPr>
            </a:lvl6pPr>
            <a:lvl7pPr algn="l">
              <a:defRPr sz="1125" b="0">
                <a:solidFill>
                  <a:srgbClr val="475569"/>
                </a:solidFill>
                <a:latin typeface="Montserrat"/>
                <a:ea typeface="Montserrat"/>
                <a:cs typeface="Montserrat"/>
              </a:defRPr>
            </a:lvl7pPr>
            <a:lvl8pPr algn="l">
              <a:defRPr sz="1125" b="0">
                <a:solidFill>
                  <a:srgbClr val="475569"/>
                </a:solidFill>
                <a:latin typeface="Montserrat"/>
                <a:ea typeface="Montserrat"/>
                <a:cs typeface="Montserrat"/>
              </a:defRPr>
            </a:lvl8pPr>
            <a:lvl9pPr algn="l">
              <a:defRPr sz="1125" b="0">
                <a:solidFill>
                  <a:srgbClr val="475569"/>
                </a:solidFill>
                <a:latin typeface="Montserrat"/>
                <a:ea typeface="Montserrat"/>
                <a:cs typeface="Montserrat"/>
              </a:defRPr>
            </a:lvl9pPr>
          </a:lstStyle>
          <a:p xmlns:a="http://schemas.openxmlformats.org/drawingml/2006/main">
            <a:pPr algn="l">
              <a:defRPr sz="1125" b="0">
                <a:solidFill>
                  <a:srgbClr val="475569"/>
                </a:solidFill>
                <a:latin typeface="Montserrat"/>
                <a:ea typeface="Montserrat"/>
                <a:cs typeface="Montserrat"/>
              </a:defRPr>
            </a:pPr>
            <a:r>
              <a:rPr sz="1125" b="0">
                <a:solidFill>
                  <a:srgbClr val="475569"/>
                </a:solidFill>
                <a:latin typeface="Montserrat"/>
                <a:ea typeface="Montserrat"/>
                <a:cs typeface="Montserrat"/>
              </a:rPr>
              <a:t>The portable instructions for this course: commands, architecture, boundaries, and common mistakes.</a:t>
            </a:r>
          </a:p>
        </p:txBody>
      </p:sp>
      <p:sp>
        <p:nvSpPr>
          <p:cNvPr id="12" name="">
            <a:extLst xmlns:a="http://schemas.openxmlformats.org/drawingml/2006/main">
              <a:ext uri="{FF2B5EF4-FFF2-40B4-BE49-F238E27FC236}">
                <a16:creationId xmlns:a16="http://schemas.microsoft.com/office/drawing/2014/main" id="{9BB47676-3D4E-4D37-8B96-B71F2F4CD321}"/>
              </a:ext>
            </a:extLst>
          </p:cNvPr>
          <p:cNvSpPr>
            <a:spLocks xmlns:a="http://schemas.openxmlformats.org/drawingml/2006/main" noGrp="1"/>
          </p:cNvSpPr>
          <p:nvPr/>
        </p:nvSpPr>
        <p:spPr>
          <a:xfrm xmlns:a="http://schemas.openxmlformats.org/drawingml/2006/main">
            <a:off x="742950" y="2695575"/>
            <a:ext cx="101727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13" name="">
            <a:extLst xmlns:a="http://schemas.openxmlformats.org/drawingml/2006/main">
              <a:ext uri="{FF2B5EF4-FFF2-40B4-BE49-F238E27FC236}">
                <a16:creationId xmlns:a16="http://schemas.microsoft.com/office/drawing/2014/main" id="{6FE675CC-A449-4B8D-B135-805A67FF3118}"/>
              </a:ext>
            </a:extLst>
          </p:cNvPr>
          <p:cNvSpPr>
            <a:spLocks xmlns:a="http://schemas.openxmlformats.org/drawingml/2006/main" noGrp="1"/>
          </p:cNvSpPr>
          <p:nvPr/>
        </p:nvSpPr>
        <p:spPr>
          <a:xfrm xmlns:a="http://schemas.openxmlformats.org/drawingml/2006/main">
            <a:off x="742950" y="28384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1">
                <a:solidFill>
                  <a:srgbClr val="307FE2"/>
                </a:solidFill>
                <a:latin typeface="Courier New"/>
                <a:ea typeface="Courier New"/>
                <a:cs typeface="Courier New"/>
              </a:defRPr>
            </a:defPPr>
            <a:lvl1pPr algn="l">
              <a:defRPr sz="1200" b="1">
                <a:solidFill>
                  <a:srgbClr val="307FE2"/>
                </a:solidFill>
                <a:latin typeface="Courier New"/>
                <a:ea typeface="Courier New"/>
                <a:cs typeface="Courier New"/>
              </a:defRPr>
            </a:lvl1pPr>
            <a:lvl2pPr algn="l">
              <a:defRPr sz="1200" b="1">
                <a:solidFill>
                  <a:srgbClr val="307FE2"/>
                </a:solidFill>
                <a:latin typeface="Courier New"/>
                <a:ea typeface="Courier New"/>
                <a:cs typeface="Courier New"/>
              </a:defRPr>
            </a:lvl2pPr>
            <a:lvl3pPr algn="l">
              <a:defRPr sz="1200" b="1">
                <a:solidFill>
                  <a:srgbClr val="307FE2"/>
                </a:solidFill>
                <a:latin typeface="Courier New"/>
                <a:ea typeface="Courier New"/>
                <a:cs typeface="Courier New"/>
              </a:defRPr>
            </a:lvl3pPr>
            <a:lvl4pPr algn="l">
              <a:defRPr sz="1200" b="1">
                <a:solidFill>
                  <a:srgbClr val="307FE2"/>
                </a:solidFill>
                <a:latin typeface="Courier New"/>
                <a:ea typeface="Courier New"/>
                <a:cs typeface="Courier New"/>
              </a:defRPr>
            </a:lvl4pPr>
            <a:lvl5pPr algn="l">
              <a:defRPr sz="1200" b="1">
                <a:solidFill>
                  <a:srgbClr val="307FE2"/>
                </a:solidFill>
                <a:latin typeface="Courier New"/>
                <a:ea typeface="Courier New"/>
                <a:cs typeface="Courier New"/>
              </a:defRPr>
            </a:lvl5pPr>
            <a:lvl6pPr algn="l">
              <a:defRPr sz="1200" b="1">
                <a:solidFill>
                  <a:srgbClr val="307FE2"/>
                </a:solidFill>
                <a:latin typeface="Courier New"/>
                <a:ea typeface="Courier New"/>
                <a:cs typeface="Courier New"/>
              </a:defRPr>
            </a:lvl6pPr>
            <a:lvl7pPr algn="l">
              <a:defRPr sz="1200" b="1">
                <a:solidFill>
                  <a:srgbClr val="307FE2"/>
                </a:solidFill>
                <a:latin typeface="Courier New"/>
                <a:ea typeface="Courier New"/>
                <a:cs typeface="Courier New"/>
              </a:defRPr>
            </a:lvl7pPr>
            <a:lvl8pPr algn="l">
              <a:defRPr sz="1200" b="1">
                <a:solidFill>
                  <a:srgbClr val="307FE2"/>
                </a:solidFill>
                <a:latin typeface="Courier New"/>
                <a:ea typeface="Courier New"/>
                <a:cs typeface="Courier New"/>
              </a:defRPr>
            </a:lvl8pPr>
            <a:lvl9pPr algn="l">
              <a:defRPr sz="1200" b="1">
                <a:solidFill>
                  <a:srgbClr val="307FE2"/>
                </a:solidFill>
                <a:latin typeface="Courier New"/>
                <a:ea typeface="Courier New"/>
                <a:cs typeface="Courier New"/>
              </a:defRPr>
            </a:lvl9pPr>
          </a:lstStyle>
          <a:p xmlns:a="http://schemas.openxmlformats.org/drawingml/2006/main">
            <a:pPr algn="l">
              <a:defRPr sz="1200" b="1">
                <a:solidFill>
                  <a:srgbClr val="307FE2"/>
                </a:solidFill>
                <a:latin typeface="Courier New"/>
                <a:ea typeface="Courier New"/>
                <a:cs typeface="Courier New"/>
              </a:defRPr>
            </a:pPr>
            <a:r>
              <a:rPr sz="1200" b="1">
                <a:solidFill>
                  <a:srgbClr val="307FE2"/>
                </a:solidFill>
                <a:latin typeface="Courier New"/>
                <a:ea typeface="Courier New"/>
                <a:cs typeface="Courier New"/>
              </a:rPr>
              <a:t>spec.md</a:t>
            </a:r>
          </a:p>
        </p:txBody>
      </p:sp>
      <p:sp>
        <p:nvSpPr>
          <p:cNvPr id="14" name="">
            <a:extLst xmlns:a="http://schemas.openxmlformats.org/drawingml/2006/main">
              <a:ext uri="{FF2B5EF4-FFF2-40B4-BE49-F238E27FC236}">
                <a16:creationId xmlns:a16="http://schemas.microsoft.com/office/drawing/2014/main" id="{08BBF14C-AC4A-4BDF-8D78-89ABC6ECF170}"/>
              </a:ext>
            </a:extLst>
          </p:cNvPr>
          <p:cNvSpPr>
            <a:spLocks xmlns:a="http://schemas.openxmlformats.org/drawingml/2006/main" noGrp="1"/>
          </p:cNvSpPr>
          <p:nvPr/>
        </p:nvSpPr>
        <p:spPr>
          <a:xfrm xmlns:a="http://schemas.openxmlformats.org/drawingml/2006/main">
            <a:off x="2686050" y="28384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0F172A"/>
                </a:solidFill>
                <a:latin typeface="Montserrat"/>
                <a:ea typeface="Montserrat"/>
                <a:cs typeface="Montserrat"/>
              </a:defRPr>
            </a:defPPr>
            <a:lvl1pPr algn="l">
              <a:defRPr sz="1275" b="1">
                <a:solidFill>
                  <a:srgbClr val="0F172A"/>
                </a:solidFill>
                <a:latin typeface="Montserrat"/>
                <a:ea typeface="Montserrat"/>
                <a:cs typeface="Montserrat"/>
              </a:defRPr>
            </a:lvl1pPr>
            <a:lvl2pPr algn="l">
              <a:defRPr sz="1275" b="1">
                <a:solidFill>
                  <a:srgbClr val="0F172A"/>
                </a:solidFill>
                <a:latin typeface="Montserrat"/>
                <a:ea typeface="Montserrat"/>
                <a:cs typeface="Montserrat"/>
              </a:defRPr>
            </a:lvl2pPr>
            <a:lvl3pPr algn="l">
              <a:defRPr sz="1275" b="1">
                <a:solidFill>
                  <a:srgbClr val="0F172A"/>
                </a:solidFill>
                <a:latin typeface="Montserrat"/>
                <a:ea typeface="Montserrat"/>
                <a:cs typeface="Montserrat"/>
              </a:defRPr>
            </a:lvl3pPr>
            <a:lvl4pPr algn="l">
              <a:defRPr sz="1275" b="1">
                <a:solidFill>
                  <a:srgbClr val="0F172A"/>
                </a:solidFill>
                <a:latin typeface="Montserrat"/>
                <a:ea typeface="Montserrat"/>
                <a:cs typeface="Montserrat"/>
              </a:defRPr>
            </a:lvl4pPr>
            <a:lvl5pPr algn="l">
              <a:defRPr sz="1275" b="1">
                <a:solidFill>
                  <a:srgbClr val="0F172A"/>
                </a:solidFill>
                <a:latin typeface="Montserrat"/>
                <a:ea typeface="Montserrat"/>
                <a:cs typeface="Montserrat"/>
              </a:defRPr>
            </a:lvl5pPr>
            <a:lvl6pPr algn="l">
              <a:defRPr sz="1275" b="1">
                <a:solidFill>
                  <a:srgbClr val="0F172A"/>
                </a:solidFill>
                <a:latin typeface="Montserrat"/>
                <a:ea typeface="Montserrat"/>
                <a:cs typeface="Montserrat"/>
              </a:defRPr>
            </a:lvl6pPr>
            <a:lvl7pPr algn="l">
              <a:defRPr sz="1275" b="1">
                <a:solidFill>
                  <a:srgbClr val="0F172A"/>
                </a:solidFill>
                <a:latin typeface="Montserrat"/>
                <a:ea typeface="Montserrat"/>
                <a:cs typeface="Montserrat"/>
              </a:defRPr>
            </a:lvl7pPr>
            <a:lvl8pPr algn="l">
              <a:defRPr sz="1275" b="1">
                <a:solidFill>
                  <a:srgbClr val="0F172A"/>
                </a:solidFill>
                <a:latin typeface="Montserrat"/>
                <a:ea typeface="Montserrat"/>
                <a:cs typeface="Montserrat"/>
              </a:defRPr>
            </a:lvl8pPr>
            <a:lvl9pPr algn="l">
              <a:defRPr sz="1275" b="1">
                <a:solidFill>
                  <a:srgbClr val="0F172A"/>
                </a:solidFill>
                <a:latin typeface="Montserrat"/>
                <a:ea typeface="Montserrat"/>
                <a:cs typeface="Montserrat"/>
              </a:defRPr>
            </a:lvl9pPr>
          </a:lstStyle>
          <a:p xmlns:a="http://schemas.openxmlformats.org/drawingml/2006/main">
            <a:pPr algn="l">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What to build</a:t>
            </a:r>
          </a:p>
        </p:txBody>
      </p:sp>
      <p:sp>
        <p:nvSpPr>
          <p:cNvPr id="15" name="">
            <a:extLst xmlns:a="http://schemas.openxmlformats.org/drawingml/2006/main">
              <a:ext uri="{FF2B5EF4-FFF2-40B4-BE49-F238E27FC236}">
                <a16:creationId xmlns:a16="http://schemas.microsoft.com/office/drawing/2014/main" id="{9C5AEDAE-F4C9-4D60-9937-C93CFDACE0D3}"/>
              </a:ext>
            </a:extLst>
          </p:cNvPr>
          <p:cNvSpPr>
            <a:spLocks xmlns:a="http://schemas.openxmlformats.org/drawingml/2006/main" noGrp="1"/>
          </p:cNvSpPr>
          <p:nvPr/>
        </p:nvSpPr>
        <p:spPr>
          <a:xfrm xmlns:a="http://schemas.openxmlformats.org/drawingml/2006/main">
            <a:off x="4629150" y="2838450"/>
            <a:ext cx="628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0">
                <a:solidFill>
                  <a:srgbClr val="475569"/>
                </a:solidFill>
                <a:latin typeface="Montserrat"/>
                <a:ea typeface="Montserrat"/>
                <a:cs typeface="Montserrat"/>
              </a:defRPr>
            </a:defPPr>
            <a:lvl1pPr algn="l">
              <a:defRPr sz="1125" b="0">
                <a:solidFill>
                  <a:srgbClr val="475569"/>
                </a:solidFill>
                <a:latin typeface="Montserrat"/>
                <a:ea typeface="Montserrat"/>
                <a:cs typeface="Montserrat"/>
              </a:defRPr>
            </a:lvl1pPr>
            <a:lvl2pPr algn="l">
              <a:defRPr sz="1125" b="0">
                <a:solidFill>
                  <a:srgbClr val="475569"/>
                </a:solidFill>
                <a:latin typeface="Montserrat"/>
                <a:ea typeface="Montserrat"/>
                <a:cs typeface="Montserrat"/>
              </a:defRPr>
            </a:lvl2pPr>
            <a:lvl3pPr algn="l">
              <a:defRPr sz="1125" b="0">
                <a:solidFill>
                  <a:srgbClr val="475569"/>
                </a:solidFill>
                <a:latin typeface="Montserrat"/>
                <a:ea typeface="Montserrat"/>
                <a:cs typeface="Montserrat"/>
              </a:defRPr>
            </a:lvl3pPr>
            <a:lvl4pPr algn="l">
              <a:defRPr sz="1125" b="0">
                <a:solidFill>
                  <a:srgbClr val="475569"/>
                </a:solidFill>
                <a:latin typeface="Montserrat"/>
                <a:ea typeface="Montserrat"/>
                <a:cs typeface="Montserrat"/>
              </a:defRPr>
            </a:lvl4pPr>
            <a:lvl5pPr algn="l">
              <a:defRPr sz="1125" b="0">
                <a:solidFill>
                  <a:srgbClr val="475569"/>
                </a:solidFill>
                <a:latin typeface="Montserrat"/>
                <a:ea typeface="Montserrat"/>
                <a:cs typeface="Montserrat"/>
              </a:defRPr>
            </a:lvl5pPr>
            <a:lvl6pPr algn="l">
              <a:defRPr sz="1125" b="0">
                <a:solidFill>
                  <a:srgbClr val="475569"/>
                </a:solidFill>
                <a:latin typeface="Montserrat"/>
                <a:ea typeface="Montserrat"/>
                <a:cs typeface="Montserrat"/>
              </a:defRPr>
            </a:lvl6pPr>
            <a:lvl7pPr algn="l">
              <a:defRPr sz="1125" b="0">
                <a:solidFill>
                  <a:srgbClr val="475569"/>
                </a:solidFill>
                <a:latin typeface="Montserrat"/>
                <a:ea typeface="Montserrat"/>
                <a:cs typeface="Montserrat"/>
              </a:defRPr>
            </a:lvl7pPr>
            <a:lvl8pPr algn="l">
              <a:defRPr sz="1125" b="0">
                <a:solidFill>
                  <a:srgbClr val="475569"/>
                </a:solidFill>
                <a:latin typeface="Montserrat"/>
                <a:ea typeface="Montserrat"/>
                <a:cs typeface="Montserrat"/>
              </a:defRPr>
            </a:lvl8pPr>
            <a:lvl9pPr algn="l">
              <a:defRPr sz="1125" b="0">
                <a:solidFill>
                  <a:srgbClr val="475569"/>
                </a:solidFill>
                <a:latin typeface="Montserrat"/>
                <a:ea typeface="Montserrat"/>
                <a:cs typeface="Montserrat"/>
              </a:defRPr>
            </a:lvl9pPr>
          </a:lstStyle>
          <a:p xmlns:a="http://schemas.openxmlformats.org/drawingml/2006/main">
            <a:pPr algn="l">
              <a:defRPr sz="1125" b="0">
                <a:solidFill>
                  <a:srgbClr val="475569"/>
                </a:solidFill>
                <a:latin typeface="Montserrat"/>
                <a:ea typeface="Montserrat"/>
                <a:cs typeface="Montserrat"/>
              </a:defRPr>
            </a:pPr>
            <a:r>
              <a:rPr sz="1125" b="0">
                <a:solidFill>
                  <a:srgbClr val="475569"/>
                </a:solidFill>
                <a:latin typeface="Montserrat"/>
                <a:ea typeface="Montserrat"/>
                <a:cs typeface="Montserrat"/>
              </a:rPr>
              <a:t>The user, problem, constraints, behavior, and acceptance checks for the current change.</a:t>
            </a:r>
          </a:p>
        </p:txBody>
      </p:sp>
      <p:sp>
        <p:nvSpPr>
          <p:cNvPr id="16" name="">
            <a:extLst xmlns:a="http://schemas.openxmlformats.org/drawingml/2006/main">
              <a:ext uri="{FF2B5EF4-FFF2-40B4-BE49-F238E27FC236}">
                <a16:creationId xmlns:a16="http://schemas.microsoft.com/office/drawing/2014/main" id="{8B139B5C-68B4-4FA0-A14F-2063821C5839}"/>
              </a:ext>
            </a:extLst>
          </p:cNvPr>
          <p:cNvSpPr>
            <a:spLocks xmlns:a="http://schemas.openxmlformats.org/drawingml/2006/main" noGrp="1"/>
          </p:cNvSpPr>
          <p:nvPr/>
        </p:nvSpPr>
        <p:spPr>
          <a:xfrm xmlns:a="http://schemas.openxmlformats.org/drawingml/2006/main">
            <a:off x="742950" y="3362325"/>
            <a:ext cx="101727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17" name="">
            <a:extLst xmlns:a="http://schemas.openxmlformats.org/drawingml/2006/main">
              <a:ext uri="{FF2B5EF4-FFF2-40B4-BE49-F238E27FC236}">
                <a16:creationId xmlns:a16="http://schemas.microsoft.com/office/drawing/2014/main" id="{7717467B-EC6B-4777-A24A-F8D0B26F2A5A}"/>
              </a:ext>
            </a:extLst>
          </p:cNvPr>
          <p:cNvSpPr>
            <a:spLocks xmlns:a="http://schemas.openxmlformats.org/drawingml/2006/main" noGrp="1"/>
          </p:cNvSpPr>
          <p:nvPr/>
        </p:nvSpPr>
        <p:spPr>
          <a:xfrm xmlns:a="http://schemas.openxmlformats.org/drawingml/2006/main">
            <a:off x="742950" y="35052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1">
                <a:solidFill>
                  <a:srgbClr val="307FE2"/>
                </a:solidFill>
                <a:latin typeface="Courier New"/>
                <a:ea typeface="Courier New"/>
                <a:cs typeface="Courier New"/>
              </a:defRPr>
            </a:defPPr>
            <a:lvl1pPr algn="l">
              <a:defRPr sz="1200" b="1">
                <a:solidFill>
                  <a:srgbClr val="307FE2"/>
                </a:solidFill>
                <a:latin typeface="Courier New"/>
                <a:ea typeface="Courier New"/>
                <a:cs typeface="Courier New"/>
              </a:defRPr>
            </a:lvl1pPr>
            <a:lvl2pPr algn="l">
              <a:defRPr sz="1200" b="1">
                <a:solidFill>
                  <a:srgbClr val="307FE2"/>
                </a:solidFill>
                <a:latin typeface="Courier New"/>
                <a:ea typeface="Courier New"/>
                <a:cs typeface="Courier New"/>
              </a:defRPr>
            </a:lvl2pPr>
            <a:lvl3pPr algn="l">
              <a:defRPr sz="1200" b="1">
                <a:solidFill>
                  <a:srgbClr val="307FE2"/>
                </a:solidFill>
                <a:latin typeface="Courier New"/>
                <a:ea typeface="Courier New"/>
                <a:cs typeface="Courier New"/>
              </a:defRPr>
            </a:lvl3pPr>
            <a:lvl4pPr algn="l">
              <a:defRPr sz="1200" b="1">
                <a:solidFill>
                  <a:srgbClr val="307FE2"/>
                </a:solidFill>
                <a:latin typeface="Courier New"/>
                <a:ea typeface="Courier New"/>
                <a:cs typeface="Courier New"/>
              </a:defRPr>
            </a:lvl4pPr>
            <a:lvl5pPr algn="l">
              <a:defRPr sz="1200" b="1">
                <a:solidFill>
                  <a:srgbClr val="307FE2"/>
                </a:solidFill>
                <a:latin typeface="Courier New"/>
                <a:ea typeface="Courier New"/>
                <a:cs typeface="Courier New"/>
              </a:defRPr>
            </a:lvl5pPr>
            <a:lvl6pPr algn="l">
              <a:defRPr sz="1200" b="1">
                <a:solidFill>
                  <a:srgbClr val="307FE2"/>
                </a:solidFill>
                <a:latin typeface="Courier New"/>
                <a:ea typeface="Courier New"/>
                <a:cs typeface="Courier New"/>
              </a:defRPr>
            </a:lvl6pPr>
            <a:lvl7pPr algn="l">
              <a:defRPr sz="1200" b="1">
                <a:solidFill>
                  <a:srgbClr val="307FE2"/>
                </a:solidFill>
                <a:latin typeface="Courier New"/>
                <a:ea typeface="Courier New"/>
                <a:cs typeface="Courier New"/>
              </a:defRPr>
            </a:lvl7pPr>
            <a:lvl8pPr algn="l">
              <a:defRPr sz="1200" b="1">
                <a:solidFill>
                  <a:srgbClr val="307FE2"/>
                </a:solidFill>
                <a:latin typeface="Courier New"/>
                <a:ea typeface="Courier New"/>
                <a:cs typeface="Courier New"/>
              </a:defRPr>
            </a:lvl8pPr>
            <a:lvl9pPr algn="l">
              <a:defRPr sz="1200" b="1">
                <a:solidFill>
                  <a:srgbClr val="307FE2"/>
                </a:solidFill>
                <a:latin typeface="Courier New"/>
                <a:ea typeface="Courier New"/>
                <a:cs typeface="Courier New"/>
              </a:defRPr>
            </a:lvl9pPr>
          </a:lstStyle>
          <a:p xmlns:a="http://schemas.openxmlformats.org/drawingml/2006/main">
            <a:pPr algn="l">
              <a:defRPr sz="1200" b="1">
                <a:solidFill>
                  <a:srgbClr val="307FE2"/>
                </a:solidFill>
                <a:latin typeface="Courier New"/>
                <a:ea typeface="Courier New"/>
                <a:cs typeface="Courier New"/>
              </a:defRPr>
            </a:pPr>
            <a:r>
              <a:rPr sz="1200" b="1">
                <a:solidFill>
                  <a:srgbClr val="307FE2"/>
                </a:solidFill>
                <a:latin typeface="Courier New"/>
                <a:ea typeface="Courier New"/>
                <a:cs typeface="Courier New"/>
              </a:rPr>
              <a:t>SKILL.md</a:t>
            </a:r>
          </a:p>
        </p:txBody>
      </p:sp>
      <p:sp>
        <p:nvSpPr>
          <p:cNvPr id="18" name="">
            <a:extLst xmlns:a="http://schemas.openxmlformats.org/drawingml/2006/main">
              <a:ext uri="{FF2B5EF4-FFF2-40B4-BE49-F238E27FC236}">
                <a16:creationId xmlns:a16="http://schemas.microsoft.com/office/drawing/2014/main" id="{99D25EE4-11D3-4617-95F1-4EA07CF221CA}"/>
              </a:ext>
            </a:extLst>
          </p:cNvPr>
          <p:cNvSpPr>
            <a:spLocks xmlns:a="http://schemas.openxmlformats.org/drawingml/2006/main" noGrp="1"/>
          </p:cNvSpPr>
          <p:nvPr/>
        </p:nvSpPr>
        <p:spPr>
          <a:xfrm xmlns:a="http://schemas.openxmlformats.org/drawingml/2006/main">
            <a:off x="2686050" y="35052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0F172A"/>
                </a:solidFill>
                <a:latin typeface="Montserrat"/>
                <a:ea typeface="Montserrat"/>
                <a:cs typeface="Montserrat"/>
              </a:defRPr>
            </a:defPPr>
            <a:lvl1pPr algn="l">
              <a:defRPr sz="1275" b="1">
                <a:solidFill>
                  <a:srgbClr val="0F172A"/>
                </a:solidFill>
                <a:latin typeface="Montserrat"/>
                <a:ea typeface="Montserrat"/>
                <a:cs typeface="Montserrat"/>
              </a:defRPr>
            </a:lvl1pPr>
            <a:lvl2pPr algn="l">
              <a:defRPr sz="1275" b="1">
                <a:solidFill>
                  <a:srgbClr val="0F172A"/>
                </a:solidFill>
                <a:latin typeface="Montserrat"/>
                <a:ea typeface="Montserrat"/>
                <a:cs typeface="Montserrat"/>
              </a:defRPr>
            </a:lvl2pPr>
            <a:lvl3pPr algn="l">
              <a:defRPr sz="1275" b="1">
                <a:solidFill>
                  <a:srgbClr val="0F172A"/>
                </a:solidFill>
                <a:latin typeface="Montserrat"/>
                <a:ea typeface="Montserrat"/>
                <a:cs typeface="Montserrat"/>
              </a:defRPr>
            </a:lvl3pPr>
            <a:lvl4pPr algn="l">
              <a:defRPr sz="1275" b="1">
                <a:solidFill>
                  <a:srgbClr val="0F172A"/>
                </a:solidFill>
                <a:latin typeface="Montserrat"/>
                <a:ea typeface="Montserrat"/>
                <a:cs typeface="Montserrat"/>
              </a:defRPr>
            </a:lvl4pPr>
            <a:lvl5pPr algn="l">
              <a:defRPr sz="1275" b="1">
                <a:solidFill>
                  <a:srgbClr val="0F172A"/>
                </a:solidFill>
                <a:latin typeface="Montserrat"/>
                <a:ea typeface="Montserrat"/>
                <a:cs typeface="Montserrat"/>
              </a:defRPr>
            </a:lvl5pPr>
            <a:lvl6pPr algn="l">
              <a:defRPr sz="1275" b="1">
                <a:solidFill>
                  <a:srgbClr val="0F172A"/>
                </a:solidFill>
                <a:latin typeface="Montserrat"/>
                <a:ea typeface="Montserrat"/>
                <a:cs typeface="Montserrat"/>
              </a:defRPr>
            </a:lvl6pPr>
            <a:lvl7pPr algn="l">
              <a:defRPr sz="1275" b="1">
                <a:solidFill>
                  <a:srgbClr val="0F172A"/>
                </a:solidFill>
                <a:latin typeface="Montserrat"/>
                <a:ea typeface="Montserrat"/>
                <a:cs typeface="Montserrat"/>
              </a:defRPr>
            </a:lvl7pPr>
            <a:lvl8pPr algn="l">
              <a:defRPr sz="1275" b="1">
                <a:solidFill>
                  <a:srgbClr val="0F172A"/>
                </a:solidFill>
                <a:latin typeface="Montserrat"/>
                <a:ea typeface="Montserrat"/>
                <a:cs typeface="Montserrat"/>
              </a:defRPr>
            </a:lvl8pPr>
            <a:lvl9pPr algn="l">
              <a:defRPr sz="1275" b="1">
                <a:solidFill>
                  <a:srgbClr val="0F172A"/>
                </a:solidFill>
                <a:latin typeface="Montserrat"/>
                <a:ea typeface="Montserrat"/>
                <a:cs typeface="Montserrat"/>
              </a:defRPr>
            </a:lvl9pPr>
          </a:lstStyle>
          <a:p xmlns:a="http://schemas.openxmlformats.org/drawingml/2006/main">
            <a:pPr algn="l">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How to repeat it</a:t>
            </a:r>
          </a:p>
        </p:txBody>
      </p:sp>
      <p:sp>
        <p:nvSpPr>
          <p:cNvPr id="19" name="">
            <a:extLst xmlns:a="http://schemas.openxmlformats.org/drawingml/2006/main">
              <a:ext uri="{FF2B5EF4-FFF2-40B4-BE49-F238E27FC236}">
                <a16:creationId xmlns:a16="http://schemas.microsoft.com/office/drawing/2014/main" id="{2F28B973-8810-4A8B-81DE-B8EBB0DBDB9B}"/>
              </a:ext>
            </a:extLst>
          </p:cNvPr>
          <p:cNvSpPr>
            <a:spLocks xmlns:a="http://schemas.openxmlformats.org/drawingml/2006/main" noGrp="1"/>
          </p:cNvSpPr>
          <p:nvPr/>
        </p:nvSpPr>
        <p:spPr>
          <a:xfrm xmlns:a="http://schemas.openxmlformats.org/drawingml/2006/main">
            <a:off x="4629150" y="3505200"/>
            <a:ext cx="628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0">
                <a:solidFill>
                  <a:srgbClr val="475569"/>
                </a:solidFill>
                <a:latin typeface="Montserrat"/>
                <a:ea typeface="Montserrat"/>
                <a:cs typeface="Montserrat"/>
              </a:defRPr>
            </a:defPPr>
            <a:lvl1pPr algn="l">
              <a:defRPr sz="1125" b="0">
                <a:solidFill>
                  <a:srgbClr val="475569"/>
                </a:solidFill>
                <a:latin typeface="Montserrat"/>
                <a:ea typeface="Montserrat"/>
                <a:cs typeface="Montserrat"/>
              </a:defRPr>
            </a:lvl1pPr>
            <a:lvl2pPr algn="l">
              <a:defRPr sz="1125" b="0">
                <a:solidFill>
                  <a:srgbClr val="475569"/>
                </a:solidFill>
                <a:latin typeface="Montserrat"/>
                <a:ea typeface="Montserrat"/>
                <a:cs typeface="Montserrat"/>
              </a:defRPr>
            </a:lvl2pPr>
            <a:lvl3pPr algn="l">
              <a:defRPr sz="1125" b="0">
                <a:solidFill>
                  <a:srgbClr val="475569"/>
                </a:solidFill>
                <a:latin typeface="Montserrat"/>
                <a:ea typeface="Montserrat"/>
                <a:cs typeface="Montserrat"/>
              </a:defRPr>
            </a:lvl3pPr>
            <a:lvl4pPr algn="l">
              <a:defRPr sz="1125" b="0">
                <a:solidFill>
                  <a:srgbClr val="475569"/>
                </a:solidFill>
                <a:latin typeface="Montserrat"/>
                <a:ea typeface="Montserrat"/>
                <a:cs typeface="Montserrat"/>
              </a:defRPr>
            </a:lvl4pPr>
            <a:lvl5pPr algn="l">
              <a:defRPr sz="1125" b="0">
                <a:solidFill>
                  <a:srgbClr val="475569"/>
                </a:solidFill>
                <a:latin typeface="Montserrat"/>
                <a:ea typeface="Montserrat"/>
                <a:cs typeface="Montserrat"/>
              </a:defRPr>
            </a:lvl5pPr>
            <a:lvl6pPr algn="l">
              <a:defRPr sz="1125" b="0">
                <a:solidFill>
                  <a:srgbClr val="475569"/>
                </a:solidFill>
                <a:latin typeface="Montserrat"/>
                <a:ea typeface="Montserrat"/>
                <a:cs typeface="Montserrat"/>
              </a:defRPr>
            </a:lvl6pPr>
            <a:lvl7pPr algn="l">
              <a:defRPr sz="1125" b="0">
                <a:solidFill>
                  <a:srgbClr val="475569"/>
                </a:solidFill>
                <a:latin typeface="Montserrat"/>
                <a:ea typeface="Montserrat"/>
                <a:cs typeface="Montserrat"/>
              </a:defRPr>
            </a:lvl7pPr>
            <a:lvl8pPr algn="l">
              <a:defRPr sz="1125" b="0">
                <a:solidFill>
                  <a:srgbClr val="475569"/>
                </a:solidFill>
                <a:latin typeface="Montserrat"/>
                <a:ea typeface="Montserrat"/>
                <a:cs typeface="Montserrat"/>
              </a:defRPr>
            </a:lvl8pPr>
            <a:lvl9pPr algn="l">
              <a:defRPr sz="1125" b="0">
                <a:solidFill>
                  <a:srgbClr val="475569"/>
                </a:solidFill>
                <a:latin typeface="Montserrat"/>
                <a:ea typeface="Montserrat"/>
                <a:cs typeface="Montserrat"/>
              </a:defRPr>
            </a:lvl9pPr>
          </a:lstStyle>
          <a:p xmlns:a="http://schemas.openxmlformats.org/drawingml/2006/main">
            <a:pPr algn="l">
              <a:defRPr sz="1125" b="0">
                <a:solidFill>
                  <a:srgbClr val="475569"/>
                </a:solidFill>
                <a:latin typeface="Montserrat"/>
                <a:ea typeface="Montserrat"/>
                <a:cs typeface="Montserrat"/>
              </a:defRPr>
            </a:pPr>
            <a:r>
              <a:rPr sz="1125" b="0">
                <a:solidFill>
                  <a:srgbClr val="475569"/>
                </a:solidFill>
                <a:latin typeface="Montserrat"/>
                <a:ea typeface="Montserrat"/>
                <a:cs typeface="Montserrat"/>
              </a:rPr>
              <a:t>A reusable procedure in a skill folder. The singular file name is intentional.</a:t>
            </a:r>
          </a:p>
        </p:txBody>
      </p:sp>
      <p:sp>
        <p:nvSpPr>
          <p:cNvPr id="20" name="">
            <a:extLst xmlns:a="http://schemas.openxmlformats.org/drawingml/2006/main">
              <a:ext uri="{FF2B5EF4-FFF2-40B4-BE49-F238E27FC236}">
                <a16:creationId xmlns:a16="http://schemas.microsoft.com/office/drawing/2014/main" id="{08F48B7E-F43B-42C2-9142-AA76D07A1D43}"/>
              </a:ext>
            </a:extLst>
          </p:cNvPr>
          <p:cNvSpPr>
            <a:spLocks xmlns:a="http://schemas.openxmlformats.org/drawingml/2006/main" noGrp="1"/>
          </p:cNvSpPr>
          <p:nvPr/>
        </p:nvSpPr>
        <p:spPr>
          <a:xfrm xmlns:a="http://schemas.openxmlformats.org/drawingml/2006/main">
            <a:off x="742950" y="4029075"/>
            <a:ext cx="101727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21" name="">
            <a:extLst xmlns:a="http://schemas.openxmlformats.org/drawingml/2006/main">
              <a:ext uri="{FF2B5EF4-FFF2-40B4-BE49-F238E27FC236}">
                <a16:creationId xmlns:a16="http://schemas.microsoft.com/office/drawing/2014/main" id="{2A9A946A-C699-49BF-885C-7A021FDE0B1C}"/>
              </a:ext>
            </a:extLst>
          </p:cNvPr>
          <p:cNvSpPr>
            <a:spLocks xmlns:a="http://schemas.openxmlformats.org/drawingml/2006/main" noGrp="1"/>
          </p:cNvSpPr>
          <p:nvPr/>
        </p:nvSpPr>
        <p:spPr>
          <a:xfrm xmlns:a="http://schemas.openxmlformats.org/drawingml/2006/main">
            <a:off x="742950" y="41719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1">
                <a:solidFill>
                  <a:srgbClr val="307FE2"/>
                </a:solidFill>
                <a:latin typeface="Courier New"/>
                <a:ea typeface="Courier New"/>
                <a:cs typeface="Courier New"/>
              </a:defRPr>
            </a:defPPr>
            <a:lvl1pPr algn="l">
              <a:defRPr sz="1200" b="1">
                <a:solidFill>
                  <a:srgbClr val="307FE2"/>
                </a:solidFill>
                <a:latin typeface="Courier New"/>
                <a:ea typeface="Courier New"/>
                <a:cs typeface="Courier New"/>
              </a:defRPr>
            </a:lvl1pPr>
            <a:lvl2pPr algn="l">
              <a:defRPr sz="1200" b="1">
                <a:solidFill>
                  <a:srgbClr val="307FE2"/>
                </a:solidFill>
                <a:latin typeface="Courier New"/>
                <a:ea typeface="Courier New"/>
                <a:cs typeface="Courier New"/>
              </a:defRPr>
            </a:lvl2pPr>
            <a:lvl3pPr algn="l">
              <a:defRPr sz="1200" b="1">
                <a:solidFill>
                  <a:srgbClr val="307FE2"/>
                </a:solidFill>
                <a:latin typeface="Courier New"/>
                <a:ea typeface="Courier New"/>
                <a:cs typeface="Courier New"/>
              </a:defRPr>
            </a:lvl3pPr>
            <a:lvl4pPr algn="l">
              <a:defRPr sz="1200" b="1">
                <a:solidFill>
                  <a:srgbClr val="307FE2"/>
                </a:solidFill>
                <a:latin typeface="Courier New"/>
                <a:ea typeface="Courier New"/>
                <a:cs typeface="Courier New"/>
              </a:defRPr>
            </a:lvl4pPr>
            <a:lvl5pPr algn="l">
              <a:defRPr sz="1200" b="1">
                <a:solidFill>
                  <a:srgbClr val="307FE2"/>
                </a:solidFill>
                <a:latin typeface="Courier New"/>
                <a:ea typeface="Courier New"/>
                <a:cs typeface="Courier New"/>
              </a:defRPr>
            </a:lvl5pPr>
            <a:lvl6pPr algn="l">
              <a:defRPr sz="1200" b="1">
                <a:solidFill>
                  <a:srgbClr val="307FE2"/>
                </a:solidFill>
                <a:latin typeface="Courier New"/>
                <a:ea typeface="Courier New"/>
                <a:cs typeface="Courier New"/>
              </a:defRPr>
            </a:lvl6pPr>
            <a:lvl7pPr algn="l">
              <a:defRPr sz="1200" b="1">
                <a:solidFill>
                  <a:srgbClr val="307FE2"/>
                </a:solidFill>
                <a:latin typeface="Courier New"/>
                <a:ea typeface="Courier New"/>
                <a:cs typeface="Courier New"/>
              </a:defRPr>
            </a:lvl7pPr>
            <a:lvl8pPr algn="l">
              <a:defRPr sz="1200" b="1">
                <a:solidFill>
                  <a:srgbClr val="307FE2"/>
                </a:solidFill>
                <a:latin typeface="Courier New"/>
                <a:ea typeface="Courier New"/>
                <a:cs typeface="Courier New"/>
              </a:defRPr>
            </a:lvl8pPr>
            <a:lvl9pPr algn="l">
              <a:defRPr sz="1200" b="1">
                <a:solidFill>
                  <a:srgbClr val="307FE2"/>
                </a:solidFill>
                <a:latin typeface="Courier New"/>
                <a:ea typeface="Courier New"/>
                <a:cs typeface="Courier New"/>
              </a:defRPr>
            </a:lvl9pPr>
          </a:lstStyle>
          <a:p xmlns:a="http://schemas.openxmlformats.org/drawingml/2006/main">
            <a:pPr algn="l">
              <a:defRPr sz="1200" b="1">
                <a:solidFill>
                  <a:srgbClr val="307FE2"/>
                </a:solidFill>
                <a:latin typeface="Courier New"/>
                <a:ea typeface="Courier New"/>
                <a:cs typeface="Courier New"/>
              </a:defRPr>
            </a:pPr>
            <a:r>
              <a:rPr sz="1200" b="1">
                <a:solidFill>
                  <a:srgbClr val="307FE2"/>
                </a:solidFill>
                <a:latin typeface="Courier New"/>
                <a:ea typeface="Courier New"/>
                <a:cs typeface="Courier New"/>
              </a:rPr>
              <a:t>README.md</a:t>
            </a:r>
          </a:p>
        </p:txBody>
      </p:sp>
      <p:sp>
        <p:nvSpPr>
          <p:cNvPr id="22" name="">
            <a:extLst xmlns:a="http://schemas.openxmlformats.org/drawingml/2006/main">
              <a:ext uri="{FF2B5EF4-FFF2-40B4-BE49-F238E27FC236}">
                <a16:creationId xmlns:a16="http://schemas.microsoft.com/office/drawing/2014/main" id="{4512B9CF-6ED5-4858-AA82-358D06120BFA}"/>
              </a:ext>
            </a:extLst>
          </p:cNvPr>
          <p:cNvSpPr>
            <a:spLocks xmlns:a="http://schemas.openxmlformats.org/drawingml/2006/main" noGrp="1"/>
          </p:cNvSpPr>
          <p:nvPr/>
        </p:nvSpPr>
        <p:spPr>
          <a:xfrm xmlns:a="http://schemas.openxmlformats.org/drawingml/2006/main">
            <a:off x="2686050" y="41719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0F172A"/>
                </a:solidFill>
                <a:latin typeface="Montserrat"/>
                <a:ea typeface="Montserrat"/>
                <a:cs typeface="Montserrat"/>
              </a:defRPr>
            </a:defPPr>
            <a:lvl1pPr algn="l">
              <a:defRPr sz="1275" b="1">
                <a:solidFill>
                  <a:srgbClr val="0F172A"/>
                </a:solidFill>
                <a:latin typeface="Montserrat"/>
                <a:ea typeface="Montserrat"/>
                <a:cs typeface="Montserrat"/>
              </a:defRPr>
            </a:lvl1pPr>
            <a:lvl2pPr algn="l">
              <a:defRPr sz="1275" b="1">
                <a:solidFill>
                  <a:srgbClr val="0F172A"/>
                </a:solidFill>
                <a:latin typeface="Montserrat"/>
                <a:ea typeface="Montserrat"/>
                <a:cs typeface="Montserrat"/>
              </a:defRPr>
            </a:lvl2pPr>
            <a:lvl3pPr algn="l">
              <a:defRPr sz="1275" b="1">
                <a:solidFill>
                  <a:srgbClr val="0F172A"/>
                </a:solidFill>
                <a:latin typeface="Montserrat"/>
                <a:ea typeface="Montserrat"/>
                <a:cs typeface="Montserrat"/>
              </a:defRPr>
            </a:lvl3pPr>
            <a:lvl4pPr algn="l">
              <a:defRPr sz="1275" b="1">
                <a:solidFill>
                  <a:srgbClr val="0F172A"/>
                </a:solidFill>
                <a:latin typeface="Montserrat"/>
                <a:ea typeface="Montserrat"/>
                <a:cs typeface="Montserrat"/>
              </a:defRPr>
            </a:lvl4pPr>
            <a:lvl5pPr algn="l">
              <a:defRPr sz="1275" b="1">
                <a:solidFill>
                  <a:srgbClr val="0F172A"/>
                </a:solidFill>
                <a:latin typeface="Montserrat"/>
                <a:ea typeface="Montserrat"/>
                <a:cs typeface="Montserrat"/>
              </a:defRPr>
            </a:lvl5pPr>
            <a:lvl6pPr algn="l">
              <a:defRPr sz="1275" b="1">
                <a:solidFill>
                  <a:srgbClr val="0F172A"/>
                </a:solidFill>
                <a:latin typeface="Montserrat"/>
                <a:ea typeface="Montserrat"/>
                <a:cs typeface="Montserrat"/>
              </a:defRPr>
            </a:lvl6pPr>
            <a:lvl7pPr algn="l">
              <a:defRPr sz="1275" b="1">
                <a:solidFill>
                  <a:srgbClr val="0F172A"/>
                </a:solidFill>
                <a:latin typeface="Montserrat"/>
                <a:ea typeface="Montserrat"/>
                <a:cs typeface="Montserrat"/>
              </a:defRPr>
            </a:lvl7pPr>
            <a:lvl8pPr algn="l">
              <a:defRPr sz="1275" b="1">
                <a:solidFill>
                  <a:srgbClr val="0F172A"/>
                </a:solidFill>
                <a:latin typeface="Montserrat"/>
                <a:ea typeface="Montserrat"/>
                <a:cs typeface="Montserrat"/>
              </a:defRPr>
            </a:lvl8pPr>
            <a:lvl9pPr algn="l">
              <a:defRPr sz="1275" b="1">
                <a:solidFill>
                  <a:srgbClr val="0F172A"/>
                </a:solidFill>
                <a:latin typeface="Montserrat"/>
                <a:ea typeface="Montserrat"/>
                <a:cs typeface="Montserrat"/>
              </a:defRPr>
            </a:lvl9pPr>
          </a:lstStyle>
          <a:p xmlns:a="http://schemas.openxmlformats.org/drawingml/2006/main">
            <a:pPr algn="l">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Where to begin</a:t>
            </a:r>
          </a:p>
        </p:txBody>
      </p:sp>
      <p:sp>
        <p:nvSpPr>
          <p:cNvPr id="23" name="">
            <a:extLst xmlns:a="http://schemas.openxmlformats.org/drawingml/2006/main">
              <a:ext uri="{FF2B5EF4-FFF2-40B4-BE49-F238E27FC236}">
                <a16:creationId xmlns:a16="http://schemas.microsoft.com/office/drawing/2014/main" id="{2FC764F2-F948-415D-965F-FCA1EC3D1E16}"/>
              </a:ext>
            </a:extLst>
          </p:cNvPr>
          <p:cNvSpPr>
            <a:spLocks xmlns:a="http://schemas.openxmlformats.org/drawingml/2006/main" noGrp="1"/>
          </p:cNvSpPr>
          <p:nvPr/>
        </p:nvSpPr>
        <p:spPr>
          <a:xfrm xmlns:a="http://schemas.openxmlformats.org/drawingml/2006/main">
            <a:off x="4629150" y="4171950"/>
            <a:ext cx="628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0">
                <a:solidFill>
                  <a:srgbClr val="475569"/>
                </a:solidFill>
                <a:latin typeface="Montserrat"/>
                <a:ea typeface="Montserrat"/>
                <a:cs typeface="Montserrat"/>
              </a:defRPr>
            </a:defPPr>
            <a:lvl1pPr algn="l">
              <a:defRPr sz="1125" b="0">
                <a:solidFill>
                  <a:srgbClr val="475569"/>
                </a:solidFill>
                <a:latin typeface="Montserrat"/>
                <a:ea typeface="Montserrat"/>
                <a:cs typeface="Montserrat"/>
              </a:defRPr>
            </a:lvl1pPr>
            <a:lvl2pPr algn="l">
              <a:defRPr sz="1125" b="0">
                <a:solidFill>
                  <a:srgbClr val="475569"/>
                </a:solidFill>
                <a:latin typeface="Montserrat"/>
                <a:ea typeface="Montserrat"/>
                <a:cs typeface="Montserrat"/>
              </a:defRPr>
            </a:lvl2pPr>
            <a:lvl3pPr algn="l">
              <a:defRPr sz="1125" b="0">
                <a:solidFill>
                  <a:srgbClr val="475569"/>
                </a:solidFill>
                <a:latin typeface="Montserrat"/>
                <a:ea typeface="Montserrat"/>
                <a:cs typeface="Montserrat"/>
              </a:defRPr>
            </a:lvl3pPr>
            <a:lvl4pPr algn="l">
              <a:defRPr sz="1125" b="0">
                <a:solidFill>
                  <a:srgbClr val="475569"/>
                </a:solidFill>
                <a:latin typeface="Montserrat"/>
                <a:ea typeface="Montserrat"/>
                <a:cs typeface="Montserrat"/>
              </a:defRPr>
            </a:lvl4pPr>
            <a:lvl5pPr algn="l">
              <a:defRPr sz="1125" b="0">
                <a:solidFill>
                  <a:srgbClr val="475569"/>
                </a:solidFill>
                <a:latin typeface="Montserrat"/>
                <a:ea typeface="Montserrat"/>
                <a:cs typeface="Montserrat"/>
              </a:defRPr>
            </a:lvl5pPr>
            <a:lvl6pPr algn="l">
              <a:defRPr sz="1125" b="0">
                <a:solidFill>
                  <a:srgbClr val="475569"/>
                </a:solidFill>
                <a:latin typeface="Montserrat"/>
                <a:ea typeface="Montserrat"/>
                <a:cs typeface="Montserrat"/>
              </a:defRPr>
            </a:lvl6pPr>
            <a:lvl7pPr algn="l">
              <a:defRPr sz="1125" b="0">
                <a:solidFill>
                  <a:srgbClr val="475569"/>
                </a:solidFill>
                <a:latin typeface="Montserrat"/>
                <a:ea typeface="Montserrat"/>
                <a:cs typeface="Montserrat"/>
              </a:defRPr>
            </a:lvl7pPr>
            <a:lvl8pPr algn="l">
              <a:defRPr sz="1125" b="0">
                <a:solidFill>
                  <a:srgbClr val="475569"/>
                </a:solidFill>
                <a:latin typeface="Montserrat"/>
                <a:ea typeface="Montserrat"/>
                <a:cs typeface="Montserrat"/>
              </a:defRPr>
            </a:lvl8pPr>
            <a:lvl9pPr algn="l">
              <a:defRPr sz="1125" b="0">
                <a:solidFill>
                  <a:srgbClr val="475569"/>
                </a:solidFill>
                <a:latin typeface="Montserrat"/>
                <a:ea typeface="Montserrat"/>
                <a:cs typeface="Montserrat"/>
              </a:defRPr>
            </a:lvl9pPr>
          </a:lstStyle>
          <a:p xmlns:a="http://schemas.openxmlformats.org/drawingml/2006/main">
            <a:pPr algn="l">
              <a:defRPr sz="1125" b="0">
                <a:solidFill>
                  <a:srgbClr val="475569"/>
                </a:solidFill>
                <a:latin typeface="Montserrat"/>
                <a:ea typeface="Montserrat"/>
                <a:cs typeface="Montserrat"/>
              </a:defRPr>
            </a:pPr>
            <a:r>
              <a:rPr sz="1125" b="0">
                <a:solidFill>
                  <a:srgbClr val="475569"/>
                </a:solidFill>
                <a:latin typeface="Montserrat"/>
                <a:ea typeface="Montserrat"/>
                <a:cs typeface="Montserrat"/>
              </a:rPr>
              <a:t>The human and agent map to the project, exercises, setup, and first prompt.</a:t>
            </a:r>
          </a:p>
        </p:txBody>
      </p:sp>
      <p:sp>
        <p:nvSpPr>
          <p:cNvPr id="24" name="">
            <a:extLst xmlns:a="http://schemas.openxmlformats.org/drawingml/2006/main">
              <a:ext uri="{FF2B5EF4-FFF2-40B4-BE49-F238E27FC236}">
                <a16:creationId xmlns:a16="http://schemas.microsoft.com/office/drawing/2014/main" id="{B133D9B6-F876-49D9-82E8-9BEC7C29BA77}"/>
              </a:ext>
            </a:extLst>
          </p:cNvPr>
          <p:cNvSpPr>
            <a:spLocks xmlns:a="http://schemas.openxmlformats.org/drawingml/2006/main" noGrp="1"/>
          </p:cNvSpPr>
          <p:nvPr/>
        </p:nvSpPr>
        <p:spPr>
          <a:xfrm xmlns:a="http://schemas.openxmlformats.org/drawingml/2006/main">
            <a:off x="647700" y="480060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25" name="">
            <a:extLst xmlns:a="http://schemas.openxmlformats.org/drawingml/2006/main">
              <a:ext uri="{FF2B5EF4-FFF2-40B4-BE49-F238E27FC236}">
                <a16:creationId xmlns:a16="http://schemas.microsoft.com/office/drawing/2014/main" id="{28B87682-570E-4460-A267-8D1C860B79A1}"/>
              </a:ext>
            </a:extLst>
          </p:cNvPr>
          <p:cNvSpPr>
            <a:spLocks xmlns:a="http://schemas.openxmlformats.org/drawingml/2006/main" noGrp="1"/>
          </p:cNvSpPr>
          <p:nvPr/>
        </p:nvSpPr>
        <p:spPr>
          <a:xfrm xmlns:a="http://schemas.openxmlformats.org/drawingml/2006/main">
            <a:off x="742950" y="504825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1">
                <a:solidFill>
                  <a:srgbClr val="0F172A"/>
                </a:solidFill>
                <a:latin typeface="Montserrat"/>
                <a:ea typeface="Montserrat"/>
                <a:cs typeface="Montserrat"/>
              </a:defRPr>
            </a:defPPr>
            <a:lvl1pPr algn="l">
              <a:defRPr sz="1200" b="1">
                <a:solidFill>
                  <a:srgbClr val="0F172A"/>
                </a:solidFill>
                <a:latin typeface="Montserrat"/>
                <a:ea typeface="Montserrat"/>
                <a:cs typeface="Montserrat"/>
              </a:defRPr>
            </a:lvl1pPr>
            <a:lvl2pPr algn="l">
              <a:defRPr sz="1200" b="1">
                <a:solidFill>
                  <a:srgbClr val="0F172A"/>
                </a:solidFill>
                <a:latin typeface="Montserrat"/>
                <a:ea typeface="Montserrat"/>
                <a:cs typeface="Montserrat"/>
              </a:defRPr>
            </a:lvl2pPr>
            <a:lvl3pPr algn="l">
              <a:defRPr sz="1200" b="1">
                <a:solidFill>
                  <a:srgbClr val="0F172A"/>
                </a:solidFill>
                <a:latin typeface="Montserrat"/>
                <a:ea typeface="Montserrat"/>
                <a:cs typeface="Montserrat"/>
              </a:defRPr>
            </a:lvl3pPr>
            <a:lvl4pPr algn="l">
              <a:defRPr sz="1200" b="1">
                <a:solidFill>
                  <a:srgbClr val="0F172A"/>
                </a:solidFill>
                <a:latin typeface="Montserrat"/>
                <a:ea typeface="Montserrat"/>
                <a:cs typeface="Montserrat"/>
              </a:defRPr>
            </a:lvl4pPr>
            <a:lvl5pPr algn="l">
              <a:defRPr sz="1200" b="1">
                <a:solidFill>
                  <a:srgbClr val="0F172A"/>
                </a:solidFill>
                <a:latin typeface="Montserrat"/>
                <a:ea typeface="Montserrat"/>
                <a:cs typeface="Montserrat"/>
              </a:defRPr>
            </a:lvl5pPr>
            <a:lvl6pPr algn="l">
              <a:defRPr sz="1200" b="1">
                <a:solidFill>
                  <a:srgbClr val="0F172A"/>
                </a:solidFill>
                <a:latin typeface="Montserrat"/>
                <a:ea typeface="Montserrat"/>
                <a:cs typeface="Montserrat"/>
              </a:defRPr>
            </a:lvl6pPr>
            <a:lvl7pPr algn="l">
              <a:defRPr sz="1200" b="1">
                <a:solidFill>
                  <a:srgbClr val="0F172A"/>
                </a:solidFill>
                <a:latin typeface="Montserrat"/>
                <a:ea typeface="Montserrat"/>
                <a:cs typeface="Montserrat"/>
              </a:defRPr>
            </a:lvl7pPr>
            <a:lvl8pPr algn="l">
              <a:defRPr sz="1200" b="1">
                <a:solidFill>
                  <a:srgbClr val="0F172A"/>
                </a:solidFill>
                <a:latin typeface="Montserrat"/>
                <a:ea typeface="Montserrat"/>
                <a:cs typeface="Montserrat"/>
              </a:defRPr>
            </a:lvl8pPr>
            <a:lvl9pPr algn="l">
              <a:defRPr sz="1200" b="1">
                <a:solidFill>
                  <a:srgbClr val="0F172A"/>
                </a:solidFill>
                <a:latin typeface="Montserrat"/>
                <a:ea typeface="Montserrat"/>
                <a:cs typeface="Montserrat"/>
              </a:defRPr>
            </a:lvl9pPr>
          </a:lstStyle>
          <a:p xmlns:a="http://schemas.openxmlformats.org/drawingml/2006/main">
            <a:pPr algn="l">
              <a:defRPr sz="1200" b="1">
                <a:solidFill>
                  <a:srgbClr val="0F172A"/>
                </a:solidFill>
                <a:latin typeface="Montserrat"/>
                <a:ea typeface="Montserrat"/>
                <a:cs typeface="Montserrat"/>
              </a:defRPr>
            </a:pPr>
            <a:r>
              <a:rPr sz="1200" b="1">
                <a:solidFill>
                  <a:srgbClr val="0F172A"/>
                </a:solidFill>
                <a:latin typeface="Montserrat"/>
                <a:ea typeface="Montserrat"/>
                <a:cs typeface="Montserrat"/>
              </a:rPr>
              <a:t>Claude Code loads CLAUDE.md. Here, that file imports AGENTS.md so the rules stay in one place.</a:t>
            </a:r>
          </a:p>
        </p:txBody>
      </p:sp>
    </p:spTree>
    <p:extLst>
      <p:ext uri="{BB962C8B-B14F-4D97-AF65-F5344CB8AC3E}">
        <p14:creationId xmlns:p14="http://schemas.microsoft.com/office/powerpoint/2010/main" val="40950602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69414029-CD3B-4A70-AFEB-444F60987D8C}"/>
              </a:ext>
            </a:extLst>
          </p:cNvPr>
          <p:cNvPicPr>
            <a:picLocks xmlns:a="http://schemas.openxmlformats.org/drawingml/2006/main" noChangeAspect="1"/>
          </p:cNvPicPr>
          <p:nvPr/>
        </p:nvPicPr>
        <p:blipFill>
          <a:blip xmlns:r="http://schemas.openxmlformats.org/officeDocument/2006/relationships" xmlns:a="http://schemas.openxmlformats.org/drawingml/2006/main" r:embed="R2bac33e8c46a44a9"/>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6EE1AB39-9698-42A7-B73B-77DB53CF842C}"/>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15 / 63</a:t>
            </a:r>
            <a:endParaRPr sz="900"/>
          </a:p>
        </p:txBody>
      </p:sp>
      <p:sp>
        <p:nvSpPr>
          <p:cNvPr id="4" name="">
            <a:extLst xmlns:a="http://schemas.openxmlformats.org/drawingml/2006/main">
              <a:ext uri="{FF2B5EF4-FFF2-40B4-BE49-F238E27FC236}">
                <a16:creationId xmlns:a16="http://schemas.microsoft.com/office/drawing/2014/main" id="{64D4975E-56D9-436E-BF94-D400F905E709}"/>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307FE2"/>
                </a:solidFill>
                <a:latin typeface="Montserrat"/>
                <a:ea typeface="Montserrat"/>
                <a:cs typeface="Montserrat"/>
              </a:defRPr>
            </a:defPPr>
            <a:lvl1pPr algn="l">
              <a:defRPr sz="1050" b="1">
                <a:solidFill>
                  <a:srgbClr val="307FE2"/>
                </a:solidFill>
                <a:latin typeface="Montserrat"/>
                <a:ea typeface="Montserrat"/>
                <a:cs typeface="Montserrat"/>
              </a:defRPr>
            </a:lvl1pPr>
            <a:lvl2pPr algn="l">
              <a:defRPr sz="1050" b="1">
                <a:solidFill>
                  <a:srgbClr val="307FE2"/>
                </a:solidFill>
                <a:latin typeface="Montserrat"/>
                <a:ea typeface="Montserrat"/>
                <a:cs typeface="Montserrat"/>
              </a:defRPr>
            </a:lvl2pPr>
            <a:lvl3pPr algn="l">
              <a:defRPr sz="1050" b="1">
                <a:solidFill>
                  <a:srgbClr val="307FE2"/>
                </a:solidFill>
                <a:latin typeface="Montserrat"/>
                <a:ea typeface="Montserrat"/>
                <a:cs typeface="Montserrat"/>
              </a:defRPr>
            </a:lvl3pPr>
            <a:lvl4pPr algn="l">
              <a:defRPr sz="1050" b="1">
                <a:solidFill>
                  <a:srgbClr val="307FE2"/>
                </a:solidFill>
                <a:latin typeface="Montserrat"/>
                <a:ea typeface="Montserrat"/>
                <a:cs typeface="Montserrat"/>
              </a:defRPr>
            </a:lvl4pPr>
            <a:lvl5pPr algn="l">
              <a:defRPr sz="1050" b="1">
                <a:solidFill>
                  <a:srgbClr val="307FE2"/>
                </a:solidFill>
                <a:latin typeface="Montserrat"/>
                <a:ea typeface="Montserrat"/>
                <a:cs typeface="Montserrat"/>
              </a:defRPr>
            </a:lvl5pPr>
            <a:lvl6pPr algn="l">
              <a:defRPr sz="1050" b="1">
                <a:solidFill>
                  <a:srgbClr val="307FE2"/>
                </a:solidFill>
                <a:latin typeface="Montserrat"/>
                <a:ea typeface="Montserrat"/>
                <a:cs typeface="Montserrat"/>
              </a:defRPr>
            </a:lvl6pPr>
            <a:lvl7pPr algn="l">
              <a:defRPr sz="1050" b="1">
                <a:solidFill>
                  <a:srgbClr val="307FE2"/>
                </a:solidFill>
                <a:latin typeface="Montserrat"/>
                <a:ea typeface="Montserrat"/>
                <a:cs typeface="Montserrat"/>
              </a:defRPr>
            </a:lvl7pPr>
            <a:lvl8pPr algn="l">
              <a:defRPr sz="1050" b="1">
                <a:solidFill>
                  <a:srgbClr val="307FE2"/>
                </a:solidFill>
                <a:latin typeface="Montserrat"/>
                <a:ea typeface="Montserrat"/>
                <a:cs typeface="Montserrat"/>
              </a:defRPr>
            </a:lvl8pPr>
            <a:lvl9pPr algn="l">
              <a:defRPr sz="1050" b="1">
                <a:solidFill>
                  <a:srgbClr val="307FE2"/>
                </a:solidFill>
                <a:latin typeface="Montserrat"/>
                <a:ea typeface="Montserrat"/>
                <a:cs typeface="Montserrat"/>
              </a:defRPr>
            </a:lvl9pPr>
          </a:lstStyle>
          <a:p xmlns:a="http://schemas.openxmlformats.org/drawingml/2006/main">
            <a:pPr algn="l">
              <a:defRPr sz="1050" b="1">
                <a:solidFill>
                  <a:srgbClr val="307FE2"/>
                </a:solidFill>
                <a:latin typeface="Montserrat"/>
                <a:ea typeface="Montserrat"/>
                <a:cs typeface="Montserrat"/>
              </a:defRPr>
            </a:pPr>
            <a:r>
              <a:rPr sz="1050" b="1">
                <a:solidFill>
                  <a:srgbClr val="307FE2"/>
                </a:solidFill>
                <a:latin typeface="Montserrat"/>
                <a:ea typeface="Montserrat"/>
                <a:cs typeface="Montserrat"/>
              </a:rPr>
              <a:t>// START HERE · THE HANDOFF</a:t>
            </a:r>
          </a:p>
        </p:txBody>
      </p:sp>
      <p:sp>
        <p:nvSpPr>
          <p:cNvPr id="5" name="">
            <a:extLst xmlns:a="http://schemas.openxmlformats.org/drawingml/2006/main">
              <a:ext uri="{FF2B5EF4-FFF2-40B4-BE49-F238E27FC236}">
                <a16:creationId xmlns:a16="http://schemas.microsoft.com/office/drawing/2014/main" id="{5097D78D-AD07-4F67-BBE3-8748248B88DA}"/>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94A3B8"/>
                </a:solidFill>
                <a:latin typeface="Montserrat"/>
                <a:ea typeface="Montserrat"/>
                <a:cs typeface="Montserrat"/>
              </a:defRPr>
            </a:defPPr>
            <a:lvl1pPr algn="r">
              <a:defRPr sz="900" b="0">
                <a:solidFill>
                  <a:srgbClr val="94A3B8"/>
                </a:solidFill>
                <a:latin typeface="Montserrat"/>
                <a:ea typeface="Montserrat"/>
                <a:cs typeface="Montserrat"/>
              </a:defRPr>
            </a:lvl1pPr>
            <a:lvl2pPr algn="r">
              <a:defRPr sz="900" b="0">
                <a:solidFill>
                  <a:srgbClr val="94A3B8"/>
                </a:solidFill>
                <a:latin typeface="Montserrat"/>
                <a:ea typeface="Montserrat"/>
                <a:cs typeface="Montserrat"/>
              </a:defRPr>
            </a:lvl2pPr>
            <a:lvl3pPr algn="r">
              <a:defRPr sz="900" b="0">
                <a:solidFill>
                  <a:srgbClr val="94A3B8"/>
                </a:solidFill>
                <a:latin typeface="Montserrat"/>
                <a:ea typeface="Montserrat"/>
                <a:cs typeface="Montserrat"/>
              </a:defRPr>
            </a:lvl3pPr>
            <a:lvl4pPr algn="r">
              <a:defRPr sz="900" b="0">
                <a:solidFill>
                  <a:srgbClr val="94A3B8"/>
                </a:solidFill>
                <a:latin typeface="Montserrat"/>
                <a:ea typeface="Montserrat"/>
                <a:cs typeface="Montserrat"/>
              </a:defRPr>
            </a:lvl4pPr>
            <a:lvl5pPr algn="r">
              <a:defRPr sz="900" b="0">
                <a:solidFill>
                  <a:srgbClr val="94A3B8"/>
                </a:solidFill>
                <a:latin typeface="Montserrat"/>
                <a:ea typeface="Montserrat"/>
                <a:cs typeface="Montserrat"/>
              </a:defRPr>
            </a:lvl5pPr>
            <a:lvl6pPr algn="r">
              <a:defRPr sz="900" b="0">
                <a:solidFill>
                  <a:srgbClr val="94A3B8"/>
                </a:solidFill>
                <a:latin typeface="Montserrat"/>
                <a:ea typeface="Montserrat"/>
                <a:cs typeface="Montserrat"/>
              </a:defRPr>
            </a:lvl6pPr>
            <a:lvl7pPr algn="r">
              <a:defRPr sz="900" b="0">
                <a:solidFill>
                  <a:srgbClr val="94A3B8"/>
                </a:solidFill>
                <a:latin typeface="Montserrat"/>
                <a:ea typeface="Montserrat"/>
                <a:cs typeface="Montserrat"/>
              </a:defRPr>
            </a:lvl7pPr>
            <a:lvl8pPr algn="r">
              <a:defRPr sz="900" b="0">
                <a:solidFill>
                  <a:srgbClr val="94A3B8"/>
                </a:solidFill>
                <a:latin typeface="Montserrat"/>
                <a:ea typeface="Montserrat"/>
                <a:cs typeface="Montserrat"/>
              </a:defRPr>
            </a:lvl8pPr>
            <a:lvl9pPr algn="r">
              <a:defRPr sz="900" b="0">
                <a:solidFill>
                  <a:srgbClr val="94A3B8"/>
                </a:solidFill>
                <a:latin typeface="Montserrat"/>
                <a:ea typeface="Montserrat"/>
                <a:cs typeface="Montserrat"/>
              </a:defRPr>
            </a:lvl9pPr>
          </a:lstStyle>
          <a:p xmlns:a="http://schemas.openxmlformats.org/drawingml/2006/main">
            <a:pPr algn="r">
              <a:defRPr sz="900" b="0">
                <a:solidFill>
                  <a:srgbClr val="94A3B8"/>
                </a:solidFill>
                <a:latin typeface="Montserrat"/>
                <a:ea typeface="Montserrat"/>
                <a:cs typeface="Montserrat"/>
              </a:defRPr>
            </a:pPr>
            <a:r>
              <a:rPr sz="900" b="0">
                <a:solidFill>
                  <a:srgbClr val="94A3B8"/>
                </a:solidFill>
                <a:latin typeface="Montserrat"/>
                <a:ea typeface="Montserrat"/>
                <a:cs typeface="Montserrat"/>
              </a:rPr>
              <a:t>0:46–0:56</a:t>
            </a:r>
          </a:p>
        </p:txBody>
      </p:sp>
      <p:sp>
        <p:nvSpPr>
          <p:cNvPr id="6" name="">
            <a:extLst xmlns:a="http://schemas.openxmlformats.org/drawingml/2006/main">
              <a:ext uri="{FF2B5EF4-FFF2-40B4-BE49-F238E27FC236}">
                <a16:creationId xmlns:a16="http://schemas.microsoft.com/office/drawing/2014/main" id="{F1ECE8E1-986A-41F9-BB4F-DF171BE8D077}"/>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Every stage leaves a record</a:t>
            </a:r>
          </a:p>
        </p:txBody>
      </p:sp>
      <p:sp>
        <p:nvSpPr>
          <p:cNvPr id="7" name="">
            <a:extLst xmlns:a="http://schemas.openxmlformats.org/drawingml/2006/main">
              <a:ext uri="{FF2B5EF4-FFF2-40B4-BE49-F238E27FC236}">
                <a16:creationId xmlns:a16="http://schemas.microsoft.com/office/drawing/2014/main" id="{C438EA6B-8ECE-468A-8584-CE2F90118E01}"/>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ANTHROPIC’S COMPLETE PLAYBOOK LIST</a:t>
            </a:r>
          </a:p>
        </p:txBody>
      </p:sp>
      <p:sp>
        <p:nvSpPr>
          <p:cNvPr id="8" name="">
            <a:extLst xmlns:a="http://schemas.openxmlformats.org/drawingml/2006/main">
              <a:ext uri="{FF2B5EF4-FFF2-40B4-BE49-F238E27FC236}">
                <a16:creationId xmlns:a16="http://schemas.microsoft.com/office/drawing/2014/main" id="{0B171C7B-0D7D-4293-847A-43F9940BCD53}"/>
              </a:ext>
            </a:extLst>
          </p:cNvPr>
          <p:cNvSpPr>
            <a:spLocks xmlns:a="http://schemas.openxmlformats.org/drawingml/2006/main" noGrp="1"/>
          </p:cNvSpPr>
          <p:nvPr/>
        </p:nvSpPr>
        <p:spPr>
          <a:xfrm xmlns:a="http://schemas.openxmlformats.org/drawingml/2006/main">
            <a:off x="742950" y="2114550"/>
            <a:ext cx="333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0">
                <a:solidFill>
                  <a:srgbClr val="B93800"/>
                </a:solidFill>
                <a:latin typeface="Courier New"/>
                <a:ea typeface="Courier New"/>
                <a:cs typeface="Courier New"/>
              </a:defRPr>
            </a:defPPr>
            <a:lvl1pPr algn="l">
              <a:defRPr sz="825" b="0">
                <a:solidFill>
                  <a:srgbClr val="B93800"/>
                </a:solidFill>
                <a:latin typeface="Courier New"/>
                <a:ea typeface="Courier New"/>
                <a:cs typeface="Courier New"/>
              </a:defRPr>
            </a:lvl1pPr>
            <a:lvl2pPr algn="l">
              <a:defRPr sz="825" b="0">
                <a:solidFill>
                  <a:srgbClr val="B93800"/>
                </a:solidFill>
                <a:latin typeface="Courier New"/>
                <a:ea typeface="Courier New"/>
                <a:cs typeface="Courier New"/>
              </a:defRPr>
            </a:lvl2pPr>
            <a:lvl3pPr algn="l">
              <a:defRPr sz="825" b="0">
                <a:solidFill>
                  <a:srgbClr val="B93800"/>
                </a:solidFill>
                <a:latin typeface="Courier New"/>
                <a:ea typeface="Courier New"/>
                <a:cs typeface="Courier New"/>
              </a:defRPr>
            </a:lvl3pPr>
            <a:lvl4pPr algn="l">
              <a:defRPr sz="825" b="0">
                <a:solidFill>
                  <a:srgbClr val="B93800"/>
                </a:solidFill>
                <a:latin typeface="Courier New"/>
                <a:ea typeface="Courier New"/>
                <a:cs typeface="Courier New"/>
              </a:defRPr>
            </a:lvl4pPr>
            <a:lvl5pPr algn="l">
              <a:defRPr sz="825" b="0">
                <a:solidFill>
                  <a:srgbClr val="B93800"/>
                </a:solidFill>
                <a:latin typeface="Courier New"/>
                <a:ea typeface="Courier New"/>
                <a:cs typeface="Courier New"/>
              </a:defRPr>
            </a:lvl5pPr>
            <a:lvl6pPr algn="l">
              <a:defRPr sz="825" b="0">
                <a:solidFill>
                  <a:srgbClr val="B93800"/>
                </a:solidFill>
                <a:latin typeface="Courier New"/>
                <a:ea typeface="Courier New"/>
                <a:cs typeface="Courier New"/>
              </a:defRPr>
            </a:lvl6pPr>
            <a:lvl7pPr algn="l">
              <a:defRPr sz="825" b="0">
                <a:solidFill>
                  <a:srgbClr val="B93800"/>
                </a:solidFill>
                <a:latin typeface="Courier New"/>
                <a:ea typeface="Courier New"/>
                <a:cs typeface="Courier New"/>
              </a:defRPr>
            </a:lvl7pPr>
            <a:lvl8pPr algn="l">
              <a:defRPr sz="825" b="0">
                <a:solidFill>
                  <a:srgbClr val="B93800"/>
                </a:solidFill>
                <a:latin typeface="Courier New"/>
                <a:ea typeface="Courier New"/>
                <a:cs typeface="Courier New"/>
              </a:defRPr>
            </a:lvl8pPr>
            <a:lvl9pPr algn="l">
              <a:defRPr sz="825" b="0">
                <a:solidFill>
                  <a:srgbClr val="B93800"/>
                </a:solidFill>
                <a:latin typeface="Courier New"/>
                <a:ea typeface="Courier New"/>
                <a:cs typeface="Courier New"/>
              </a:defRPr>
            </a:lvl9pPr>
          </a:lstStyle>
          <a:p xmlns:a="http://schemas.openxmlformats.org/drawingml/2006/main">
            <a:pPr algn="l">
              <a:defRPr sz="825" b="0">
                <a:solidFill>
                  <a:srgbClr val="B93800"/>
                </a:solidFill>
                <a:latin typeface="Courier New"/>
                <a:ea typeface="Courier New"/>
                <a:cs typeface="Courier New"/>
              </a:defRPr>
            </a:pPr>
            <a:r>
              <a:rPr sz="825" b="0">
                <a:solidFill>
                  <a:srgbClr val="B93800"/>
                </a:solidFill>
                <a:latin typeface="Courier New"/>
                <a:ea typeface="Courier New"/>
                <a:cs typeface="Courier New"/>
              </a:rPr>
              <a:t>01</a:t>
            </a:r>
          </a:p>
        </p:txBody>
      </p:sp>
      <p:sp>
        <p:nvSpPr>
          <p:cNvPr id="9" name="">
            <a:extLst xmlns:a="http://schemas.openxmlformats.org/drawingml/2006/main">
              <a:ext uri="{FF2B5EF4-FFF2-40B4-BE49-F238E27FC236}">
                <a16:creationId xmlns:a16="http://schemas.microsoft.com/office/drawing/2014/main" id="{5BBF70E5-8F99-4514-8EE5-72C4E3342542}"/>
              </a:ext>
            </a:extLst>
          </p:cNvPr>
          <p:cNvSpPr>
            <a:spLocks xmlns:a="http://schemas.openxmlformats.org/drawingml/2006/main" noGrp="1"/>
          </p:cNvSpPr>
          <p:nvPr/>
        </p:nvSpPr>
        <p:spPr>
          <a:xfrm xmlns:a="http://schemas.openxmlformats.org/drawingml/2006/main">
            <a:off x="1162050" y="2095500"/>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0F172A"/>
                </a:solidFill>
                <a:latin typeface="Montserrat"/>
                <a:ea typeface="Montserrat"/>
                <a:cs typeface="Montserrat"/>
              </a:defRPr>
            </a:defPPr>
            <a:lvl1pPr algn="l">
              <a:defRPr sz="1275" b="1">
                <a:solidFill>
                  <a:srgbClr val="0F172A"/>
                </a:solidFill>
                <a:latin typeface="Montserrat"/>
                <a:ea typeface="Montserrat"/>
                <a:cs typeface="Montserrat"/>
              </a:defRPr>
            </a:lvl1pPr>
            <a:lvl2pPr algn="l">
              <a:defRPr sz="1275" b="1">
                <a:solidFill>
                  <a:srgbClr val="0F172A"/>
                </a:solidFill>
                <a:latin typeface="Montserrat"/>
                <a:ea typeface="Montserrat"/>
                <a:cs typeface="Montserrat"/>
              </a:defRPr>
            </a:lvl2pPr>
            <a:lvl3pPr algn="l">
              <a:defRPr sz="1275" b="1">
                <a:solidFill>
                  <a:srgbClr val="0F172A"/>
                </a:solidFill>
                <a:latin typeface="Montserrat"/>
                <a:ea typeface="Montserrat"/>
                <a:cs typeface="Montserrat"/>
              </a:defRPr>
            </a:lvl3pPr>
            <a:lvl4pPr algn="l">
              <a:defRPr sz="1275" b="1">
                <a:solidFill>
                  <a:srgbClr val="0F172A"/>
                </a:solidFill>
                <a:latin typeface="Montserrat"/>
                <a:ea typeface="Montserrat"/>
                <a:cs typeface="Montserrat"/>
              </a:defRPr>
            </a:lvl4pPr>
            <a:lvl5pPr algn="l">
              <a:defRPr sz="1275" b="1">
                <a:solidFill>
                  <a:srgbClr val="0F172A"/>
                </a:solidFill>
                <a:latin typeface="Montserrat"/>
                <a:ea typeface="Montserrat"/>
                <a:cs typeface="Montserrat"/>
              </a:defRPr>
            </a:lvl5pPr>
            <a:lvl6pPr algn="l">
              <a:defRPr sz="1275" b="1">
                <a:solidFill>
                  <a:srgbClr val="0F172A"/>
                </a:solidFill>
                <a:latin typeface="Montserrat"/>
                <a:ea typeface="Montserrat"/>
                <a:cs typeface="Montserrat"/>
              </a:defRPr>
            </a:lvl6pPr>
            <a:lvl7pPr algn="l">
              <a:defRPr sz="1275" b="1">
                <a:solidFill>
                  <a:srgbClr val="0F172A"/>
                </a:solidFill>
                <a:latin typeface="Montserrat"/>
                <a:ea typeface="Montserrat"/>
                <a:cs typeface="Montserrat"/>
              </a:defRPr>
            </a:lvl7pPr>
            <a:lvl8pPr algn="l">
              <a:defRPr sz="1275" b="1">
                <a:solidFill>
                  <a:srgbClr val="0F172A"/>
                </a:solidFill>
                <a:latin typeface="Montserrat"/>
                <a:ea typeface="Montserrat"/>
                <a:cs typeface="Montserrat"/>
              </a:defRPr>
            </a:lvl8pPr>
            <a:lvl9pPr algn="l">
              <a:defRPr sz="1275" b="1">
                <a:solidFill>
                  <a:srgbClr val="0F172A"/>
                </a:solidFill>
                <a:latin typeface="Montserrat"/>
                <a:ea typeface="Montserrat"/>
                <a:cs typeface="Montserrat"/>
              </a:defRPr>
            </a:lvl9pPr>
          </a:lstStyle>
          <a:p xmlns:a="http://schemas.openxmlformats.org/drawingml/2006/main">
            <a:pPr algn="l">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Plan</a:t>
            </a:r>
          </a:p>
        </p:txBody>
      </p:sp>
      <p:sp>
        <p:nvSpPr>
          <p:cNvPr id="10" name="">
            <a:extLst xmlns:a="http://schemas.openxmlformats.org/drawingml/2006/main">
              <a:ext uri="{FF2B5EF4-FFF2-40B4-BE49-F238E27FC236}">
                <a16:creationId xmlns:a16="http://schemas.microsoft.com/office/drawing/2014/main" id="{F97CA8E4-C447-442F-81CE-07E4AA9AACD9}"/>
              </a:ext>
            </a:extLst>
          </p:cNvPr>
          <p:cNvSpPr>
            <a:spLocks xmlns:a="http://schemas.openxmlformats.org/drawingml/2006/main" noGrp="1"/>
          </p:cNvSpPr>
          <p:nvPr/>
        </p:nvSpPr>
        <p:spPr>
          <a:xfrm xmlns:a="http://schemas.openxmlformats.org/drawingml/2006/main">
            <a:off x="2266950" y="20955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1">
                <a:solidFill>
                  <a:srgbClr val="307FE2"/>
                </a:solidFill>
                <a:latin typeface="Courier New"/>
                <a:ea typeface="Courier New"/>
                <a:cs typeface="Courier New"/>
              </a:defRPr>
            </a:defPPr>
            <a:lvl1pPr algn="l">
              <a:defRPr sz="1125" b="1">
                <a:solidFill>
                  <a:srgbClr val="307FE2"/>
                </a:solidFill>
                <a:latin typeface="Courier New"/>
                <a:ea typeface="Courier New"/>
                <a:cs typeface="Courier New"/>
              </a:defRPr>
            </a:lvl1pPr>
            <a:lvl2pPr algn="l">
              <a:defRPr sz="1125" b="1">
                <a:solidFill>
                  <a:srgbClr val="307FE2"/>
                </a:solidFill>
                <a:latin typeface="Courier New"/>
                <a:ea typeface="Courier New"/>
                <a:cs typeface="Courier New"/>
              </a:defRPr>
            </a:lvl2pPr>
            <a:lvl3pPr algn="l">
              <a:defRPr sz="1125" b="1">
                <a:solidFill>
                  <a:srgbClr val="307FE2"/>
                </a:solidFill>
                <a:latin typeface="Courier New"/>
                <a:ea typeface="Courier New"/>
                <a:cs typeface="Courier New"/>
              </a:defRPr>
            </a:lvl3pPr>
            <a:lvl4pPr algn="l">
              <a:defRPr sz="1125" b="1">
                <a:solidFill>
                  <a:srgbClr val="307FE2"/>
                </a:solidFill>
                <a:latin typeface="Courier New"/>
                <a:ea typeface="Courier New"/>
                <a:cs typeface="Courier New"/>
              </a:defRPr>
            </a:lvl4pPr>
            <a:lvl5pPr algn="l">
              <a:defRPr sz="1125" b="1">
                <a:solidFill>
                  <a:srgbClr val="307FE2"/>
                </a:solidFill>
                <a:latin typeface="Courier New"/>
                <a:ea typeface="Courier New"/>
                <a:cs typeface="Courier New"/>
              </a:defRPr>
            </a:lvl5pPr>
            <a:lvl6pPr algn="l">
              <a:defRPr sz="1125" b="1">
                <a:solidFill>
                  <a:srgbClr val="307FE2"/>
                </a:solidFill>
                <a:latin typeface="Courier New"/>
                <a:ea typeface="Courier New"/>
                <a:cs typeface="Courier New"/>
              </a:defRPr>
            </a:lvl6pPr>
            <a:lvl7pPr algn="l">
              <a:defRPr sz="1125" b="1">
                <a:solidFill>
                  <a:srgbClr val="307FE2"/>
                </a:solidFill>
                <a:latin typeface="Courier New"/>
                <a:ea typeface="Courier New"/>
                <a:cs typeface="Courier New"/>
              </a:defRPr>
            </a:lvl7pPr>
            <a:lvl8pPr algn="l">
              <a:defRPr sz="1125" b="1">
                <a:solidFill>
                  <a:srgbClr val="307FE2"/>
                </a:solidFill>
                <a:latin typeface="Courier New"/>
                <a:ea typeface="Courier New"/>
                <a:cs typeface="Courier New"/>
              </a:defRPr>
            </a:lvl8pPr>
            <a:lvl9pPr algn="l">
              <a:defRPr sz="1125" b="1">
                <a:solidFill>
                  <a:srgbClr val="307FE2"/>
                </a:solidFill>
                <a:latin typeface="Courier New"/>
                <a:ea typeface="Courier New"/>
                <a:cs typeface="Courier New"/>
              </a:defRPr>
            </a:lvl9pPr>
          </a:lstStyle>
          <a:p xmlns:a="http://schemas.openxmlformats.org/drawingml/2006/main">
            <a:pPr algn="l">
              <a:defRPr sz="1125" b="1">
                <a:solidFill>
                  <a:srgbClr val="307FE2"/>
                </a:solidFill>
                <a:latin typeface="Courier New"/>
                <a:ea typeface="Courier New"/>
                <a:cs typeface="Courier New"/>
              </a:defRPr>
            </a:pPr>
            <a:r>
              <a:rPr sz="1125" b="1">
                <a:solidFill>
                  <a:srgbClr val="307FE2"/>
                </a:solidFill>
                <a:latin typeface="Courier New"/>
                <a:ea typeface="Courier New"/>
                <a:cs typeface="Courier New"/>
              </a:rPr>
              <a:t>intent.md</a:t>
            </a:r>
          </a:p>
        </p:txBody>
      </p:sp>
      <p:sp>
        <p:nvSpPr>
          <p:cNvPr id="11" name="">
            <a:extLst xmlns:a="http://schemas.openxmlformats.org/drawingml/2006/main">
              <a:ext uri="{FF2B5EF4-FFF2-40B4-BE49-F238E27FC236}">
                <a16:creationId xmlns:a16="http://schemas.microsoft.com/office/drawing/2014/main" id="{A6F17718-30E6-4FE5-A0F2-7DA07500621F}"/>
              </a:ext>
            </a:extLst>
          </p:cNvPr>
          <p:cNvSpPr>
            <a:spLocks xmlns:a="http://schemas.openxmlformats.org/drawingml/2006/main" noGrp="1"/>
          </p:cNvSpPr>
          <p:nvPr/>
        </p:nvSpPr>
        <p:spPr>
          <a:xfrm xmlns:a="http://schemas.openxmlformats.org/drawingml/2006/main">
            <a:off x="1162050" y="243840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0">
                <a:solidFill>
                  <a:srgbClr val="475569"/>
                </a:solidFill>
                <a:latin typeface="Montserrat"/>
                <a:ea typeface="Montserrat"/>
                <a:cs typeface="Montserrat"/>
              </a:defRPr>
            </a:defPPr>
            <a:lvl1pPr algn="l">
              <a:defRPr sz="1050" b="0">
                <a:solidFill>
                  <a:srgbClr val="475569"/>
                </a:solidFill>
                <a:latin typeface="Montserrat"/>
                <a:ea typeface="Montserrat"/>
                <a:cs typeface="Montserrat"/>
              </a:defRPr>
            </a:lvl1pPr>
            <a:lvl2pPr algn="l">
              <a:defRPr sz="1050" b="0">
                <a:solidFill>
                  <a:srgbClr val="475569"/>
                </a:solidFill>
                <a:latin typeface="Montserrat"/>
                <a:ea typeface="Montserrat"/>
                <a:cs typeface="Montserrat"/>
              </a:defRPr>
            </a:lvl2pPr>
            <a:lvl3pPr algn="l">
              <a:defRPr sz="1050" b="0">
                <a:solidFill>
                  <a:srgbClr val="475569"/>
                </a:solidFill>
                <a:latin typeface="Montserrat"/>
                <a:ea typeface="Montserrat"/>
                <a:cs typeface="Montserrat"/>
              </a:defRPr>
            </a:lvl3pPr>
            <a:lvl4pPr algn="l">
              <a:defRPr sz="1050" b="0">
                <a:solidFill>
                  <a:srgbClr val="475569"/>
                </a:solidFill>
                <a:latin typeface="Montserrat"/>
                <a:ea typeface="Montserrat"/>
                <a:cs typeface="Montserrat"/>
              </a:defRPr>
            </a:lvl4pPr>
            <a:lvl5pPr algn="l">
              <a:defRPr sz="1050" b="0">
                <a:solidFill>
                  <a:srgbClr val="475569"/>
                </a:solidFill>
                <a:latin typeface="Montserrat"/>
                <a:ea typeface="Montserrat"/>
                <a:cs typeface="Montserrat"/>
              </a:defRPr>
            </a:lvl5pPr>
            <a:lvl6pPr algn="l">
              <a:defRPr sz="1050" b="0">
                <a:solidFill>
                  <a:srgbClr val="475569"/>
                </a:solidFill>
                <a:latin typeface="Montserrat"/>
                <a:ea typeface="Montserrat"/>
                <a:cs typeface="Montserrat"/>
              </a:defRPr>
            </a:lvl6pPr>
            <a:lvl7pPr algn="l">
              <a:defRPr sz="1050" b="0">
                <a:solidFill>
                  <a:srgbClr val="475569"/>
                </a:solidFill>
                <a:latin typeface="Montserrat"/>
                <a:ea typeface="Montserrat"/>
                <a:cs typeface="Montserrat"/>
              </a:defRPr>
            </a:lvl7pPr>
            <a:lvl8pPr algn="l">
              <a:defRPr sz="1050" b="0">
                <a:solidFill>
                  <a:srgbClr val="475569"/>
                </a:solidFill>
                <a:latin typeface="Montserrat"/>
                <a:ea typeface="Montserrat"/>
                <a:cs typeface="Montserrat"/>
              </a:defRPr>
            </a:lvl8pPr>
            <a:lvl9pPr algn="l">
              <a:defRPr sz="1050" b="0">
                <a:solidFill>
                  <a:srgbClr val="475569"/>
                </a:solidFill>
                <a:latin typeface="Montserrat"/>
                <a:ea typeface="Montserrat"/>
                <a:cs typeface="Montserrat"/>
              </a:defRPr>
            </a:lvl9pPr>
          </a:lstStyle>
          <a:p xmlns:a="http://schemas.openxmlformats.org/drawingml/2006/main">
            <a:pPr algn="l">
              <a:defRPr sz="1050" b="0">
                <a:solidFill>
                  <a:srgbClr val="475569"/>
                </a:solidFill>
                <a:latin typeface="Montserrat"/>
                <a:ea typeface="Montserrat"/>
                <a:cs typeface="Montserrat"/>
              </a:defRPr>
            </a:pPr>
            <a:r>
              <a:rPr sz="1050" b="0">
                <a:solidFill>
                  <a:srgbClr val="475569"/>
                </a:solidFill>
                <a:latin typeface="Montserrat"/>
                <a:ea typeface="Montserrat"/>
                <a:cs typeface="Montserrat"/>
              </a:rPr>
              <a:t>Why this change should exist.</a:t>
            </a:r>
          </a:p>
        </p:txBody>
      </p:sp>
      <p:sp>
        <p:nvSpPr>
          <p:cNvPr id="12" name="">
            <a:extLst xmlns:a="http://schemas.openxmlformats.org/drawingml/2006/main">
              <a:ext uri="{FF2B5EF4-FFF2-40B4-BE49-F238E27FC236}">
                <a16:creationId xmlns:a16="http://schemas.microsoft.com/office/drawing/2014/main" id="{D719E95A-87C9-46D2-A0D7-BAD3C2DB140E}"/>
              </a:ext>
            </a:extLst>
          </p:cNvPr>
          <p:cNvSpPr>
            <a:spLocks xmlns:a="http://schemas.openxmlformats.org/drawingml/2006/main" noGrp="1"/>
          </p:cNvSpPr>
          <p:nvPr/>
        </p:nvSpPr>
        <p:spPr>
          <a:xfrm xmlns:a="http://schemas.openxmlformats.org/drawingml/2006/main">
            <a:off x="742950" y="2838450"/>
            <a:ext cx="47625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13" name="">
            <a:extLst xmlns:a="http://schemas.openxmlformats.org/drawingml/2006/main">
              <a:ext uri="{FF2B5EF4-FFF2-40B4-BE49-F238E27FC236}">
                <a16:creationId xmlns:a16="http://schemas.microsoft.com/office/drawing/2014/main" id="{EF414FCD-19C3-44C8-9B5C-EB728D5E2F38}"/>
              </a:ext>
            </a:extLst>
          </p:cNvPr>
          <p:cNvSpPr>
            <a:spLocks xmlns:a="http://schemas.openxmlformats.org/drawingml/2006/main" noGrp="1"/>
          </p:cNvSpPr>
          <p:nvPr/>
        </p:nvSpPr>
        <p:spPr>
          <a:xfrm xmlns:a="http://schemas.openxmlformats.org/drawingml/2006/main">
            <a:off x="6096000" y="2114550"/>
            <a:ext cx="333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0">
                <a:solidFill>
                  <a:srgbClr val="307FE2"/>
                </a:solidFill>
                <a:latin typeface="Courier New"/>
                <a:ea typeface="Courier New"/>
                <a:cs typeface="Courier New"/>
              </a:defRPr>
            </a:defPPr>
            <a:lvl1pPr algn="l">
              <a:defRPr sz="825" b="0">
                <a:solidFill>
                  <a:srgbClr val="307FE2"/>
                </a:solidFill>
                <a:latin typeface="Courier New"/>
                <a:ea typeface="Courier New"/>
                <a:cs typeface="Courier New"/>
              </a:defRPr>
            </a:lvl1pPr>
            <a:lvl2pPr algn="l">
              <a:defRPr sz="825" b="0">
                <a:solidFill>
                  <a:srgbClr val="307FE2"/>
                </a:solidFill>
                <a:latin typeface="Courier New"/>
                <a:ea typeface="Courier New"/>
                <a:cs typeface="Courier New"/>
              </a:defRPr>
            </a:lvl2pPr>
            <a:lvl3pPr algn="l">
              <a:defRPr sz="825" b="0">
                <a:solidFill>
                  <a:srgbClr val="307FE2"/>
                </a:solidFill>
                <a:latin typeface="Courier New"/>
                <a:ea typeface="Courier New"/>
                <a:cs typeface="Courier New"/>
              </a:defRPr>
            </a:lvl3pPr>
            <a:lvl4pPr algn="l">
              <a:defRPr sz="825" b="0">
                <a:solidFill>
                  <a:srgbClr val="307FE2"/>
                </a:solidFill>
                <a:latin typeface="Courier New"/>
                <a:ea typeface="Courier New"/>
                <a:cs typeface="Courier New"/>
              </a:defRPr>
            </a:lvl4pPr>
            <a:lvl5pPr algn="l">
              <a:defRPr sz="825" b="0">
                <a:solidFill>
                  <a:srgbClr val="307FE2"/>
                </a:solidFill>
                <a:latin typeface="Courier New"/>
                <a:ea typeface="Courier New"/>
                <a:cs typeface="Courier New"/>
              </a:defRPr>
            </a:lvl5pPr>
            <a:lvl6pPr algn="l">
              <a:defRPr sz="825" b="0">
                <a:solidFill>
                  <a:srgbClr val="307FE2"/>
                </a:solidFill>
                <a:latin typeface="Courier New"/>
                <a:ea typeface="Courier New"/>
                <a:cs typeface="Courier New"/>
              </a:defRPr>
            </a:lvl6pPr>
            <a:lvl7pPr algn="l">
              <a:defRPr sz="825" b="0">
                <a:solidFill>
                  <a:srgbClr val="307FE2"/>
                </a:solidFill>
                <a:latin typeface="Courier New"/>
                <a:ea typeface="Courier New"/>
                <a:cs typeface="Courier New"/>
              </a:defRPr>
            </a:lvl7pPr>
            <a:lvl8pPr algn="l">
              <a:defRPr sz="825" b="0">
                <a:solidFill>
                  <a:srgbClr val="307FE2"/>
                </a:solidFill>
                <a:latin typeface="Courier New"/>
                <a:ea typeface="Courier New"/>
                <a:cs typeface="Courier New"/>
              </a:defRPr>
            </a:lvl8pPr>
            <a:lvl9pPr algn="l">
              <a:defRPr sz="825" b="0">
                <a:solidFill>
                  <a:srgbClr val="307FE2"/>
                </a:solidFill>
                <a:latin typeface="Courier New"/>
                <a:ea typeface="Courier New"/>
                <a:cs typeface="Courier New"/>
              </a:defRPr>
            </a:lvl9pPr>
          </a:lstStyle>
          <a:p xmlns:a="http://schemas.openxmlformats.org/drawingml/2006/main">
            <a:pPr algn="l">
              <a:defRPr sz="825" b="0">
                <a:solidFill>
                  <a:srgbClr val="307FE2"/>
                </a:solidFill>
                <a:latin typeface="Courier New"/>
                <a:ea typeface="Courier New"/>
                <a:cs typeface="Courier New"/>
              </a:defRPr>
            </a:pPr>
            <a:r>
              <a:rPr sz="825" b="0">
                <a:solidFill>
                  <a:srgbClr val="307FE2"/>
                </a:solidFill>
                <a:latin typeface="Courier New"/>
                <a:ea typeface="Courier New"/>
                <a:cs typeface="Courier New"/>
              </a:rPr>
              <a:t>02</a:t>
            </a:r>
          </a:p>
        </p:txBody>
      </p:sp>
      <p:sp>
        <p:nvSpPr>
          <p:cNvPr id="14" name="">
            <a:extLst xmlns:a="http://schemas.openxmlformats.org/drawingml/2006/main">
              <a:ext uri="{FF2B5EF4-FFF2-40B4-BE49-F238E27FC236}">
                <a16:creationId xmlns:a16="http://schemas.microsoft.com/office/drawing/2014/main" id="{30E50875-C14D-47FA-A418-D64718CA5820}"/>
              </a:ext>
            </a:extLst>
          </p:cNvPr>
          <p:cNvSpPr>
            <a:spLocks xmlns:a="http://schemas.openxmlformats.org/drawingml/2006/main" noGrp="1"/>
          </p:cNvSpPr>
          <p:nvPr/>
        </p:nvSpPr>
        <p:spPr>
          <a:xfrm xmlns:a="http://schemas.openxmlformats.org/drawingml/2006/main">
            <a:off x="6515100" y="2095500"/>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0F172A"/>
                </a:solidFill>
                <a:latin typeface="Montserrat"/>
                <a:ea typeface="Montserrat"/>
                <a:cs typeface="Montserrat"/>
              </a:defRPr>
            </a:defPPr>
            <a:lvl1pPr algn="l">
              <a:defRPr sz="1275" b="1">
                <a:solidFill>
                  <a:srgbClr val="0F172A"/>
                </a:solidFill>
                <a:latin typeface="Montserrat"/>
                <a:ea typeface="Montserrat"/>
                <a:cs typeface="Montserrat"/>
              </a:defRPr>
            </a:lvl1pPr>
            <a:lvl2pPr algn="l">
              <a:defRPr sz="1275" b="1">
                <a:solidFill>
                  <a:srgbClr val="0F172A"/>
                </a:solidFill>
                <a:latin typeface="Montserrat"/>
                <a:ea typeface="Montserrat"/>
                <a:cs typeface="Montserrat"/>
              </a:defRPr>
            </a:lvl2pPr>
            <a:lvl3pPr algn="l">
              <a:defRPr sz="1275" b="1">
                <a:solidFill>
                  <a:srgbClr val="0F172A"/>
                </a:solidFill>
                <a:latin typeface="Montserrat"/>
                <a:ea typeface="Montserrat"/>
                <a:cs typeface="Montserrat"/>
              </a:defRPr>
            </a:lvl3pPr>
            <a:lvl4pPr algn="l">
              <a:defRPr sz="1275" b="1">
                <a:solidFill>
                  <a:srgbClr val="0F172A"/>
                </a:solidFill>
                <a:latin typeface="Montserrat"/>
                <a:ea typeface="Montserrat"/>
                <a:cs typeface="Montserrat"/>
              </a:defRPr>
            </a:lvl4pPr>
            <a:lvl5pPr algn="l">
              <a:defRPr sz="1275" b="1">
                <a:solidFill>
                  <a:srgbClr val="0F172A"/>
                </a:solidFill>
                <a:latin typeface="Montserrat"/>
                <a:ea typeface="Montserrat"/>
                <a:cs typeface="Montserrat"/>
              </a:defRPr>
            </a:lvl5pPr>
            <a:lvl6pPr algn="l">
              <a:defRPr sz="1275" b="1">
                <a:solidFill>
                  <a:srgbClr val="0F172A"/>
                </a:solidFill>
                <a:latin typeface="Montserrat"/>
                <a:ea typeface="Montserrat"/>
                <a:cs typeface="Montserrat"/>
              </a:defRPr>
            </a:lvl6pPr>
            <a:lvl7pPr algn="l">
              <a:defRPr sz="1275" b="1">
                <a:solidFill>
                  <a:srgbClr val="0F172A"/>
                </a:solidFill>
                <a:latin typeface="Montserrat"/>
                <a:ea typeface="Montserrat"/>
                <a:cs typeface="Montserrat"/>
              </a:defRPr>
            </a:lvl7pPr>
            <a:lvl8pPr algn="l">
              <a:defRPr sz="1275" b="1">
                <a:solidFill>
                  <a:srgbClr val="0F172A"/>
                </a:solidFill>
                <a:latin typeface="Montserrat"/>
                <a:ea typeface="Montserrat"/>
                <a:cs typeface="Montserrat"/>
              </a:defRPr>
            </a:lvl8pPr>
            <a:lvl9pPr algn="l">
              <a:defRPr sz="1275" b="1">
                <a:solidFill>
                  <a:srgbClr val="0F172A"/>
                </a:solidFill>
                <a:latin typeface="Montserrat"/>
                <a:ea typeface="Montserrat"/>
                <a:cs typeface="Montserrat"/>
              </a:defRPr>
            </a:lvl9pPr>
          </a:lstStyle>
          <a:p xmlns:a="http://schemas.openxmlformats.org/drawingml/2006/main">
            <a:pPr algn="l">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Design</a:t>
            </a:r>
          </a:p>
        </p:txBody>
      </p:sp>
      <p:sp>
        <p:nvSpPr>
          <p:cNvPr id="15" name="">
            <a:extLst xmlns:a="http://schemas.openxmlformats.org/drawingml/2006/main">
              <a:ext uri="{FF2B5EF4-FFF2-40B4-BE49-F238E27FC236}">
                <a16:creationId xmlns:a16="http://schemas.microsoft.com/office/drawing/2014/main" id="{8F4E043F-D7E6-4C79-90AE-9C3C7FE5BC69}"/>
              </a:ext>
            </a:extLst>
          </p:cNvPr>
          <p:cNvSpPr>
            <a:spLocks xmlns:a="http://schemas.openxmlformats.org/drawingml/2006/main" noGrp="1"/>
          </p:cNvSpPr>
          <p:nvPr/>
        </p:nvSpPr>
        <p:spPr>
          <a:xfrm xmlns:a="http://schemas.openxmlformats.org/drawingml/2006/main">
            <a:off x="7620000" y="20955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1">
                <a:solidFill>
                  <a:srgbClr val="307FE2"/>
                </a:solidFill>
                <a:latin typeface="Courier New"/>
                <a:ea typeface="Courier New"/>
                <a:cs typeface="Courier New"/>
              </a:defRPr>
            </a:defPPr>
            <a:lvl1pPr algn="l">
              <a:defRPr sz="1125" b="1">
                <a:solidFill>
                  <a:srgbClr val="307FE2"/>
                </a:solidFill>
                <a:latin typeface="Courier New"/>
                <a:ea typeface="Courier New"/>
                <a:cs typeface="Courier New"/>
              </a:defRPr>
            </a:lvl1pPr>
            <a:lvl2pPr algn="l">
              <a:defRPr sz="1125" b="1">
                <a:solidFill>
                  <a:srgbClr val="307FE2"/>
                </a:solidFill>
                <a:latin typeface="Courier New"/>
                <a:ea typeface="Courier New"/>
                <a:cs typeface="Courier New"/>
              </a:defRPr>
            </a:lvl2pPr>
            <a:lvl3pPr algn="l">
              <a:defRPr sz="1125" b="1">
                <a:solidFill>
                  <a:srgbClr val="307FE2"/>
                </a:solidFill>
                <a:latin typeface="Courier New"/>
                <a:ea typeface="Courier New"/>
                <a:cs typeface="Courier New"/>
              </a:defRPr>
            </a:lvl3pPr>
            <a:lvl4pPr algn="l">
              <a:defRPr sz="1125" b="1">
                <a:solidFill>
                  <a:srgbClr val="307FE2"/>
                </a:solidFill>
                <a:latin typeface="Courier New"/>
                <a:ea typeface="Courier New"/>
                <a:cs typeface="Courier New"/>
              </a:defRPr>
            </a:lvl4pPr>
            <a:lvl5pPr algn="l">
              <a:defRPr sz="1125" b="1">
                <a:solidFill>
                  <a:srgbClr val="307FE2"/>
                </a:solidFill>
                <a:latin typeface="Courier New"/>
                <a:ea typeface="Courier New"/>
                <a:cs typeface="Courier New"/>
              </a:defRPr>
            </a:lvl5pPr>
            <a:lvl6pPr algn="l">
              <a:defRPr sz="1125" b="1">
                <a:solidFill>
                  <a:srgbClr val="307FE2"/>
                </a:solidFill>
                <a:latin typeface="Courier New"/>
                <a:ea typeface="Courier New"/>
                <a:cs typeface="Courier New"/>
              </a:defRPr>
            </a:lvl6pPr>
            <a:lvl7pPr algn="l">
              <a:defRPr sz="1125" b="1">
                <a:solidFill>
                  <a:srgbClr val="307FE2"/>
                </a:solidFill>
                <a:latin typeface="Courier New"/>
                <a:ea typeface="Courier New"/>
                <a:cs typeface="Courier New"/>
              </a:defRPr>
            </a:lvl7pPr>
            <a:lvl8pPr algn="l">
              <a:defRPr sz="1125" b="1">
                <a:solidFill>
                  <a:srgbClr val="307FE2"/>
                </a:solidFill>
                <a:latin typeface="Courier New"/>
                <a:ea typeface="Courier New"/>
                <a:cs typeface="Courier New"/>
              </a:defRPr>
            </a:lvl8pPr>
            <a:lvl9pPr algn="l">
              <a:defRPr sz="1125" b="1">
                <a:solidFill>
                  <a:srgbClr val="307FE2"/>
                </a:solidFill>
                <a:latin typeface="Courier New"/>
                <a:ea typeface="Courier New"/>
                <a:cs typeface="Courier New"/>
              </a:defRPr>
            </a:lvl9pPr>
          </a:lstStyle>
          <a:p xmlns:a="http://schemas.openxmlformats.org/drawingml/2006/main">
            <a:pPr algn="l">
              <a:defRPr sz="1125" b="1">
                <a:solidFill>
                  <a:srgbClr val="307FE2"/>
                </a:solidFill>
                <a:latin typeface="Courier New"/>
                <a:ea typeface="Courier New"/>
                <a:cs typeface="Courier New"/>
              </a:defRPr>
            </a:pPr>
            <a:r>
              <a:rPr sz="1125" b="1">
                <a:solidFill>
                  <a:srgbClr val="307FE2"/>
                </a:solidFill>
                <a:latin typeface="Courier New"/>
                <a:ea typeface="Courier New"/>
                <a:cs typeface="Courier New"/>
              </a:rPr>
              <a:t>spec.md</a:t>
            </a:r>
          </a:p>
        </p:txBody>
      </p:sp>
      <p:sp>
        <p:nvSpPr>
          <p:cNvPr id="16" name="">
            <a:extLst xmlns:a="http://schemas.openxmlformats.org/drawingml/2006/main">
              <a:ext uri="{FF2B5EF4-FFF2-40B4-BE49-F238E27FC236}">
                <a16:creationId xmlns:a16="http://schemas.microsoft.com/office/drawing/2014/main" id="{26962279-5AA5-46CF-B6D9-A0514210A30E}"/>
              </a:ext>
            </a:extLst>
          </p:cNvPr>
          <p:cNvSpPr>
            <a:spLocks xmlns:a="http://schemas.openxmlformats.org/drawingml/2006/main" noGrp="1"/>
          </p:cNvSpPr>
          <p:nvPr/>
        </p:nvSpPr>
        <p:spPr>
          <a:xfrm xmlns:a="http://schemas.openxmlformats.org/drawingml/2006/main">
            <a:off x="6515100" y="243840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0">
                <a:solidFill>
                  <a:srgbClr val="475569"/>
                </a:solidFill>
                <a:latin typeface="Montserrat"/>
                <a:ea typeface="Montserrat"/>
                <a:cs typeface="Montserrat"/>
              </a:defRPr>
            </a:defPPr>
            <a:lvl1pPr algn="l">
              <a:defRPr sz="1050" b="0">
                <a:solidFill>
                  <a:srgbClr val="475569"/>
                </a:solidFill>
                <a:latin typeface="Montserrat"/>
                <a:ea typeface="Montserrat"/>
                <a:cs typeface="Montserrat"/>
              </a:defRPr>
            </a:lvl1pPr>
            <a:lvl2pPr algn="l">
              <a:defRPr sz="1050" b="0">
                <a:solidFill>
                  <a:srgbClr val="475569"/>
                </a:solidFill>
                <a:latin typeface="Montserrat"/>
                <a:ea typeface="Montserrat"/>
                <a:cs typeface="Montserrat"/>
              </a:defRPr>
            </a:lvl2pPr>
            <a:lvl3pPr algn="l">
              <a:defRPr sz="1050" b="0">
                <a:solidFill>
                  <a:srgbClr val="475569"/>
                </a:solidFill>
                <a:latin typeface="Montserrat"/>
                <a:ea typeface="Montserrat"/>
                <a:cs typeface="Montserrat"/>
              </a:defRPr>
            </a:lvl3pPr>
            <a:lvl4pPr algn="l">
              <a:defRPr sz="1050" b="0">
                <a:solidFill>
                  <a:srgbClr val="475569"/>
                </a:solidFill>
                <a:latin typeface="Montserrat"/>
                <a:ea typeface="Montserrat"/>
                <a:cs typeface="Montserrat"/>
              </a:defRPr>
            </a:lvl4pPr>
            <a:lvl5pPr algn="l">
              <a:defRPr sz="1050" b="0">
                <a:solidFill>
                  <a:srgbClr val="475569"/>
                </a:solidFill>
                <a:latin typeface="Montserrat"/>
                <a:ea typeface="Montserrat"/>
                <a:cs typeface="Montserrat"/>
              </a:defRPr>
            </a:lvl5pPr>
            <a:lvl6pPr algn="l">
              <a:defRPr sz="1050" b="0">
                <a:solidFill>
                  <a:srgbClr val="475569"/>
                </a:solidFill>
                <a:latin typeface="Montserrat"/>
                <a:ea typeface="Montserrat"/>
                <a:cs typeface="Montserrat"/>
              </a:defRPr>
            </a:lvl6pPr>
            <a:lvl7pPr algn="l">
              <a:defRPr sz="1050" b="0">
                <a:solidFill>
                  <a:srgbClr val="475569"/>
                </a:solidFill>
                <a:latin typeface="Montserrat"/>
                <a:ea typeface="Montserrat"/>
                <a:cs typeface="Montserrat"/>
              </a:defRPr>
            </a:lvl7pPr>
            <a:lvl8pPr algn="l">
              <a:defRPr sz="1050" b="0">
                <a:solidFill>
                  <a:srgbClr val="475569"/>
                </a:solidFill>
                <a:latin typeface="Montserrat"/>
                <a:ea typeface="Montserrat"/>
                <a:cs typeface="Montserrat"/>
              </a:defRPr>
            </a:lvl8pPr>
            <a:lvl9pPr algn="l">
              <a:defRPr sz="1050" b="0">
                <a:solidFill>
                  <a:srgbClr val="475569"/>
                </a:solidFill>
                <a:latin typeface="Montserrat"/>
                <a:ea typeface="Montserrat"/>
                <a:cs typeface="Montserrat"/>
              </a:defRPr>
            </a:lvl9pPr>
          </a:lstStyle>
          <a:p xmlns:a="http://schemas.openxmlformats.org/drawingml/2006/main">
            <a:pPr algn="l">
              <a:defRPr sz="1050" b="0">
                <a:solidFill>
                  <a:srgbClr val="475569"/>
                </a:solidFill>
                <a:latin typeface="Montserrat"/>
                <a:ea typeface="Montserrat"/>
                <a:cs typeface="Montserrat"/>
              </a:defRPr>
            </a:pPr>
            <a:r>
              <a:rPr sz="1050" b="0">
                <a:solidFill>
                  <a:srgbClr val="475569"/>
                </a:solidFill>
                <a:latin typeface="Montserrat"/>
                <a:ea typeface="Montserrat"/>
                <a:cs typeface="Montserrat"/>
              </a:rPr>
              <a:t>What the system should do.</a:t>
            </a:r>
          </a:p>
        </p:txBody>
      </p:sp>
      <p:sp>
        <p:nvSpPr>
          <p:cNvPr id="17" name="">
            <a:extLst xmlns:a="http://schemas.openxmlformats.org/drawingml/2006/main">
              <a:ext uri="{FF2B5EF4-FFF2-40B4-BE49-F238E27FC236}">
                <a16:creationId xmlns:a16="http://schemas.microsoft.com/office/drawing/2014/main" id="{C31BF68E-F381-450A-9D97-BB537FC63C27}"/>
              </a:ext>
            </a:extLst>
          </p:cNvPr>
          <p:cNvSpPr>
            <a:spLocks xmlns:a="http://schemas.openxmlformats.org/drawingml/2006/main" noGrp="1"/>
          </p:cNvSpPr>
          <p:nvPr/>
        </p:nvSpPr>
        <p:spPr>
          <a:xfrm xmlns:a="http://schemas.openxmlformats.org/drawingml/2006/main">
            <a:off x="6096000" y="2838450"/>
            <a:ext cx="47625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18" name="">
            <a:extLst xmlns:a="http://schemas.openxmlformats.org/drawingml/2006/main">
              <a:ext uri="{FF2B5EF4-FFF2-40B4-BE49-F238E27FC236}">
                <a16:creationId xmlns:a16="http://schemas.microsoft.com/office/drawing/2014/main" id="{EA9A320B-1889-4F66-825C-C0242D015FD4}"/>
              </a:ext>
            </a:extLst>
          </p:cNvPr>
          <p:cNvSpPr>
            <a:spLocks xmlns:a="http://schemas.openxmlformats.org/drawingml/2006/main" noGrp="1"/>
          </p:cNvSpPr>
          <p:nvPr/>
        </p:nvSpPr>
        <p:spPr>
          <a:xfrm xmlns:a="http://schemas.openxmlformats.org/drawingml/2006/main">
            <a:off x="742950" y="2990850"/>
            <a:ext cx="333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0">
                <a:solidFill>
                  <a:srgbClr val="307FE2"/>
                </a:solidFill>
                <a:latin typeface="Courier New"/>
                <a:ea typeface="Courier New"/>
                <a:cs typeface="Courier New"/>
              </a:defRPr>
            </a:defPPr>
            <a:lvl1pPr algn="l">
              <a:defRPr sz="825" b="0">
                <a:solidFill>
                  <a:srgbClr val="307FE2"/>
                </a:solidFill>
                <a:latin typeface="Courier New"/>
                <a:ea typeface="Courier New"/>
                <a:cs typeface="Courier New"/>
              </a:defRPr>
            </a:lvl1pPr>
            <a:lvl2pPr algn="l">
              <a:defRPr sz="825" b="0">
                <a:solidFill>
                  <a:srgbClr val="307FE2"/>
                </a:solidFill>
                <a:latin typeface="Courier New"/>
                <a:ea typeface="Courier New"/>
                <a:cs typeface="Courier New"/>
              </a:defRPr>
            </a:lvl2pPr>
            <a:lvl3pPr algn="l">
              <a:defRPr sz="825" b="0">
                <a:solidFill>
                  <a:srgbClr val="307FE2"/>
                </a:solidFill>
                <a:latin typeface="Courier New"/>
                <a:ea typeface="Courier New"/>
                <a:cs typeface="Courier New"/>
              </a:defRPr>
            </a:lvl3pPr>
            <a:lvl4pPr algn="l">
              <a:defRPr sz="825" b="0">
                <a:solidFill>
                  <a:srgbClr val="307FE2"/>
                </a:solidFill>
                <a:latin typeface="Courier New"/>
                <a:ea typeface="Courier New"/>
                <a:cs typeface="Courier New"/>
              </a:defRPr>
            </a:lvl4pPr>
            <a:lvl5pPr algn="l">
              <a:defRPr sz="825" b="0">
                <a:solidFill>
                  <a:srgbClr val="307FE2"/>
                </a:solidFill>
                <a:latin typeface="Courier New"/>
                <a:ea typeface="Courier New"/>
                <a:cs typeface="Courier New"/>
              </a:defRPr>
            </a:lvl5pPr>
            <a:lvl6pPr algn="l">
              <a:defRPr sz="825" b="0">
                <a:solidFill>
                  <a:srgbClr val="307FE2"/>
                </a:solidFill>
                <a:latin typeface="Courier New"/>
                <a:ea typeface="Courier New"/>
                <a:cs typeface="Courier New"/>
              </a:defRPr>
            </a:lvl6pPr>
            <a:lvl7pPr algn="l">
              <a:defRPr sz="825" b="0">
                <a:solidFill>
                  <a:srgbClr val="307FE2"/>
                </a:solidFill>
                <a:latin typeface="Courier New"/>
                <a:ea typeface="Courier New"/>
                <a:cs typeface="Courier New"/>
              </a:defRPr>
            </a:lvl7pPr>
            <a:lvl8pPr algn="l">
              <a:defRPr sz="825" b="0">
                <a:solidFill>
                  <a:srgbClr val="307FE2"/>
                </a:solidFill>
                <a:latin typeface="Courier New"/>
                <a:ea typeface="Courier New"/>
                <a:cs typeface="Courier New"/>
              </a:defRPr>
            </a:lvl8pPr>
            <a:lvl9pPr algn="l">
              <a:defRPr sz="825" b="0">
                <a:solidFill>
                  <a:srgbClr val="307FE2"/>
                </a:solidFill>
                <a:latin typeface="Courier New"/>
                <a:ea typeface="Courier New"/>
                <a:cs typeface="Courier New"/>
              </a:defRPr>
            </a:lvl9pPr>
          </a:lstStyle>
          <a:p xmlns:a="http://schemas.openxmlformats.org/drawingml/2006/main">
            <a:pPr algn="l">
              <a:defRPr sz="825" b="0">
                <a:solidFill>
                  <a:srgbClr val="307FE2"/>
                </a:solidFill>
                <a:latin typeface="Courier New"/>
                <a:ea typeface="Courier New"/>
                <a:cs typeface="Courier New"/>
              </a:defRPr>
            </a:pPr>
            <a:r>
              <a:rPr sz="825" b="0">
                <a:solidFill>
                  <a:srgbClr val="307FE2"/>
                </a:solidFill>
                <a:latin typeface="Courier New"/>
                <a:ea typeface="Courier New"/>
                <a:cs typeface="Courier New"/>
              </a:rPr>
              <a:t>03</a:t>
            </a:r>
          </a:p>
        </p:txBody>
      </p:sp>
      <p:sp>
        <p:nvSpPr>
          <p:cNvPr id="19" name="">
            <a:extLst xmlns:a="http://schemas.openxmlformats.org/drawingml/2006/main">
              <a:ext uri="{FF2B5EF4-FFF2-40B4-BE49-F238E27FC236}">
                <a16:creationId xmlns:a16="http://schemas.microsoft.com/office/drawing/2014/main" id="{F0CB874B-5507-4F9E-81EF-918F7C2D1B41}"/>
              </a:ext>
            </a:extLst>
          </p:cNvPr>
          <p:cNvSpPr>
            <a:spLocks xmlns:a="http://schemas.openxmlformats.org/drawingml/2006/main" noGrp="1"/>
          </p:cNvSpPr>
          <p:nvPr/>
        </p:nvSpPr>
        <p:spPr>
          <a:xfrm xmlns:a="http://schemas.openxmlformats.org/drawingml/2006/main">
            <a:off x="1162050" y="2971800"/>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0F172A"/>
                </a:solidFill>
                <a:latin typeface="Montserrat"/>
                <a:ea typeface="Montserrat"/>
                <a:cs typeface="Montserrat"/>
              </a:defRPr>
            </a:defPPr>
            <a:lvl1pPr algn="l">
              <a:defRPr sz="1275" b="1">
                <a:solidFill>
                  <a:srgbClr val="0F172A"/>
                </a:solidFill>
                <a:latin typeface="Montserrat"/>
                <a:ea typeface="Montserrat"/>
                <a:cs typeface="Montserrat"/>
              </a:defRPr>
            </a:lvl1pPr>
            <a:lvl2pPr algn="l">
              <a:defRPr sz="1275" b="1">
                <a:solidFill>
                  <a:srgbClr val="0F172A"/>
                </a:solidFill>
                <a:latin typeface="Montserrat"/>
                <a:ea typeface="Montserrat"/>
                <a:cs typeface="Montserrat"/>
              </a:defRPr>
            </a:lvl2pPr>
            <a:lvl3pPr algn="l">
              <a:defRPr sz="1275" b="1">
                <a:solidFill>
                  <a:srgbClr val="0F172A"/>
                </a:solidFill>
                <a:latin typeface="Montserrat"/>
                <a:ea typeface="Montserrat"/>
                <a:cs typeface="Montserrat"/>
              </a:defRPr>
            </a:lvl3pPr>
            <a:lvl4pPr algn="l">
              <a:defRPr sz="1275" b="1">
                <a:solidFill>
                  <a:srgbClr val="0F172A"/>
                </a:solidFill>
                <a:latin typeface="Montserrat"/>
                <a:ea typeface="Montserrat"/>
                <a:cs typeface="Montserrat"/>
              </a:defRPr>
            </a:lvl4pPr>
            <a:lvl5pPr algn="l">
              <a:defRPr sz="1275" b="1">
                <a:solidFill>
                  <a:srgbClr val="0F172A"/>
                </a:solidFill>
                <a:latin typeface="Montserrat"/>
                <a:ea typeface="Montserrat"/>
                <a:cs typeface="Montserrat"/>
              </a:defRPr>
            </a:lvl5pPr>
            <a:lvl6pPr algn="l">
              <a:defRPr sz="1275" b="1">
                <a:solidFill>
                  <a:srgbClr val="0F172A"/>
                </a:solidFill>
                <a:latin typeface="Montserrat"/>
                <a:ea typeface="Montserrat"/>
                <a:cs typeface="Montserrat"/>
              </a:defRPr>
            </a:lvl6pPr>
            <a:lvl7pPr algn="l">
              <a:defRPr sz="1275" b="1">
                <a:solidFill>
                  <a:srgbClr val="0F172A"/>
                </a:solidFill>
                <a:latin typeface="Montserrat"/>
                <a:ea typeface="Montserrat"/>
                <a:cs typeface="Montserrat"/>
              </a:defRPr>
            </a:lvl7pPr>
            <a:lvl8pPr algn="l">
              <a:defRPr sz="1275" b="1">
                <a:solidFill>
                  <a:srgbClr val="0F172A"/>
                </a:solidFill>
                <a:latin typeface="Montserrat"/>
                <a:ea typeface="Montserrat"/>
                <a:cs typeface="Montserrat"/>
              </a:defRPr>
            </a:lvl8pPr>
            <a:lvl9pPr algn="l">
              <a:defRPr sz="1275" b="1">
                <a:solidFill>
                  <a:srgbClr val="0F172A"/>
                </a:solidFill>
                <a:latin typeface="Montserrat"/>
                <a:ea typeface="Montserrat"/>
                <a:cs typeface="Montserrat"/>
              </a:defRPr>
            </a:lvl9pPr>
          </a:lstStyle>
          <a:p xmlns:a="http://schemas.openxmlformats.org/drawingml/2006/main">
            <a:pPr algn="l">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Build</a:t>
            </a:r>
          </a:p>
        </p:txBody>
      </p:sp>
      <p:sp>
        <p:nvSpPr>
          <p:cNvPr id="20" name="">
            <a:extLst xmlns:a="http://schemas.openxmlformats.org/drawingml/2006/main">
              <a:ext uri="{FF2B5EF4-FFF2-40B4-BE49-F238E27FC236}">
                <a16:creationId xmlns:a16="http://schemas.microsoft.com/office/drawing/2014/main" id="{1C677E79-AFAA-45DA-BBE8-40FF51C75EEE}"/>
              </a:ext>
            </a:extLst>
          </p:cNvPr>
          <p:cNvSpPr>
            <a:spLocks xmlns:a="http://schemas.openxmlformats.org/drawingml/2006/main" noGrp="1"/>
          </p:cNvSpPr>
          <p:nvPr/>
        </p:nvSpPr>
        <p:spPr>
          <a:xfrm xmlns:a="http://schemas.openxmlformats.org/drawingml/2006/main">
            <a:off x="2266950" y="29718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1">
                <a:solidFill>
                  <a:srgbClr val="307FE2"/>
                </a:solidFill>
                <a:latin typeface="Courier New"/>
                <a:ea typeface="Courier New"/>
                <a:cs typeface="Courier New"/>
              </a:defRPr>
            </a:defPPr>
            <a:lvl1pPr algn="l">
              <a:defRPr sz="1125" b="1">
                <a:solidFill>
                  <a:srgbClr val="307FE2"/>
                </a:solidFill>
                <a:latin typeface="Courier New"/>
                <a:ea typeface="Courier New"/>
                <a:cs typeface="Courier New"/>
              </a:defRPr>
            </a:lvl1pPr>
            <a:lvl2pPr algn="l">
              <a:defRPr sz="1125" b="1">
                <a:solidFill>
                  <a:srgbClr val="307FE2"/>
                </a:solidFill>
                <a:latin typeface="Courier New"/>
                <a:ea typeface="Courier New"/>
                <a:cs typeface="Courier New"/>
              </a:defRPr>
            </a:lvl2pPr>
            <a:lvl3pPr algn="l">
              <a:defRPr sz="1125" b="1">
                <a:solidFill>
                  <a:srgbClr val="307FE2"/>
                </a:solidFill>
                <a:latin typeface="Courier New"/>
                <a:ea typeface="Courier New"/>
                <a:cs typeface="Courier New"/>
              </a:defRPr>
            </a:lvl3pPr>
            <a:lvl4pPr algn="l">
              <a:defRPr sz="1125" b="1">
                <a:solidFill>
                  <a:srgbClr val="307FE2"/>
                </a:solidFill>
                <a:latin typeface="Courier New"/>
                <a:ea typeface="Courier New"/>
                <a:cs typeface="Courier New"/>
              </a:defRPr>
            </a:lvl4pPr>
            <a:lvl5pPr algn="l">
              <a:defRPr sz="1125" b="1">
                <a:solidFill>
                  <a:srgbClr val="307FE2"/>
                </a:solidFill>
                <a:latin typeface="Courier New"/>
                <a:ea typeface="Courier New"/>
                <a:cs typeface="Courier New"/>
              </a:defRPr>
            </a:lvl5pPr>
            <a:lvl6pPr algn="l">
              <a:defRPr sz="1125" b="1">
                <a:solidFill>
                  <a:srgbClr val="307FE2"/>
                </a:solidFill>
                <a:latin typeface="Courier New"/>
                <a:ea typeface="Courier New"/>
                <a:cs typeface="Courier New"/>
              </a:defRPr>
            </a:lvl6pPr>
            <a:lvl7pPr algn="l">
              <a:defRPr sz="1125" b="1">
                <a:solidFill>
                  <a:srgbClr val="307FE2"/>
                </a:solidFill>
                <a:latin typeface="Courier New"/>
                <a:ea typeface="Courier New"/>
                <a:cs typeface="Courier New"/>
              </a:defRPr>
            </a:lvl7pPr>
            <a:lvl8pPr algn="l">
              <a:defRPr sz="1125" b="1">
                <a:solidFill>
                  <a:srgbClr val="307FE2"/>
                </a:solidFill>
                <a:latin typeface="Courier New"/>
                <a:ea typeface="Courier New"/>
                <a:cs typeface="Courier New"/>
              </a:defRPr>
            </a:lvl8pPr>
            <a:lvl9pPr algn="l">
              <a:defRPr sz="1125" b="1">
                <a:solidFill>
                  <a:srgbClr val="307FE2"/>
                </a:solidFill>
                <a:latin typeface="Courier New"/>
                <a:ea typeface="Courier New"/>
                <a:cs typeface="Courier New"/>
              </a:defRPr>
            </a:lvl9pPr>
          </a:lstStyle>
          <a:p xmlns:a="http://schemas.openxmlformats.org/drawingml/2006/main">
            <a:pPr algn="l">
              <a:defRPr sz="1125" b="1">
                <a:solidFill>
                  <a:srgbClr val="307FE2"/>
                </a:solidFill>
                <a:latin typeface="Courier New"/>
                <a:ea typeface="Courier New"/>
                <a:cs typeface="Courier New"/>
              </a:defRPr>
            </a:pPr>
            <a:r>
              <a:rPr sz="1125" b="1">
                <a:solidFill>
                  <a:srgbClr val="307FE2"/>
                </a:solidFill>
                <a:latin typeface="Courier New"/>
                <a:ea typeface="Courier New"/>
                <a:cs typeface="Courier New"/>
              </a:rPr>
              <a:t>plan.md</a:t>
            </a:r>
          </a:p>
        </p:txBody>
      </p:sp>
      <p:sp>
        <p:nvSpPr>
          <p:cNvPr id="21" name="">
            <a:extLst xmlns:a="http://schemas.openxmlformats.org/drawingml/2006/main">
              <a:ext uri="{FF2B5EF4-FFF2-40B4-BE49-F238E27FC236}">
                <a16:creationId xmlns:a16="http://schemas.microsoft.com/office/drawing/2014/main" id="{E4B32AD8-9C9C-4D2D-83CF-DADCCF36ADA3}"/>
              </a:ext>
            </a:extLst>
          </p:cNvPr>
          <p:cNvSpPr>
            <a:spLocks xmlns:a="http://schemas.openxmlformats.org/drawingml/2006/main" noGrp="1"/>
          </p:cNvSpPr>
          <p:nvPr/>
        </p:nvSpPr>
        <p:spPr>
          <a:xfrm xmlns:a="http://schemas.openxmlformats.org/drawingml/2006/main">
            <a:off x="1162050" y="331470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0">
                <a:solidFill>
                  <a:srgbClr val="475569"/>
                </a:solidFill>
                <a:latin typeface="Montserrat"/>
                <a:ea typeface="Montserrat"/>
                <a:cs typeface="Montserrat"/>
              </a:defRPr>
            </a:defPPr>
            <a:lvl1pPr algn="l">
              <a:defRPr sz="1050" b="0">
                <a:solidFill>
                  <a:srgbClr val="475569"/>
                </a:solidFill>
                <a:latin typeface="Montserrat"/>
                <a:ea typeface="Montserrat"/>
                <a:cs typeface="Montserrat"/>
              </a:defRPr>
            </a:lvl1pPr>
            <a:lvl2pPr algn="l">
              <a:defRPr sz="1050" b="0">
                <a:solidFill>
                  <a:srgbClr val="475569"/>
                </a:solidFill>
                <a:latin typeface="Montserrat"/>
                <a:ea typeface="Montserrat"/>
                <a:cs typeface="Montserrat"/>
              </a:defRPr>
            </a:lvl2pPr>
            <a:lvl3pPr algn="l">
              <a:defRPr sz="1050" b="0">
                <a:solidFill>
                  <a:srgbClr val="475569"/>
                </a:solidFill>
                <a:latin typeface="Montserrat"/>
                <a:ea typeface="Montserrat"/>
                <a:cs typeface="Montserrat"/>
              </a:defRPr>
            </a:lvl3pPr>
            <a:lvl4pPr algn="l">
              <a:defRPr sz="1050" b="0">
                <a:solidFill>
                  <a:srgbClr val="475569"/>
                </a:solidFill>
                <a:latin typeface="Montserrat"/>
                <a:ea typeface="Montserrat"/>
                <a:cs typeface="Montserrat"/>
              </a:defRPr>
            </a:lvl4pPr>
            <a:lvl5pPr algn="l">
              <a:defRPr sz="1050" b="0">
                <a:solidFill>
                  <a:srgbClr val="475569"/>
                </a:solidFill>
                <a:latin typeface="Montserrat"/>
                <a:ea typeface="Montserrat"/>
                <a:cs typeface="Montserrat"/>
              </a:defRPr>
            </a:lvl5pPr>
            <a:lvl6pPr algn="l">
              <a:defRPr sz="1050" b="0">
                <a:solidFill>
                  <a:srgbClr val="475569"/>
                </a:solidFill>
                <a:latin typeface="Montserrat"/>
                <a:ea typeface="Montserrat"/>
                <a:cs typeface="Montserrat"/>
              </a:defRPr>
            </a:lvl6pPr>
            <a:lvl7pPr algn="l">
              <a:defRPr sz="1050" b="0">
                <a:solidFill>
                  <a:srgbClr val="475569"/>
                </a:solidFill>
                <a:latin typeface="Montserrat"/>
                <a:ea typeface="Montserrat"/>
                <a:cs typeface="Montserrat"/>
              </a:defRPr>
            </a:lvl7pPr>
            <a:lvl8pPr algn="l">
              <a:defRPr sz="1050" b="0">
                <a:solidFill>
                  <a:srgbClr val="475569"/>
                </a:solidFill>
                <a:latin typeface="Montserrat"/>
                <a:ea typeface="Montserrat"/>
                <a:cs typeface="Montserrat"/>
              </a:defRPr>
            </a:lvl8pPr>
            <a:lvl9pPr algn="l">
              <a:defRPr sz="1050" b="0">
                <a:solidFill>
                  <a:srgbClr val="475569"/>
                </a:solidFill>
                <a:latin typeface="Montserrat"/>
                <a:ea typeface="Montserrat"/>
                <a:cs typeface="Montserrat"/>
              </a:defRPr>
            </a:lvl9pPr>
          </a:lstStyle>
          <a:p xmlns:a="http://schemas.openxmlformats.org/drawingml/2006/main">
            <a:pPr algn="l">
              <a:defRPr sz="1050" b="0">
                <a:solidFill>
                  <a:srgbClr val="475569"/>
                </a:solidFill>
                <a:latin typeface="Montserrat"/>
                <a:ea typeface="Montserrat"/>
                <a:cs typeface="Montserrat"/>
              </a:defRPr>
            </a:pPr>
            <a:r>
              <a:rPr sz="1050" b="0">
                <a:solidFill>
                  <a:srgbClr val="475569"/>
                </a:solidFill>
                <a:latin typeface="Montserrat"/>
                <a:ea typeface="Montserrat"/>
                <a:cs typeface="Montserrat"/>
              </a:rPr>
              <a:t>How the change will be made.</a:t>
            </a:r>
          </a:p>
        </p:txBody>
      </p:sp>
      <p:sp>
        <p:nvSpPr>
          <p:cNvPr id="22" name="">
            <a:extLst xmlns:a="http://schemas.openxmlformats.org/drawingml/2006/main">
              <a:ext uri="{FF2B5EF4-FFF2-40B4-BE49-F238E27FC236}">
                <a16:creationId xmlns:a16="http://schemas.microsoft.com/office/drawing/2014/main" id="{77F0E7D9-2B99-46F8-AB78-01CBD32B8C51}"/>
              </a:ext>
            </a:extLst>
          </p:cNvPr>
          <p:cNvSpPr>
            <a:spLocks xmlns:a="http://schemas.openxmlformats.org/drawingml/2006/main" noGrp="1"/>
          </p:cNvSpPr>
          <p:nvPr/>
        </p:nvSpPr>
        <p:spPr>
          <a:xfrm xmlns:a="http://schemas.openxmlformats.org/drawingml/2006/main">
            <a:off x="742950" y="3714750"/>
            <a:ext cx="47625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23" name="">
            <a:extLst xmlns:a="http://schemas.openxmlformats.org/drawingml/2006/main">
              <a:ext uri="{FF2B5EF4-FFF2-40B4-BE49-F238E27FC236}">
                <a16:creationId xmlns:a16="http://schemas.microsoft.com/office/drawing/2014/main" id="{FD90C4F4-6635-40A2-85B0-6649DEDEE14B}"/>
              </a:ext>
            </a:extLst>
          </p:cNvPr>
          <p:cNvSpPr>
            <a:spLocks xmlns:a="http://schemas.openxmlformats.org/drawingml/2006/main" noGrp="1"/>
          </p:cNvSpPr>
          <p:nvPr/>
        </p:nvSpPr>
        <p:spPr>
          <a:xfrm xmlns:a="http://schemas.openxmlformats.org/drawingml/2006/main">
            <a:off x="6096000" y="2990850"/>
            <a:ext cx="333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0">
                <a:solidFill>
                  <a:srgbClr val="307FE2"/>
                </a:solidFill>
                <a:latin typeface="Courier New"/>
                <a:ea typeface="Courier New"/>
                <a:cs typeface="Courier New"/>
              </a:defRPr>
            </a:defPPr>
            <a:lvl1pPr algn="l">
              <a:defRPr sz="825" b="0">
                <a:solidFill>
                  <a:srgbClr val="307FE2"/>
                </a:solidFill>
                <a:latin typeface="Courier New"/>
                <a:ea typeface="Courier New"/>
                <a:cs typeface="Courier New"/>
              </a:defRPr>
            </a:lvl1pPr>
            <a:lvl2pPr algn="l">
              <a:defRPr sz="825" b="0">
                <a:solidFill>
                  <a:srgbClr val="307FE2"/>
                </a:solidFill>
                <a:latin typeface="Courier New"/>
                <a:ea typeface="Courier New"/>
                <a:cs typeface="Courier New"/>
              </a:defRPr>
            </a:lvl2pPr>
            <a:lvl3pPr algn="l">
              <a:defRPr sz="825" b="0">
                <a:solidFill>
                  <a:srgbClr val="307FE2"/>
                </a:solidFill>
                <a:latin typeface="Courier New"/>
                <a:ea typeface="Courier New"/>
                <a:cs typeface="Courier New"/>
              </a:defRPr>
            </a:lvl3pPr>
            <a:lvl4pPr algn="l">
              <a:defRPr sz="825" b="0">
                <a:solidFill>
                  <a:srgbClr val="307FE2"/>
                </a:solidFill>
                <a:latin typeface="Courier New"/>
                <a:ea typeface="Courier New"/>
                <a:cs typeface="Courier New"/>
              </a:defRPr>
            </a:lvl4pPr>
            <a:lvl5pPr algn="l">
              <a:defRPr sz="825" b="0">
                <a:solidFill>
                  <a:srgbClr val="307FE2"/>
                </a:solidFill>
                <a:latin typeface="Courier New"/>
                <a:ea typeface="Courier New"/>
                <a:cs typeface="Courier New"/>
              </a:defRPr>
            </a:lvl5pPr>
            <a:lvl6pPr algn="l">
              <a:defRPr sz="825" b="0">
                <a:solidFill>
                  <a:srgbClr val="307FE2"/>
                </a:solidFill>
                <a:latin typeface="Courier New"/>
                <a:ea typeface="Courier New"/>
                <a:cs typeface="Courier New"/>
              </a:defRPr>
            </a:lvl6pPr>
            <a:lvl7pPr algn="l">
              <a:defRPr sz="825" b="0">
                <a:solidFill>
                  <a:srgbClr val="307FE2"/>
                </a:solidFill>
                <a:latin typeface="Courier New"/>
                <a:ea typeface="Courier New"/>
                <a:cs typeface="Courier New"/>
              </a:defRPr>
            </a:lvl7pPr>
            <a:lvl8pPr algn="l">
              <a:defRPr sz="825" b="0">
                <a:solidFill>
                  <a:srgbClr val="307FE2"/>
                </a:solidFill>
                <a:latin typeface="Courier New"/>
                <a:ea typeface="Courier New"/>
                <a:cs typeface="Courier New"/>
              </a:defRPr>
            </a:lvl8pPr>
            <a:lvl9pPr algn="l">
              <a:defRPr sz="825" b="0">
                <a:solidFill>
                  <a:srgbClr val="307FE2"/>
                </a:solidFill>
                <a:latin typeface="Courier New"/>
                <a:ea typeface="Courier New"/>
                <a:cs typeface="Courier New"/>
              </a:defRPr>
            </a:lvl9pPr>
          </a:lstStyle>
          <a:p xmlns:a="http://schemas.openxmlformats.org/drawingml/2006/main">
            <a:pPr algn="l">
              <a:defRPr sz="825" b="0">
                <a:solidFill>
                  <a:srgbClr val="307FE2"/>
                </a:solidFill>
                <a:latin typeface="Courier New"/>
                <a:ea typeface="Courier New"/>
                <a:cs typeface="Courier New"/>
              </a:defRPr>
            </a:pPr>
            <a:r>
              <a:rPr sz="825" b="0">
                <a:solidFill>
                  <a:srgbClr val="307FE2"/>
                </a:solidFill>
                <a:latin typeface="Courier New"/>
                <a:ea typeface="Courier New"/>
                <a:cs typeface="Courier New"/>
              </a:rPr>
              <a:t>04</a:t>
            </a:r>
          </a:p>
        </p:txBody>
      </p:sp>
      <p:sp>
        <p:nvSpPr>
          <p:cNvPr id="24" name="">
            <a:extLst xmlns:a="http://schemas.openxmlformats.org/drawingml/2006/main">
              <a:ext uri="{FF2B5EF4-FFF2-40B4-BE49-F238E27FC236}">
                <a16:creationId xmlns:a16="http://schemas.microsoft.com/office/drawing/2014/main" id="{8116A630-2BDF-47E4-9879-B557736E1275}"/>
              </a:ext>
            </a:extLst>
          </p:cNvPr>
          <p:cNvSpPr>
            <a:spLocks xmlns:a="http://schemas.openxmlformats.org/drawingml/2006/main" noGrp="1"/>
          </p:cNvSpPr>
          <p:nvPr/>
        </p:nvSpPr>
        <p:spPr>
          <a:xfrm xmlns:a="http://schemas.openxmlformats.org/drawingml/2006/main">
            <a:off x="6515100" y="2971800"/>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0F172A"/>
                </a:solidFill>
                <a:latin typeface="Montserrat"/>
                <a:ea typeface="Montserrat"/>
                <a:cs typeface="Montserrat"/>
              </a:defRPr>
            </a:defPPr>
            <a:lvl1pPr algn="l">
              <a:defRPr sz="1275" b="1">
                <a:solidFill>
                  <a:srgbClr val="0F172A"/>
                </a:solidFill>
                <a:latin typeface="Montserrat"/>
                <a:ea typeface="Montserrat"/>
                <a:cs typeface="Montserrat"/>
              </a:defRPr>
            </a:lvl1pPr>
            <a:lvl2pPr algn="l">
              <a:defRPr sz="1275" b="1">
                <a:solidFill>
                  <a:srgbClr val="0F172A"/>
                </a:solidFill>
                <a:latin typeface="Montserrat"/>
                <a:ea typeface="Montserrat"/>
                <a:cs typeface="Montserrat"/>
              </a:defRPr>
            </a:lvl2pPr>
            <a:lvl3pPr algn="l">
              <a:defRPr sz="1275" b="1">
                <a:solidFill>
                  <a:srgbClr val="0F172A"/>
                </a:solidFill>
                <a:latin typeface="Montserrat"/>
                <a:ea typeface="Montserrat"/>
                <a:cs typeface="Montserrat"/>
              </a:defRPr>
            </a:lvl3pPr>
            <a:lvl4pPr algn="l">
              <a:defRPr sz="1275" b="1">
                <a:solidFill>
                  <a:srgbClr val="0F172A"/>
                </a:solidFill>
                <a:latin typeface="Montserrat"/>
                <a:ea typeface="Montserrat"/>
                <a:cs typeface="Montserrat"/>
              </a:defRPr>
            </a:lvl4pPr>
            <a:lvl5pPr algn="l">
              <a:defRPr sz="1275" b="1">
                <a:solidFill>
                  <a:srgbClr val="0F172A"/>
                </a:solidFill>
                <a:latin typeface="Montserrat"/>
                <a:ea typeface="Montserrat"/>
                <a:cs typeface="Montserrat"/>
              </a:defRPr>
            </a:lvl5pPr>
            <a:lvl6pPr algn="l">
              <a:defRPr sz="1275" b="1">
                <a:solidFill>
                  <a:srgbClr val="0F172A"/>
                </a:solidFill>
                <a:latin typeface="Montserrat"/>
                <a:ea typeface="Montserrat"/>
                <a:cs typeface="Montserrat"/>
              </a:defRPr>
            </a:lvl6pPr>
            <a:lvl7pPr algn="l">
              <a:defRPr sz="1275" b="1">
                <a:solidFill>
                  <a:srgbClr val="0F172A"/>
                </a:solidFill>
                <a:latin typeface="Montserrat"/>
                <a:ea typeface="Montserrat"/>
                <a:cs typeface="Montserrat"/>
              </a:defRPr>
            </a:lvl7pPr>
            <a:lvl8pPr algn="l">
              <a:defRPr sz="1275" b="1">
                <a:solidFill>
                  <a:srgbClr val="0F172A"/>
                </a:solidFill>
                <a:latin typeface="Montserrat"/>
                <a:ea typeface="Montserrat"/>
                <a:cs typeface="Montserrat"/>
              </a:defRPr>
            </a:lvl8pPr>
            <a:lvl9pPr algn="l">
              <a:defRPr sz="1275" b="1">
                <a:solidFill>
                  <a:srgbClr val="0F172A"/>
                </a:solidFill>
                <a:latin typeface="Montserrat"/>
                <a:ea typeface="Montserrat"/>
                <a:cs typeface="Montserrat"/>
              </a:defRPr>
            </a:lvl9pPr>
          </a:lstStyle>
          <a:p xmlns:a="http://schemas.openxmlformats.org/drawingml/2006/main">
            <a:pPr algn="l">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Test</a:t>
            </a:r>
          </a:p>
        </p:txBody>
      </p:sp>
      <p:sp>
        <p:nvSpPr>
          <p:cNvPr id="25" name="">
            <a:extLst xmlns:a="http://schemas.openxmlformats.org/drawingml/2006/main">
              <a:ext uri="{FF2B5EF4-FFF2-40B4-BE49-F238E27FC236}">
                <a16:creationId xmlns:a16="http://schemas.microsoft.com/office/drawing/2014/main" id="{B42777FB-FD5E-4E35-B154-4599B1677E16}"/>
              </a:ext>
            </a:extLst>
          </p:cNvPr>
          <p:cNvSpPr>
            <a:spLocks xmlns:a="http://schemas.openxmlformats.org/drawingml/2006/main" noGrp="1"/>
          </p:cNvSpPr>
          <p:nvPr/>
        </p:nvSpPr>
        <p:spPr>
          <a:xfrm xmlns:a="http://schemas.openxmlformats.org/drawingml/2006/main">
            <a:off x="7620000" y="29718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1">
                <a:solidFill>
                  <a:srgbClr val="307FE2"/>
                </a:solidFill>
                <a:latin typeface="Courier New"/>
                <a:ea typeface="Courier New"/>
                <a:cs typeface="Courier New"/>
              </a:defRPr>
            </a:defPPr>
            <a:lvl1pPr algn="l">
              <a:defRPr sz="1125" b="1">
                <a:solidFill>
                  <a:srgbClr val="307FE2"/>
                </a:solidFill>
                <a:latin typeface="Courier New"/>
                <a:ea typeface="Courier New"/>
                <a:cs typeface="Courier New"/>
              </a:defRPr>
            </a:lvl1pPr>
            <a:lvl2pPr algn="l">
              <a:defRPr sz="1125" b="1">
                <a:solidFill>
                  <a:srgbClr val="307FE2"/>
                </a:solidFill>
                <a:latin typeface="Courier New"/>
                <a:ea typeface="Courier New"/>
                <a:cs typeface="Courier New"/>
              </a:defRPr>
            </a:lvl2pPr>
            <a:lvl3pPr algn="l">
              <a:defRPr sz="1125" b="1">
                <a:solidFill>
                  <a:srgbClr val="307FE2"/>
                </a:solidFill>
                <a:latin typeface="Courier New"/>
                <a:ea typeface="Courier New"/>
                <a:cs typeface="Courier New"/>
              </a:defRPr>
            </a:lvl3pPr>
            <a:lvl4pPr algn="l">
              <a:defRPr sz="1125" b="1">
                <a:solidFill>
                  <a:srgbClr val="307FE2"/>
                </a:solidFill>
                <a:latin typeface="Courier New"/>
                <a:ea typeface="Courier New"/>
                <a:cs typeface="Courier New"/>
              </a:defRPr>
            </a:lvl4pPr>
            <a:lvl5pPr algn="l">
              <a:defRPr sz="1125" b="1">
                <a:solidFill>
                  <a:srgbClr val="307FE2"/>
                </a:solidFill>
                <a:latin typeface="Courier New"/>
                <a:ea typeface="Courier New"/>
                <a:cs typeface="Courier New"/>
              </a:defRPr>
            </a:lvl5pPr>
            <a:lvl6pPr algn="l">
              <a:defRPr sz="1125" b="1">
                <a:solidFill>
                  <a:srgbClr val="307FE2"/>
                </a:solidFill>
                <a:latin typeface="Courier New"/>
                <a:ea typeface="Courier New"/>
                <a:cs typeface="Courier New"/>
              </a:defRPr>
            </a:lvl6pPr>
            <a:lvl7pPr algn="l">
              <a:defRPr sz="1125" b="1">
                <a:solidFill>
                  <a:srgbClr val="307FE2"/>
                </a:solidFill>
                <a:latin typeface="Courier New"/>
                <a:ea typeface="Courier New"/>
                <a:cs typeface="Courier New"/>
              </a:defRPr>
            </a:lvl7pPr>
            <a:lvl8pPr algn="l">
              <a:defRPr sz="1125" b="1">
                <a:solidFill>
                  <a:srgbClr val="307FE2"/>
                </a:solidFill>
                <a:latin typeface="Courier New"/>
                <a:ea typeface="Courier New"/>
                <a:cs typeface="Courier New"/>
              </a:defRPr>
            </a:lvl8pPr>
            <a:lvl9pPr algn="l">
              <a:defRPr sz="1125" b="1">
                <a:solidFill>
                  <a:srgbClr val="307FE2"/>
                </a:solidFill>
                <a:latin typeface="Courier New"/>
                <a:ea typeface="Courier New"/>
                <a:cs typeface="Courier New"/>
              </a:defRPr>
            </a:lvl9pPr>
          </a:lstStyle>
          <a:p xmlns:a="http://schemas.openxmlformats.org/drawingml/2006/main">
            <a:pPr algn="l">
              <a:defRPr sz="1125" b="1">
                <a:solidFill>
                  <a:srgbClr val="307FE2"/>
                </a:solidFill>
                <a:latin typeface="Courier New"/>
                <a:ea typeface="Courier New"/>
                <a:cs typeface="Courier New"/>
              </a:defRPr>
            </a:pPr>
            <a:r>
              <a:rPr sz="1125" b="1">
                <a:solidFill>
                  <a:srgbClr val="307FE2"/>
                </a:solidFill>
                <a:latin typeface="Courier New"/>
                <a:ea typeface="Courier New"/>
                <a:cs typeface="Courier New"/>
              </a:rPr>
              <a:t>code change + tests</a:t>
            </a:r>
          </a:p>
        </p:txBody>
      </p:sp>
      <p:sp>
        <p:nvSpPr>
          <p:cNvPr id="26" name="">
            <a:extLst xmlns:a="http://schemas.openxmlformats.org/drawingml/2006/main">
              <a:ext uri="{FF2B5EF4-FFF2-40B4-BE49-F238E27FC236}">
                <a16:creationId xmlns:a16="http://schemas.microsoft.com/office/drawing/2014/main" id="{FD5C3135-D5C5-43D0-AA0D-6FD9638BD74A}"/>
              </a:ext>
            </a:extLst>
          </p:cNvPr>
          <p:cNvSpPr>
            <a:spLocks xmlns:a="http://schemas.openxmlformats.org/drawingml/2006/main" noGrp="1"/>
          </p:cNvSpPr>
          <p:nvPr/>
        </p:nvSpPr>
        <p:spPr>
          <a:xfrm xmlns:a="http://schemas.openxmlformats.org/drawingml/2006/main">
            <a:off x="6515100" y="331470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0">
                <a:solidFill>
                  <a:srgbClr val="475569"/>
                </a:solidFill>
                <a:latin typeface="Montserrat"/>
                <a:ea typeface="Montserrat"/>
                <a:cs typeface="Montserrat"/>
              </a:defRPr>
            </a:defPPr>
            <a:lvl1pPr algn="l">
              <a:defRPr sz="1050" b="0">
                <a:solidFill>
                  <a:srgbClr val="475569"/>
                </a:solidFill>
                <a:latin typeface="Montserrat"/>
                <a:ea typeface="Montserrat"/>
                <a:cs typeface="Montserrat"/>
              </a:defRPr>
            </a:lvl1pPr>
            <a:lvl2pPr algn="l">
              <a:defRPr sz="1050" b="0">
                <a:solidFill>
                  <a:srgbClr val="475569"/>
                </a:solidFill>
                <a:latin typeface="Montserrat"/>
                <a:ea typeface="Montserrat"/>
                <a:cs typeface="Montserrat"/>
              </a:defRPr>
            </a:lvl2pPr>
            <a:lvl3pPr algn="l">
              <a:defRPr sz="1050" b="0">
                <a:solidFill>
                  <a:srgbClr val="475569"/>
                </a:solidFill>
                <a:latin typeface="Montserrat"/>
                <a:ea typeface="Montserrat"/>
                <a:cs typeface="Montserrat"/>
              </a:defRPr>
            </a:lvl3pPr>
            <a:lvl4pPr algn="l">
              <a:defRPr sz="1050" b="0">
                <a:solidFill>
                  <a:srgbClr val="475569"/>
                </a:solidFill>
                <a:latin typeface="Montserrat"/>
                <a:ea typeface="Montserrat"/>
                <a:cs typeface="Montserrat"/>
              </a:defRPr>
            </a:lvl4pPr>
            <a:lvl5pPr algn="l">
              <a:defRPr sz="1050" b="0">
                <a:solidFill>
                  <a:srgbClr val="475569"/>
                </a:solidFill>
                <a:latin typeface="Montserrat"/>
                <a:ea typeface="Montserrat"/>
                <a:cs typeface="Montserrat"/>
              </a:defRPr>
            </a:lvl5pPr>
            <a:lvl6pPr algn="l">
              <a:defRPr sz="1050" b="0">
                <a:solidFill>
                  <a:srgbClr val="475569"/>
                </a:solidFill>
                <a:latin typeface="Montserrat"/>
                <a:ea typeface="Montserrat"/>
                <a:cs typeface="Montserrat"/>
              </a:defRPr>
            </a:lvl6pPr>
            <a:lvl7pPr algn="l">
              <a:defRPr sz="1050" b="0">
                <a:solidFill>
                  <a:srgbClr val="475569"/>
                </a:solidFill>
                <a:latin typeface="Montserrat"/>
                <a:ea typeface="Montserrat"/>
                <a:cs typeface="Montserrat"/>
              </a:defRPr>
            </a:lvl7pPr>
            <a:lvl8pPr algn="l">
              <a:defRPr sz="1050" b="0">
                <a:solidFill>
                  <a:srgbClr val="475569"/>
                </a:solidFill>
                <a:latin typeface="Montserrat"/>
                <a:ea typeface="Montserrat"/>
                <a:cs typeface="Montserrat"/>
              </a:defRPr>
            </a:lvl8pPr>
            <a:lvl9pPr algn="l">
              <a:defRPr sz="1050" b="0">
                <a:solidFill>
                  <a:srgbClr val="475569"/>
                </a:solidFill>
                <a:latin typeface="Montserrat"/>
                <a:ea typeface="Montserrat"/>
                <a:cs typeface="Montserrat"/>
              </a:defRPr>
            </a:lvl9pPr>
          </a:lstStyle>
          <a:p xmlns:a="http://schemas.openxmlformats.org/drawingml/2006/main">
            <a:pPr algn="l">
              <a:defRPr sz="1050" b="0">
                <a:solidFill>
                  <a:srgbClr val="475569"/>
                </a:solidFill>
                <a:latin typeface="Montserrat"/>
                <a:ea typeface="Montserrat"/>
                <a:cs typeface="Montserrat"/>
              </a:defRPr>
            </a:pPr>
            <a:r>
              <a:rPr sz="1050" b="0">
                <a:solidFill>
                  <a:srgbClr val="475569"/>
                </a:solidFill>
                <a:latin typeface="Montserrat"/>
                <a:ea typeface="Montserrat"/>
                <a:cs typeface="Montserrat"/>
              </a:rPr>
              <a:t>The change and evidence that it works.</a:t>
            </a:r>
          </a:p>
        </p:txBody>
      </p:sp>
      <p:sp>
        <p:nvSpPr>
          <p:cNvPr id="27" name="">
            <a:extLst xmlns:a="http://schemas.openxmlformats.org/drawingml/2006/main">
              <a:ext uri="{FF2B5EF4-FFF2-40B4-BE49-F238E27FC236}">
                <a16:creationId xmlns:a16="http://schemas.microsoft.com/office/drawing/2014/main" id="{2C5094F9-6ACA-431F-BFC5-773DC005CD61}"/>
              </a:ext>
            </a:extLst>
          </p:cNvPr>
          <p:cNvSpPr>
            <a:spLocks xmlns:a="http://schemas.openxmlformats.org/drawingml/2006/main" noGrp="1"/>
          </p:cNvSpPr>
          <p:nvPr/>
        </p:nvSpPr>
        <p:spPr>
          <a:xfrm xmlns:a="http://schemas.openxmlformats.org/drawingml/2006/main">
            <a:off x="6096000" y="3714750"/>
            <a:ext cx="47625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28" name="">
            <a:extLst xmlns:a="http://schemas.openxmlformats.org/drawingml/2006/main">
              <a:ext uri="{FF2B5EF4-FFF2-40B4-BE49-F238E27FC236}">
                <a16:creationId xmlns:a16="http://schemas.microsoft.com/office/drawing/2014/main" id="{63746339-3A82-4E92-8791-1A262FC9595F}"/>
              </a:ext>
            </a:extLst>
          </p:cNvPr>
          <p:cNvSpPr>
            <a:spLocks xmlns:a="http://schemas.openxmlformats.org/drawingml/2006/main" noGrp="1"/>
          </p:cNvSpPr>
          <p:nvPr/>
        </p:nvSpPr>
        <p:spPr>
          <a:xfrm xmlns:a="http://schemas.openxmlformats.org/drawingml/2006/main">
            <a:off x="742950" y="3867150"/>
            <a:ext cx="333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0">
                <a:solidFill>
                  <a:srgbClr val="307FE2"/>
                </a:solidFill>
                <a:latin typeface="Courier New"/>
                <a:ea typeface="Courier New"/>
                <a:cs typeface="Courier New"/>
              </a:defRPr>
            </a:defPPr>
            <a:lvl1pPr algn="l">
              <a:defRPr sz="825" b="0">
                <a:solidFill>
                  <a:srgbClr val="307FE2"/>
                </a:solidFill>
                <a:latin typeface="Courier New"/>
                <a:ea typeface="Courier New"/>
                <a:cs typeface="Courier New"/>
              </a:defRPr>
            </a:lvl1pPr>
            <a:lvl2pPr algn="l">
              <a:defRPr sz="825" b="0">
                <a:solidFill>
                  <a:srgbClr val="307FE2"/>
                </a:solidFill>
                <a:latin typeface="Courier New"/>
                <a:ea typeface="Courier New"/>
                <a:cs typeface="Courier New"/>
              </a:defRPr>
            </a:lvl2pPr>
            <a:lvl3pPr algn="l">
              <a:defRPr sz="825" b="0">
                <a:solidFill>
                  <a:srgbClr val="307FE2"/>
                </a:solidFill>
                <a:latin typeface="Courier New"/>
                <a:ea typeface="Courier New"/>
                <a:cs typeface="Courier New"/>
              </a:defRPr>
            </a:lvl3pPr>
            <a:lvl4pPr algn="l">
              <a:defRPr sz="825" b="0">
                <a:solidFill>
                  <a:srgbClr val="307FE2"/>
                </a:solidFill>
                <a:latin typeface="Courier New"/>
                <a:ea typeface="Courier New"/>
                <a:cs typeface="Courier New"/>
              </a:defRPr>
            </a:lvl4pPr>
            <a:lvl5pPr algn="l">
              <a:defRPr sz="825" b="0">
                <a:solidFill>
                  <a:srgbClr val="307FE2"/>
                </a:solidFill>
                <a:latin typeface="Courier New"/>
                <a:ea typeface="Courier New"/>
                <a:cs typeface="Courier New"/>
              </a:defRPr>
            </a:lvl5pPr>
            <a:lvl6pPr algn="l">
              <a:defRPr sz="825" b="0">
                <a:solidFill>
                  <a:srgbClr val="307FE2"/>
                </a:solidFill>
                <a:latin typeface="Courier New"/>
                <a:ea typeface="Courier New"/>
                <a:cs typeface="Courier New"/>
              </a:defRPr>
            </a:lvl6pPr>
            <a:lvl7pPr algn="l">
              <a:defRPr sz="825" b="0">
                <a:solidFill>
                  <a:srgbClr val="307FE2"/>
                </a:solidFill>
                <a:latin typeface="Courier New"/>
                <a:ea typeface="Courier New"/>
                <a:cs typeface="Courier New"/>
              </a:defRPr>
            </a:lvl7pPr>
            <a:lvl8pPr algn="l">
              <a:defRPr sz="825" b="0">
                <a:solidFill>
                  <a:srgbClr val="307FE2"/>
                </a:solidFill>
                <a:latin typeface="Courier New"/>
                <a:ea typeface="Courier New"/>
                <a:cs typeface="Courier New"/>
              </a:defRPr>
            </a:lvl8pPr>
            <a:lvl9pPr algn="l">
              <a:defRPr sz="825" b="0">
                <a:solidFill>
                  <a:srgbClr val="307FE2"/>
                </a:solidFill>
                <a:latin typeface="Courier New"/>
                <a:ea typeface="Courier New"/>
                <a:cs typeface="Courier New"/>
              </a:defRPr>
            </a:lvl9pPr>
          </a:lstStyle>
          <a:p xmlns:a="http://schemas.openxmlformats.org/drawingml/2006/main">
            <a:pPr algn="l">
              <a:defRPr sz="825" b="0">
                <a:solidFill>
                  <a:srgbClr val="307FE2"/>
                </a:solidFill>
                <a:latin typeface="Courier New"/>
                <a:ea typeface="Courier New"/>
                <a:cs typeface="Courier New"/>
              </a:defRPr>
            </a:pPr>
            <a:r>
              <a:rPr sz="825" b="0">
                <a:solidFill>
                  <a:srgbClr val="307FE2"/>
                </a:solidFill>
                <a:latin typeface="Courier New"/>
                <a:ea typeface="Courier New"/>
                <a:cs typeface="Courier New"/>
              </a:rPr>
              <a:t>05</a:t>
            </a:r>
          </a:p>
        </p:txBody>
      </p:sp>
      <p:sp>
        <p:nvSpPr>
          <p:cNvPr id="29" name="">
            <a:extLst xmlns:a="http://schemas.openxmlformats.org/drawingml/2006/main">
              <a:ext uri="{FF2B5EF4-FFF2-40B4-BE49-F238E27FC236}">
                <a16:creationId xmlns:a16="http://schemas.microsoft.com/office/drawing/2014/main" id="{DFB4762F-B7A2-48C3-AF1F-A39C16363541}"/>
              </a:ext>
            </a:extLst>
          </p:cNvPr>
          <p:cNvSpPr>
            <a:spLocks xmlns:a="http://schemas.openxmlformats.org/drawingml/2006/main" noGrp="1"/>
          </p:cNvSpPr>
          <p:nvPr/>
        </p:nvSpPr>
        <p:spPr>
          <a:xfrm xmlns:a="http://schemas.openxmlformats.org/drawingml/2006/main">
            <a:off x="1162050" y="3848100"/>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0F172A"/>
                </a:solidFill>
                <a:latin typeface="Montserrat"/>
                <a:ea typeface="Montserrat"/>
                <a:cs typeface="Montserrat"/>
              </a:defRPr>
            </a:defPPr>
            <a:lvl1pPr algn="l">
              <a:defRPr sz="1275" b="1">
                <a:solidFill>
                  <a:srgbClr val="0F172A"/>
                </a:solidFill>
                <a:latin typeface="Montserrat"/>
                <a:ea typeface="Montserrat"/>
                <a:cs typeface="Montserrat"/>
              </a:defRPr>
            </a:lvl1pPr>
            <a:lvl2pPr algn="l">
              <a:defRPr sz="1275" b="1">
                <a:solidFill>
                  <a:srgbClr val="0F172A"/>
                </a:solidFill>
                <a:latin typeface="Montserrat"/>
                <a:ea typeface="Montserrat"/>
                <a:cs typeface="Montserrat"/>
              </a:defRPr>
            </a:lvl2pPr>
            <a:lvl3pPr algn="l">
              <a:defRPr sz="1275" b="1">
                <a:solidFill>
                  <a:srgbClr val="0F172A"/>
                </a:solidFill>
                <a:latin typeface="Montserrat"/>
                <a:ea typeface="Montserrat"/>
                <a:cs typeface="Montserrat"/>
              </a:defRPr>
            </a:lvl3pPr>
            <a:lvl4pPr algn="l">
              <a:defRPr sz="1275" b="1">
                <a:solidFill>
                  <a:srgbClr val="0F172A"/>
                </a:solidFill>
                <a:latin typeface="Montserrat"/>
                <a:ea typeface="Montserrat"/>
                <a:cs typeface="Montserrat"/>
              </a:defRPr>
            </a:lvl4pPr>
            <a:lvl5pPr algn="l">
              <a:defRPr sz="1275" b="1">
                <a:solidFill>
                  <a:srgbClr val="0F172A"/>
                </a:solidFill>
                <a:latin typeface="Montserrat"/>
                <a:ea typeface="Montserrat"/>
                <a:cs typeface="Montserrat"/>
              </a:defRPr>
            </a:lvl5pPr>
            <a:lvl6pPr algn="l">
              <a:defRPr sz="1275" b="1">
                <a:solidFill>
                  <a:srgbClr val="0F172A"/>
                </a:solidFill>
                <a:latin typeface="Montserrat"/>
                <a:ea typeface="Montserrat"/>
                <a:cs typeface="Montserrat"/>
              </a:defRPr>
            </a:lvl6pPr>
            <a:lvl7pPr algn="l">
              <a:defRPr sz="1275" b="1">
                <a:solidFill>
                  <a:srgbClr val="0F172A"/>
                </a:solidFill>
                <a:latin typeface="Montserrat"/>
                <a:ea typeface="Montserrat"/>
                <a:cs typeface="Montserrat"/>
              </a:defRPr>
            </a:lvl7pPr>
            <a:lvl8pPr algn="l">
              <a:defRPr sz="1275" b="1">
                <a:solidFill>
                  <a:srgbClr val="0F172A"/>
                </a:solidFill>
                <a:latin typeface="Montserrat"/>
                <a:ea typeface="Montserrat"/>
                <a:cs typeface="Montserrat"/>
              </a:defRPr>
            </a:lvl8pPr>
            <a:lvl9pPr algn="l">
              <a:defRPr sz="1275" b="1">
                <a:solidFill>
                  <a:srgbClr val="0F172A"/>
                </a:solidFill>
                <a:latin typeface="Montserrat"/>
                <a:ea typeface="Montserrat"/>
                <a:cs typeface="Montserrat"/>
              </a:defRPr>
            </a:lvl9pPr>
          </a:lstStyle>
          <a:p xmlns:a="http://schemas.openxmlformats.org/drawingml/2006/main">
            <a:pPr algn="l">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Deploy</a:t>
            </a:r>
          </a:p>
        </p:txBody>
      </p:sp>
      <p:sp>
        <p:nvSpPr>
          <p:cNvPr id="30" name="">
            <a:extLst xmlns:a="http://schemas.openxmlformats.org/drawingml/2006/main">
              <a:ext uri="{FF2B5EF4-FFF2-40B4-BE49-F238E27FC236}">
                <a16:creationId xmlns:a16="http://schemas.microsoft.com/office/drawing/2014/main" id="{62CD2536-70AA-489B-A109-5A5155A39D42}"/>
              </a:ext>
            </a:extLst>
          </p:cNvPr>
          <p:cNvSpPr>
            <a:spLocks xmlns:a="http://schemas.openxmlformats.org/drawingml/2006/main" noGrp="1"/>
          </p:cNvSpPr>
          <p:nvPr/>
        </p:nvSpPr>
        <p:spPr>
          <a:xfrm xmlns:a="http://schemas.openxmlformats.org/drawingml/2006/main">
            <a:off x="2266950" y="38481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1">
                <a:solidFill>
                  <a:srgbClr val="307FE2"/>
                </a:solidFill>
                <a:latin typeface="Courier New"/>
                <a:ea typeface="Courier New"/>
                <a:cs typeface="Courier New"/>
              </a:defRPr>
            </a:defPPr>
            <a:lvl1pPr algn="l">
              <a:defRPr sz="1125" b="1">
                <a:solidFill>
                  <a:srgbClr val="307FE2"/>
                </a:solidFill>
                <a:latin typeface="Courier New"/>
                <a:ea typeface="Courier New"/>
                <a:cs typeface="Courier New"/>
              </a:defRPr>
            </a:lvl1pPr>
            <a:lvl2pPr algn="l">
              <a:defRPr sz="1125" b="1">
                <a:solidFill>
                  <a:srgbClr val="307FE2"/>
                </a:solidFill>
                <a:latin typeface="Courier New"/>
                <a:ea typeface="Courier New"/>
                <a:cs typeface="Courier New"/>
              </a:defRPr>
            </a:lvl2pPr>
            <a:lvl3pPr algn="l">
              <a:defRPr sz="1125" b="1">
                <a:solidFill>
                  <a:srgbClr val="307FE2"/>
                </a:solidFill>
                <a:latin typeface="Courier New"/>
                <a:ea typeface="Courier New"/>
                <a:cs typeface="Courier New"/>
              </a:defRPr>
            </a:lvl3pPr>
            <a:lvl4pPr algn="l">
              <a:defRPr sz="1125" b="1">
                <a:solidFill>
                  <a:srgbClr val="307FE2"/>
                </a:solidFill>
                <a:latin typeface="Courier New"/>
                <a:ea typeface="Courier New"/>
                <a:cs typeface="Courier New"/>
              </a:defRPr>
            </a:lvl4pPr>
            <a:lvl5pPr algn="l">
              <a:defRPr sz="1125" b="1">
                <a:solidFill>
                  <a:srgbClr val="307FE2"/>
                </a:solidFill>
                <a:latin typeface="Courier New"/>
                <a:ea typeface="Courier New"/>
                <a:cs typeface="Courier New"/>
              </a:defRPr>
            </a:lvl5pPr>
            <a:lvl6pPr algn="l">
              <a:defRPr sz="1125" b="1">
                <a:solidFill>
                  <a:srgbClr val="307FE2"/>
                </a:solidFill>
                <a:latin typeface="Courier New"/>
                <a:ea typeface="Courier New"/>
                <a:cs typeface="Courier New"/>
              </a:defRPr>
            </a:lvl6pPr>
            <a:lvl7pPr algn="l">
              <a:defRPr sz="1125" b="1">
                <a:solidFill>
                  <a:srgbClr val="307FE2"/>
                </a:solidFill>
                <a:latin typeface="Courier New"/>
                <a:ea typeface="Courier New"/>
                <a:cs typeface="Courier New"/>
              </a:defRPr>
            </a:lvl7pPr>
            <a:lvl8pPr algn="l">
              <a:defRPr sz="1125" b="1">
                <a:solidFill>
                  <a:srgbClr val="307FE2"/>
                </a:solidFill>
                <a:latin typeface="Courier New"/>
                <a:ea typeface="Courier New"/>
                <a:cs typeface="Courier New"/>
              </a:defRPr>
            </a:lvl8pPr>
            <a:lvl9pPr algn="l">
              <a:defRPr sz="1125" b="1">
                <a:solidFill>
                  <a:srgbClr val="307FE2"/>
                </a:solidFill>
                <a:latin typeface="Courier New"/>
                <a:ea typeface="Courier New"/>
                <a:cs typeface="Courier New"/>
              </a:defRPr>
            </a:lvl9pPr>
          </a:lstStyle>
          <a:p xmlns:a="http://schemas.openxmlformats.org/drawingml/2006/main">
            <a:pPr algn="l">
              <a:defRPr sz="1125" b="1">
                <a:solidFill>
                  <a:srgbClr val="307FE2"/>
                </a:solidFill>
                <a:latin typeface="Courier New"/>
                <a:ea typeface="Courier New"/>
                <a:cs typeface="Courier New"/>
              </a:defRPr>
            </a:pPr>
            <a:r>
              <a:rPr sz="1125" b="1">
                <a:solidFill>
                  <a:srgbClr val="307FE2"/>
                </a:solidFill>
                <a:latin typeface="Courier New"/>
                <a:ea typeface="Courier New"/>
                <a:cs typeface="Courier New"/>
              </a:rPr>
              <a:t>pull request + notes</a:t>
            </a:r>
          </a:p>
        </p:txBody>
      </p:sp>
      <p:sp>
        <p:nvSpPr>
          <p:cNvPr id="31" name="">
            <a:extLst xmlns:a="http://schemas.openxmlformats.org/drawingml/2006/main">
              <a:ext uri="{FF2B5EF4-FFF2-40B4-BE49-F238E27FC236}">
                <a16:creationId xmlns:a16="http://schemas.microsoft.com/office/drawing/2014/main" id="{B44A2415-46EB-4B91-95A4-017BE3393466}"/>
              </a:ext>
            </a:extLst>
          </p:cNvPr>
          <p:cNvSpPr>
            <a:spLocks xmlns:a="http://schemas.openxmlformats.org/drawingml/2006/main" noGrp="1"/>
          </p:cNvSpPr>
          <p:nvPr/>
        </p:nvSpPr>
        <p:spPr>
          <a:xfrm xmlns:a="http://schemas.openxmlformats.org/drawingml/2006/main">
            <a:off x="1162050" y="419100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0">
                <a:solidFill>
                  <a:srgbClr val="475569"/>
                </a:solidFill>
                <a:latin typeface="Montserrat"/>
                <a:ea typeface="Montserrat"/>
                <a:cs typeface="Montserrat"/>
              </a:defRPr>
            </a:defPPr>
            <a:lvl1pPr algn="l">
              <a:defRPr sz="1050" b="0">
                <a:solidFill>
                  <a:srgbClr val="475569"/>
                </a:solidFill>
                <a:latin typeface="Montserrat"/>
                <a:ea typeface="Montserrat"/>
                <a:cs typeface="Montserrat"/>
              </a:defRPr>
            </a:lvl1pPr>
            <a:lvl2pPr algn="l">
              <a:defRPr sz="1050" b="0">
                <a:solidFill>
                  <a:srgbClr val="475569"/>
                </a:solidFill>
                <a:latin typeface="Montserrat"/>
                <a:ea typeface="Montserrat"/>
                <a:cs typeface="Montserrat"/>
              </a:defRPr>
            </a:lvl2pPr>
            <a:lvl3pPr algn="l">
              <a:defRPr sz="1050" b="0">
                <a:solidFill>
                  <a:srgbClr val="475569"/>
                </a:solidFill>
                <a:latin typeface="Montserrat"/>
                <a:ea typeface="Montserrat"/>
                <a:cs typeface="Montserrat"/>
              </a:defRPr>
            </a:lvl3pPr>
            <a:lvl4pPr algn="l">
              <a:defRPr sz="1050" b="0">
                <a:solidFill>
                  <a:srgbClr val="475569"/>
                </a:solidFill>
                <a:latin typeface="Montserrat"/>
                <a:ea typeface="Montserrat"/>
                <a:cs typeface="Montserrat"/>
              </a:defRPr>
            </a:lvl4pPr>
            <a:lvl5pPr algn="l">
              <a:defRPr sz="1050" b="0">
                <a:solidFill>
                  <a:srgbClr val="475569"/>
                </a:solidFill>
                <a:latin typeface="Montserrat"/>
                <a:ea typeface="Montserrat"/>
                <a:cs typeface="Montserrat"/>
              </a:defRPr>
            </a:lvl5pPr>
            <a:lvl6pPr algn="l">
              <a:defRPr sz="1050" b="0">
                <a:solidFill>
                  <a:srgbClr val="475569"/>
                </a:solidFill>
                <a:latin typeface="Montserrat"/>
                <a:ea typeface="Montserrat"/>
                <a:cs typeface="Montserrat"/>
              </a:defRPr>
            </a:lvl6pPr>
            <a:lvl7pPr algn="l">
              <a:defRPr sz="1050" b="0">
                <a:solidFill>
                  <a:srgbClr val="475569"/>
                </a:solidFill>
                <a:latin typeface="Montserrat"/>
                <a:ea typeface="Montserrat"/>
                <a:cs typeface="Montserrat"/>
              </a:defRPr>
            </a:lvl7pPr>
            <a:lvl8pPr algn="l">
              <a:defRPr sz="1050" b="0">
                <a:solidFill>
                  <a:srgbClr val="475569"/>
                </a:solidFill>
                <a:latin typeface="Montserrat"/>
                <a:ea typeface="Montserrat"/>
                <a:cs typeface="Montserrat"/>
              </a:defRPr>
            </a:lvl8pPr>
            <a:lvl9pPr algn="l">
              <a:defRPr sz="1050" b="0">
                <a:solidFill>
                  <a:srgbClr val="475569"/>
                </a:solidFill>
                <a:latin typeface="Montserrat"/>
                <a:ea typeface="Montserrat"/>
                <a:cs typeface="Montserrat"/>
              </a:defRPr>
            </a:lvl9pPr>
          </a:lstStyle>
          <a:p xmlns:a="http://schemas.openxmlformats.org/drawingml/2006/main">
            <a:pPr algn="l">
              <a:defRPr sz="1050" b="0">
                <a:solidFill>
                  <a:srgbClr val="475569"/>
                </a:solidFill>
                <a:latin typeface="Montserrat"/>
                <a:ea typeface="Montserrat"/>
                <a:cs typeface="Montserrat"/>
              </a:defRPr>
            </a:pPr>
            <a:r>
              <a:rPr sz="1050" b="0">
                <a:solidFill>
                  <a:srgbClr val="475569"/>
                </a:solidFill>
                <a:latin typeface="Montserrat"/>
                <a:ea typeface="Montserrat"/>
                <a:cs typeface="Montserrat"/>
              </a:rPr>
              <a:t>The reviewed release record.</a:t>
            </a:r>
          </a:p>
        </p:txBody>
      </p:sp>
      <p:sp>
        <p:nvSpPr>
          <p:cNvPr id="32" name="">
            <a:extLst xmlns:a="http://schemas.openxmlformats.org/drawingml/2006/main">
              <a:ext uri="{FF2B5EF4-FFF2-40B4-BE49-F238E27FC236}">
                <a16:creationId xmlns:a16="http://schemas.microsoft.com/office/drawing/2014/main" id="{1C0C2FD3-49E7-4A2E-B64D-6F0D6122208E}"/>
              </a:ext>
            </a:extLst>
          </p:cNvPr>
          <p:cNvSpPr>
            <a:spLocks xmlns:a="http://schemas.openxmlformats.org/drawingml/2006/main" noGrp="1"/>
          </p:cNvSpPr>
          <p:nvPr/>
        </p:nvSpPr>
        <p:spPr>
          <a:xfrm xmlns:a="http://schemas.openxmlformats.org/drawingml/2006/main">
            <a:off x="6096000" y="3867150"/>
            <a:ext cx="333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0">
                <a:solidFill>
                  <a:srgbClr val="307FE2"/>
                </a:solidFill>
                <a:latin typeface="Courier New"/>
                <a:ea typeface="Courier New"/>
                <a:cs typeface="Courier New"/>
              </a:defRPr>
            </a:defPPr>
            <a:lvl1pPr algn="l">
              <a:defRPr sz="825" b="0">
                <a:solidFill>
                  <a:srgbClr val="307FE2"/>
                </a:solidFill>
                <a:latin typeface="Courier New"/>
                <a:ea typeface="Courier New"/>
                <a:cs typeface="Courier New"/>
              </a:defRPr>
            </a:lvl1pPr>
            <a:lvl2pPr algn="l">
              <a:defRPr sz="825" b="0">
                <a:solidFill>
                  <a:srgbClr val="307FE2"/>
                </a:solidFill>
                <a:latin typeface="Courier New"/>
                <a:ea typeface="Courier New"/>
                <a:cs typeface="Courier New"/>
              </a:defRPr>
            </a:lvl2pPr>
            <a:lvl3pPr algn="l">
              <a:defRPr sz="825" b="0">
                <a:solidFill>
                  <a:srgbClr val="307FE2"/>
                </a:solidFill>
                <a:latin typeface="Courier New"/>
                <a:ea typeface="Courier New"/>
                <a:cs typeface="Courier New"/>
              </a:defRPr>
            </a:lvl3pPr>
            <a:lvl4pPr algn="l">
              <a:defRPr sz="825" b="0">
                <a:solidFill>
                  <a:srgbClr val="307FE2"/>
                </a:solidFill>
                <a:latin typeface="Courier New"/>
                <a:ea typeface="Courier New"/>
                <a:cs typeface="Courier New"/>
              </a:defRPr>
            </a:lvl4pPr>
            <a:lvl5pPr algn="l">
              <a:defRPr sz="825" b="0">
                <a:solidFill>
                  <a:srgbClr val="307FE2"/>
                </a:solidFill>
                <a:latin typeface="Courier New"/>
                <a:ea typeface="Courier New"/>
                <a:cs typeface="Courier New"/>
              </a:defRPr>
            </a:lvl5pPr>
            <a:lvl6pPr algn="l">
              <a:defRPr sz="825" b="0">
                <a:solidFill>
                  <a:srgbClr val="307FE2"/>
                </a:solidFill>
                <a:latin typeface="Courier New"/>
                <a:ea typeface="Courier New"/>
                <a:cs typeface="Courier New"/>
              </a:defRPr>
            </a:lvl6pPr>
            <a:lvl7pPr algn="l">
              <a:defRPr sz="825" b="0">
                <a:solidFill>
                  <a:srgbClr val="307FE2"/>
                </a:solidFill>
                <a:latin typeface="Courier New"/>
                <a:ea typeface="Courier New"/>
                <a:cs typeface="Courier New"/>
              </a:defRPr>
            </a:lvl7pPr>
            <a:lvl8pPr algn="l">
              <a:defRPr sz="825" b="0">
                <a:solidFill>
                  <a:srgbClr val="307FE2"/>
                </a:solidFill>
                <a:latin typeface="Courier New"/>
                <a:ea typeface="Courier New"/>
                <a:cs typeface="Courier New"/>
              </a:defRPr>
            </a:lvl8pPr>
            <a:lvl9pPr algn="l">
              <a:defRPr sz="825" b="0">
                <a:solidFill>
                  <a:srgbClr val="307FE2"/>
                </a:solidFill>
                <a:latin typeface="Courier New"/>
                <a:ea typeface="Courier New"/>
                <a:cs typeface="Courier New"/>
              </a:defRPr>
            </a:lvl9pPr>
          </a:lstStyle>
          <a:p xmlns:a="http://schemas.openxmlformats.org/drawingml/2006/main">
            <a:pPr algn="l">
              <a:defRPr sz="825" b="0">
                <a:solidFill>
                  <a:srgbClr val="307FE2"/>
                </a:solidFill>
                <a:latin typeface="Courier New"/>
                <a:ea typeface="Courier New"/>
                <a:cs typeface="Courier New"/>
              </a:defRPr>
            </a:pPr>
            <a:r>
              <a:rPr sz="825" b="0">
                <a:solidFill>
                  <a:srgbClr val="307FE2"/>
                </a:solidFill>
                <a:latin typeface="Courier New"/>
                <a:ea typeface="Courier New"/>
                <a:cs typeface="Courier New"/>
              </a:rPr>
              <a:t>06</a:t>
            </a:r>
          </a:p>
        </p:txBody>
      </p:sp>
      <p:sp>
        <p:nvSpPr>
          <p:cNvPr id="33" name="">
            <a:extLst xmlns:a="http://schemas.openxmlformats.org/drawingml/2006/main">
              <a:ext uri="{FF2B5EF4-FFF2-40B4-BE49-F238E27FC236}">
                <a16:creationId xmlns:a16="http://schemas.microsoft.com/office/drawing/2014/main" id="{7223D952-4197-4E59-8FDC-F4C944D16624}"/>
              </a:ext>
            </a:extLst>
          </p:cNvPr>
          <p:cNvSpPr>
            <a:spLocks xmlns:a="http://schemas.openxmlformats.org/drawingml/2006/main" noGrp="1"/>
          </p:cNvSpPr>
          <p:nvPr/>
        </p:nvSpPr>
        <p:spPr>
          <a:xfrm xmlns:a="http://schemas.openxmlformats.org/drawingml/2006/main">
            <a:off x="6515100" y="3848100"/>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0F172A"/>
                </a:solidFill>
                <a:latin typeface="Montserrat"/>
                <a:ea typeface="Montserrat"/>
                <a:cs typeface="Montserrat"/>
              </a:defRPr>
            </a:defPPr>
            <a:lvl1pPr algn="l">
              <a:defRPr sz="1275" b="1">
                <a:solidFill>
                  <a:srgbClr val="0F172A"/>
                </a:solidFill>
                <a:latin typeface="Montserrat"/>
                <a:ea typeface="Montserrat"/>
                <a:cs typeface="Montserrat"/>
              </a:defRPr>
            </a:lvl1pPr>
            <a:lvl2pPr algn="l">
              <a:defRPr sz="1275" b="1">
                <a:solidFill>
                  <a:srgbClr val="0F172A"/>
                </a:solidFill>
                <a:latin typeface="Montserrat"/>
                <a:ea typeface="Montserrat"/>
                <a:cs typeface="Montserrat"/>
              </a:defRPr>
            </a:lvl2pPr>
            <a:lvl3pPr algn="l">
              <a:defRPr sz="1275" b="1">
                <a:solidFill>
                  <a:srgbClr val="0F172A"/>
                </a:solidFill>
                <a:latin typeface="Montserrat"/>
                <a:ea typeface="Montserrat"/>
                <a:cs typeface="Montserrat"/>
              </a:defRPr>
            </a:lvl3pPr>
            <a:lvl4pPr algn="l">
              <a:defRPr sz="1275" b="1">
                <a:solidFill>
                  <a:srgbClr val="0F172A"/>
                </a:solidFill>
                <a:latin typeface="Montserrat"/>
                <a:ea typeface="Montserrat"/>
                <a:cs typeface="Montserrat"/>
              </a:defRPr>
            </a:lvl4pPr>
            <a:lvl5pPr algn="l">
              <a:defRPr sz="1275" b="1">
                <a:solidFill>
                  <a:srgbClr val="0F172A"/>
                </a:solidFill>
                <a:latin typeface="Montserrat"/>
                <a:ea typeface="Montserrat"/>
                <a:cs typeface="Montserrat"/>
              </a:defRPr>
            </a:lvl5pPr>
            <a:lvl6pPr algn="l">
              <a:defRPr sz="1275" b="1">
                <a:solidFill>
                  <a:srgbClr val="0F172A"/>
                </a:solidFill>
                <a:latin typeface="Montserrat"/>
                <a:ea typeface="Montserrat"/>
                <a:cs typeface="Montserrat"/>
              </a:defRPr>
            </a:lvl6pPr>
            <a:lvl7pPr algn="l">
              <a:defRPr sz="1275" b="1">
                <a:solidFill>
                  <a:srgbClr val="0F172A"/>
                </a:solidFill>
                <a:latin typeface="Montserrat"/>
                <a:ea typeface="Montserrat"/>
                <a:cs typeface="Montserrat"/>
              </a:defRPr>
            </a:lvl7pPr>
            <a:lvl8pPr algn="l">
              <a:defRPr sz="1275" b="1">
                <a:solidFill>
                  <a:srgbClr val="0F172A"/>
                </a:solidFill>
                <a:latin typeface="Montserrat"/>
                <a:ea typeface="Montserrat"/>
                <a:cs typeface="Montserrat"/>
              </a:defRPr>
            </a:lvl8pPr>
            <a:lvl9pPr algn="l">
              <a:defRPr sz="1275" b="1">
                <a:solidFill>
                  <a:srgbClr val="0F172A"/>
                </a:solidFill>
                <a:latin typeface="Montserrat"/>
                <a:ea typeface="Montserrat"/>
                <a:cs typeface="Montserrat"/>
              </a:defRPr>
            </a:lvl9pPr>
          </a:lstStyle>
          <a:p xmlns:a="http://schemas.openxmlformats.org/drawingml/2006/main">
            <a:pPr algn="l">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Maintain</a:t>
            </a:r>
          </a:p>
        </p:txBody>
      </p:sp>
      <p:sp>
        <p:nvSpPr>
          <p:cNvPr id="34" name="">
            <a:extLst xmlns:a="http://schemas.openxmlformats.org/drawingml/2006/main">
              <a:ext uri="{FF2B5EF4-FFF2-40B4-BE49-F238E27FC236}">
                <a16:creationId xmlns:a16="http://schemas.microsoft.com/office/drawing/2014/main" id="{55B11100-B4D8-40A5-9774-A4B940418F8B}"/>
              </a:ext>
            </a:extLst>
          </p:cNvPr>
          <p:cNvSpPr>
            <a:spLocks xmlns:a="http://schemas.openxmlformats.org/drawingml/2006/main" noGrp="1"/>
          </p:cNvSpPr>
          <p:nvPr/>
        </p:nvSpPr>
        <p:spPr>
          <a:xfrm xmlns:a="http://schemas.openxmlformats.org/drawingml/2006/main">
            <a:off x="7620000" y="38481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1">
                <a:solidFill>
                  <a:srgbClr val="307FE2"/>
                </a:solidFill>
                <a:latin typeface="Courier New"/>
                <a:ea typeface="Courier New"/>
                <a:cs typeface="Courier New"/>
              </a:defRPr>
            </a:defPPr>
            <a:lvl1pPr algn="l">
              <a:defRPr sz="1125" b="1">
                <a:solidFill>
                  <a:srgbClr val="307FE2"/>
                </a:solidFill>
                <a:latin typeface="Courier New"/>
                <a:ea typeface="Courier New"/>
                <a:cs typeface="Courier New"/>
              </a:defRPr>
            </a:lvl1pPr>
            <a:lvl2pPr algn="l">
              <a:defRPr sz="1125" b="1">
                <a:solidFill>
                  <a:srgbClr val="307FE2"/>
                </a:solidFill>
                <a:latin typeface="Courier New"/>
                <a:ea typeface="Courier New"/>
                <a:cs typeface="Courier New"/>
              </a:defRPr>
            </a:lvl2pPr>
            <a:lvl3pPr algn="l">
              <a:defRPr sz="1125" b="1">
                <a:solidFill>
                  <a:srgbClr val="307FE2"/>
                </a:solidFill>
                <a:latin typeface="Courier New"/>
                <a:ea typeface="Courier New"/>
                <a:cs typeface="Courier New"/>
              </a:defRPr>
            </a:lvl3pPr>
            <a:lvl4pPr algn="l">
              <a:defRPr sz="1125" b="1">
                <a:solidFill>
                  <a:srgbClr val="307FE2"/>
                </a:solidFill>
                <a:latin typeface="Courier New"/>
                <a:ea typeface="Courier New"/>
                <a:cs typeface="Courier New"/>
              </a:defRPr>
            </a:lvl4pPr>
            <a:lvl5pPr algn="l">
              <a:defRPr sz="1125" b="1">
                <a:solidFill>
                  <a:srgbClr val="307FE2"/>
                </a:solidFill>
                <a:latin typeface="Courier New"/>
                <a:ea typeface="Courier New"/>
                <a:cs typeface="Courier New"/>
              </a:defRPr>
            </a:lvl5pPr>
            <a:lvl6pPr algn="l">
              <a:defRPr sz="1125" b="1">
                <a:solidFill>
                  <a:srgbClr val="307FE2"/>
                </a:solidFill>
                <a:latin typeface="Courier New"/>
                <a:ea typeface="Courier New"/>
                <a:cs typeface="Courier New"/>
              </a:defRPr>
            </a:lvl6pPr>
            <a:lvl7pPr algn="l">
              <a:defRPr sz="1125" b="1">
                <a:solidFill>
                  <a:srgbClr val="307FE2"/>
                </a:solidFill>
                <a:latin typeface="Courier New"/>
                <a:ea typeface="Courier New"/>
                <a:cs typeface="Courier New"/>
              </a:defRPr>
            </a:lvl7pPr>
            <a:lvl8pPr algn="l">
              <a:defRPr sz="1125" b="1">
                <a:solidFill>
                  <a:srgbClr val="307FE2"/>
                </a:solidFill>
                <a:latin typeface="Courier New"/>
                <a:ea typeface="Courier New"/>
                <a:cs typeface="Courier New"/>
              </a:defRPr>
            </a:lvl8pPr>
            <a:lvl9pPr algn="l">
              <a:defRPr sz="1125" b="1">
                <a:solidFill>
                  <a:srgbClr val="307FE2"/>
                </a:solidFill>
                <a:latin typeface="Courier New"/>
                <a:ea typeface="Courier New"/>
                <a:cs typeface="Courier New"/>
              </a:defRPr>
            </a:lvl9pPr>
          </a:lstStyle>
          <a:p xmlns:a="http://schemas.openxmlformats.org/drawingml/2006/main">
            <a:pPr algn="l">
              <a:defRPr sz="1125" b="1">
                <a:solidFill>
                  <a:srgbClr val="307FE2"/>
                </a:solidFill>
                <a:latin typeface="Courier New"/>
                <a:ea typeface="Courier New"/>
                <a:cs typeface="Courier New"/>
              </a:defRPr>
            </a:pPr>
            <a:r>
              <a:rPr sz="1125" b="1">
                <a:solidFill>
                  <a:srgbClr val="307FE2"/>
                </a:solidFill>
                <a:latin typeface="Courier New"/>
                <a:ea typeface="Courier New"/>
                <a:cs typeface="Courier New"/>
              </a:rPr>
              <a:t>incident record</a:t>
            </a:r>
          </a:p>
        </p:txBody>
      </p:sp>
      <p:sp>
        <p:nvSpPr>
          <p:cNvPr id="35" name="">
            <a:extLst xmlns:a="http://schemas.openxmlformats.org/drawingml/2006/main">
              <a:ext uri="{FF2B5EF4-FFF2-40B4-BE49-F238E27FC236}">
                <a16:creationId xmlns:a16="http://schemas.microsoft.com/office/drawing/2014/main" id="{5223476B-FF05-48B6-8C5F-E494486696F6}"/>
              </a:ext>
            </a:extLst>
          </p:cNvPr>
          <p:cNvSpPr>
            <a:spLocks xmlns:a="http://schemas.openxmlformats.org/drawingml/2006/main" noGrp="1"/>
          </p:cNvSpPr>
          <p:nvPr/>
        </p:nvSpPr>
        <p:spPr>
          <a:xfrm xmlns:a="http://schemas.openxmlformats.org/drawingml/2006/main">
            <a:off x="6515100" y="419100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0">
                <a:solidFill>
                  <a:srgbClr val="475569"/>
                </a:solidFill>
                <a:latin typeface="Montserrat"/>
                <a:ea typeface="Montserrat"/>
                <a:cs typeface="Montserrat"/>
              </a:defRPr>
            </a:defPPr>
            <a:lvl1pPr algn="l">
              <a:defRPr sz="1050" b="0">
                <a:solidFill>
                  <a:srgbClr val="475569"/>
                </a:solidFill>
                <a:latin typeface="Montserrat"/>
                <a:ea typeface="Montserrat"/>
                <a:cs typeface="Montserrat"/>
              </a:defRPr>
            </a:lvl1pPr>
            <a:lvl2pPr algn="l">
              <a:defRPr sz="1050" b="0">
                <a:solidFill>
                  <a:srgbClr val="475569"/>
                </a:solidFill>
                <a:latin typeface="Montserrat"/>
                <a:ea typeface="Montserrat"/>
                <a:cs typeface="Montserrat"/>
              </a:defRPr>
            </a:lvl2pPr>
            <a:lvl3pPr algn="l">
              <a:defRPr sz="1050" b="0">
                <a:solidFill>
                  <a:srgbClr val="475569"/>
                </a:solidFill>
                <a:latin typeface="Montserrat"/>
                <a:ea typeface="Montserrat"/>
                <a:cs typeface="Montserrat"/>
              </a:defRPr>
            </a:lvl3pPr>
            <a:lvl4pPr algn="l">
              <a:defRPr sz="1050" b="0">
                <a:solidFill>
                  <a:srgbClr val="475569"/>
                </a:solidFill>
                <a:latin typeface="Montserrat"/>
                <a:ea typeface="Montserrat"/>
                <a:cs typeface="Montserrat"/>
              </a:defRPr>
            </a:lvl4pPr>
            <a:lvl5pPr algn="l">
              <a:defRPr sz="1050" b="0">
                <a:solidFill>
                  <a:srgbClr val="475569"/>
                </a:solidFill>
                <a:latin typeface="Montserrat"/>
                <a:ea typeface="Montserrat"/>
                <a:cs typeface="Montserrat"/>
              </a:defRPr>
            </a:lvl5pPr>
            <a:lvl6pPr algn="l">
              <a:defRPr sz="1050" b="0">
                <a:solidFill>
                  <a:srgbClr val="475569"/>
                </a:solidFill>
                <a:latin typeface="Montserrat"/>
                <a:ea typeface="Montserrat"/>
                <a:cs typeface="Montserrat"/>
              </a:defRPr>
            </a:lvl6pPr>
            <a:lvl7pPr algn="l">
              <a:defRPr sz="1050" b="0">
                <a:solidFill>
                  <a:srgbClr val="475569"/>
                </a:solidFill>
                <a:latin typeface="Montserrat"/>
                <a:ea typeface="Montserrat"/>
                <a:cs typeface="Montserrat"/>
              </a:defRPr>
            </a:lvl7pPr>
            <a:lvl8pPr algn="l">
              <a:defRPr sz="1050" b="0">
                <a:solidFill>
                  <a:srgbClr val="475569"/>
                </a:solidFill>
                <a:latin typeface="Montserrat"/>
                <a:ea typeface="Montserrat"/>
                <a:cs typeface="Montserrat"/>
              </a:defRPr>
            </a:lvl8pPr>
            <a:lvl9pPr algn="l">
              <a:defRPr sz="1050" b="0">
                <a:solidFill>
                  <a:srgbClr val="475569"/>
                </a:solidFill>
                <a:latin typeface="Montserrat"/>
                <a:ea typeface="Montserrat"/>
                <a:cs typeface="Montserrat"/>
              </a:defRPr>
            </a:lvl9pPr>
          </a:lstStyle>
          <a:p xmlns:a="http://schemas.openxmlformats.org/drawingml/2006/main">
            <a:pPr algn="l">
              <a:defRPr sz="1050" b="0">
                <a:solidFill>
                  <a:srgbClr val="475569"/>
                </a:solidFill>
                <a:latin typeface="Montserrat"/>
                <a:ea typeface="Montserrat"/>
                <a:cs typeface="Montserrat"/>
              </a:defRPr>
            </a:pPr>
            <a:r>
              <a:rPr sz="1050" b="0">
                <a:solidFill>
                  <a:srgbClr val="475569"/>
                </a:solidFill>
                <a:latin typeface="Montserrat"/>
                <a:ea typeface="Montserrat"/>
                <a:cs typeface="Montserrat"/>
              </a:rPr>
              <a:t>What happened and what starts next.</a:t>
            </a:r>
          </a:p>
        </p:txBody>
      </p:sp>
      <p:sp>
        <p:nvSpPr>
          <p:cNvPr id="36" name="">
            <a:extLst xmlns:a="http://schemas.openxmlformats.org/drawingml/2006/main">
              <a:ext uri="{FF2B5EF4-FFF2-40B4-BE49-F238E27FC236}">
                <a16:creationId xmlns:a16="http://schemas.microsoft.com/office/drawing/2014/main" id="{8B1CA65F-C202-49AF-8B5C-B70AD09E62DB}"/>
              </a:ext>
            </a:extLst>
          </p:cNvPr>
          <p:cNvSpPr>
            <a:spLocks xmlns:a="http://schemas.openxmlformats.org/drawingml/2006/main" noGrp="1"/>
          </p:cNvSpPr>
          <p:nvPr/>
        </p:nvSpPr>
        <p:spPr>
          <a:xfrm xmlns:a="http://schemas.openxmlformats.org/drawingml/2006/main">
            <a:off x="647700" y="480060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37" name="">
            <a:extLst xmlns:a="http://schemas.openxmlformats.org/drawingml/2006/main">
              <a:ext uri="{FF2B5EF4-FFF2-40B4-BE49-F238E27FC236}">
                <a16:creationId xmlns:a16="http://schemas.microsoft.com/office/drawing/2014/main" id="{1855D0DC-7C50-42CA-A049-E60C86A14762}"/>
              </a:ext>
            </a:extLst>
          </p:cNvPr>
          <p:cNvSpPr>
            <a:spLocks xmlns:a="http://schemas.openxmlformats.org/drawingml/2006/main" noGrp="1"/>
          </p:cNvSpPr>
          <p:nvPr/>
        </p:nvSpPr>
        <p:spPr>
          <a:xfrm xmlns:a="http://schemas.openxmlformats.org/drawingml/2006/main">
            <a:off x="742950" y="504825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Maintenance can write the next intent.md. The loop begins again.</a:t>
            </a:r>
          </a:p>
        </p:txBody>
      </p:sp>
    </p:spTree>
    <p:extLst>
      <p:ext uri="{BB962C8B-B14F-4D97-AF65-F5344CB8AC3E}">
        <p14:creationId xmlns:p14="http://schemas.microsoft.com/office/powerpoint/2010/main" val="40950602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64F8E16B-BE49-4E6B-92BA-0A9F9C22CD2B}"/>
              </a:ext>
            </a:extLst>
          </p:cNvPr>
          <p:cNvPicPr>
            <a:picLocks xmlns:a="http://schemas.openxmlformats.org/drawingml/2006/main" noChangeAspect="1"/>
          </p:cNvPicPr>
          <p:nvPr/>
        </p:nvPicPr>
        <p:blipFill>
          <a:blip xmlns:r="http://schemas.openxmlformats.org/officeDocument/2006/relationships" xmlns:a="http://schemas.openxmlformats.org/drawingml/2006/main" r:embed="R43e959adfb8c40eb"/>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B44BE79A-FD71-4892-BE84-CCD16F4E910B}"/>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16 / 63</a:t>
            </a:r>
            <a:endParaRPr sz="900"/>
          </a:p>
        </p:txBody>
      </p:sp>
      <p:sp>
        <p:nvSpPr>
          <p:cNvPr id="4" name="">
            <a:extLst xmlns:a="http://schemas.openxmlformats.org/drawingml/2006/main">
              <a:ext uri="{FF2B5EF4-FFF2-40B4-BE49-F238E27FC236}">
                <a16:creationId xmlns:a16="http://schemas.microsoft.com/office/drawing/2014/main" id="{838DCD3C-BB6E-445F-A884-CF0BEBA53AB4}"/>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307FE2"/>
                </a:solidFill>
                <a:latin typeface="Montserrat"/>
                <a:ea typeface="Montserrat"/>
                <a:cs typeface="Montserrat"/>
              </a:defRPr>
            </a:defPPr>
            <a:lvl1pPr algn="l">
              <a:defRPr sz="1050" b="1">
                <a:solidFill>
                  <a:srgbClr val="307FE2"/>
                </a:solidFill>
                <a:latin typeface="Montserrat"/>
                <a:ea typeface="Montserrat"/>
                <a:cs typeface="Montserrat"/>
              </a:defRPr>
            </a:lvl1pPr>
            <a:lvl2pPr algn="l">
              <a:defRPr sz="1050" b="1">
                <a:solidFill>
                  <a:srgbClr val="307FE2"/>
                </a:solidFill>
                <a:latin typeface="Montserrat"/>
                <a:ea typeface="Montserrat"/>
                <a:cs typeface="Montserrat"/>
              </a:defRPr>
            </a:lvl2pPr>
            <a:lvl3pPr algn="l">
              <a:defRPr sz="1050" b="1">
                <a:solidFill>
                  <a:srgbClr val="307FE2"/>
                </a:solidFill>
                <a:latin typeface="Montserrat"/>
                <a:ea typeface="Montserrat"/>
                <a:cs typeface="Montserrat"/>
              </a:defRPr>
            </a:lvl3pPr>
            <a:lvl4pPr algn="l">
              <a:defRPr sz="1050" b="1">
                <a:solidFill>
                  <a:srgbClr val="307FE2"/>
                </a:solidFill>
                <a:latin typeface="Montserrat"/>
                <a:ea typeface="Montserrat"/>
                <a:cs typeface="Montserrat"/>
              </a:defRPr>
            </a:lvl4pPr>
            <a:lvl5pPr algn="l">
              <a:defRPr sz="1050" b="1">
                <a:solidFill>
                  <a:srgbClr val="307FE2"/>
                </a:solidFill>
                <a:latin typeface="Montserrat"/>
                <a:ea typeface="Montserrat"/>
                <a:cs typeface="Montserrat"/>
              </a:defRPr>
            </a:lvl5pPr>
            <a:lvl6pPr algn="l">
              <a:defRPr sz="1050" b="1">
                <a:solidFill>
                  <a:srgbClr val="307FE2"/>
                </a:solidFill>
                <a:latin typeface="Montserrat"/>
                <a:ea typeface="Montserrat"/>
                <a:cs typeface="Montserrat"/>
              </a:defRPr>
            </a:lvl6pPr>
            <a:lvl7pPr algn="l">
              <a:defRPr sz="1050" b="1">
                <a:solidFill>
                  <a:srgbClr val="307FE2"/>
                </a:solidFill>
                <a:latin typeface="Montserrat"/>
                <a:ea typeface="Montserrat"/>
                <a:cs typeface="Montserrat"/>
              </a:defRPr>
            </a:lvl7pPr>
            <a:lvl8pPr algn="l">
              <a:defRPr sz="1050" b="1">
                <a:solidFill>
                  <a:srgbClr val="307FE2"/>
                </a:solidFill>
                <a:latin typeface="Montserrat"/>
                <a:ea typeface="Montserrat"/>
                <a:cs typeface="Montserrat"/>
              </a:defRPr>
            </a:lvl8pPr>
            <a:lvl9pPr algn="l">
              <a:defRPr sz="1050" b="1">
                <a:solidFill>
                  <a:srgbClr val="307FE2"/>
                </a:solidFill>
                <a:latin typeface="Montserrat"/>
                <a:ea typeface="Montserrat"/>
                <a:cs typeface="Montserrat"/>
              </a:defRPr>
            </a:lvl9pPr>
          </a:lstStyle>
          <a:p xmlns:a="http://schemas.openxmlformats.org/drawingml/2006/main">
            <a:pPr algn="l">
              <a:defRPr sz="1050" b="1">
                <a:solidFill>
                  <a:srgbClr val="307FE2"/>
                </a:solidFill>
                <a:latin typeface="Montserrat"/>
                <a:ea typeface="Montserrat"/>
                <a:cs typeface="Montserrat"/>
              </a:defRPr>
            </a:pPr>
            <a:r>
              <a:rPr sz="1050" b="1">
                <a:solidFill>
                  <a:srgbClr val="307FE2"/>
                </a:solidFill>
                <a:latin typeface="Montserrat"/>
                <a:ea typeface="Montserrat"/>
                <a:cs typeface="Montserrat"/>
              </a:rPr>
              <a:t>// BEFORE WE BUILD · VIBE CODING</a:t>
            </a:r>
          </a:p>
        </p:txBody>
      </p:sp>
      <p:sp>
        <p:nvSpPr>
          <p:cNvPr id="5" name="">
            <a:extLst xmlns:a="http://schemas.openxmlformats.org/drawingml/2006/main">
              <a:ext uri="{FF2B5EF4-FFF2-40B4-BE49-F238E27FC236}">
                <a16:creationId xmlns:a16="http://schemas.microsoft.com/office/drawing/2014/main" id="{6C9D27B4-A05C-4B47-A3EC-79E56334DB65}"/>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94A3B8"/>
                </a:solidFill>
                <a:latin typeface="Montserrat"/>
                <a:ea typeface="Montserrat"/>
                <a:cs typeface="Montserrat"/>
              </a:defRPr>
            </a:defPPr>
            <a:lvl1pPr algn="r">
              <a:defRPr sz="900" b="0">
                <a:solidFill>
                  <a:srgbClr val="94A3B8"/>
                </a:solidFill>
                <a:latin typeface="Montserrat"/>
                <a:ea typeface="Montserrat"/>
                <a:cs typeface="Montserrat"/>
              </a:defRPr>
            </a:lvl1pPr>
            <a:lvl2pPr algn="r">
              <a:defRPr sz="900" b="0">
                <a:solidFill>
                  <a:srgbClr val="94A3B8"/>
                </a:solidFill>
                <a:latin typeface="Montserrat"/>
                <a:ea typeface="Montserrat"/>
                <a:cs typeface="Montserrat"/>
              </a:defRPr>
            </a:lvl2pPr>
            <a:lvl3pPr algn="r">
              <a:defRPr sz="900" b="0">
                <a:solidFill>
                  <a:srgbClr val="94A3B8"/>
                </a:solidFill>
                <a:latin typeface="Montserrat"/>
                <a:ea typeface="Montserrat"/>
                <a:cs typeface="Montserrat"/>
              </a:defRPr>
            </a:lvl3pPr>
            <a:lvl4pPr algn="r">
              <a:defRPr sz="900" b="0">
                <a:solidFill>
                  <a:srgbClr val="94A3B8"/>
                </a:solidFill>
                <a:latin typeface="Montserrat"/>
                <a:ea typeface="Montserrat"/>
                <a:cs typeface="Montserrat"/>
              </a:defRPr>
            </a:lvl4pPr>
            <a:lvl5pPr algn="r">
              <a:defRPr sz="900" b="0">
                <a:solidFill>
                  <a:srgbClr val="94A3B8"/>
                </a:solidFill>
                <a:latin typeface="Montserrat"/>
                <a:ea typeface="Montserrat"/>
                <a:cs typeface="Montserrat"/>
              </a:defRPr>
            </a:lvl5pPr>
            <a:lvl6pPr algn="r">
              <a:defRPr sz="900" b="0">
                <a:solidFill>
                  <a:srgbClr val="94A3B8"/>
                </a:solidFill>
                <a:latin typeface="Montserrat"/>
                <a:ea typeface="Montserrat"/>
                <a:cs typeface="Montserrat"/>
              </a:defRPr>
            </a:lvl6pPr>
            <a:lvl7pPr algn="r">
              <a:defRPr sz="900" b="0">
                <a:solidFill>
                  <a:srgbClr val="94A3B8"/>
                </a:solidFill>
                <a:latin typeface="Montserrat"/>
                <a:ea typeface="Montserrat"/>
                <a:cs typeface="Montserrat"/>
              </a:defRPr>
            </a:lvl7pPr>
            <a:lvl8pPr algn="r">
              <a:defRPr sz="900" b="0">
                <a:solidFill>
                  <a:srgbClr val="94A3B8"/>
                </a:solidFill>
                <a:latin typeface="Montserrat"/>
                <a:ea typeface="Montserrat"/>
                <a:cs typeface="Montserrat"/>
              </a:defRPr>
            </a:lvl8pPr>
            <a:lvl9pPr algn="r">
              <a:defRPr sz="900" b="0">
                <a:solidFill>
                  <a:srgbClr val="94A3B8"/>
                </a:solidFill>
                <a:latin typeface="Montserrat"/>
                <a:ea typeface="Montserrat"/>
                <a:cs typeface="Montserrat"/>
              </a:defRPr>
            </a:lvl9pPr>
          </a:lstStyle>
          <a:p xmlns:a="http://schemas.openxmlformats.org/drawingml/2006/main">
            <a:pPr algn="r">
              <a:defRPr sz="900" b="0">
                <a:solidFill>
                  <a:srgbClr val="94A3B8"/>
                </a:solidFill>
                <a:latin typeface="Montserrat"/>
                <a:ea typeface="Montserrat"/>
                <a:cs typeface="Montserrat"/>
              </a:defRPr>
            </a:pPr>
            <a:r>
              <a:rPr sz="900" b="0">
                <a:solidFill>
                  <a:srgbClr val="94A3B8"/>
                </a:solidFill>
                <a:latin typeface="Montserrat"/>
                <a:ea typeface="Montserrat"/>
                <a:cs typeface="Montserrat"/>
              </a:rPr>
              <a:t>0:56–0:57</a:t>
            </a:r>
          </a:p>
        </p:txBody>
      </p:sp>
      <p:sp>
        <p:nvSpPr>
          <p:cNvPr id="6" name="">
            <a:extLst xmlns:a="http://schemas.openxmlformats.org/drawingml/2006/main">
              <a:ext uri="{FF2B5EF4-FFF2-40B4-BE49-F238E27FC236}">
                <a16:creationId xmlns:a16="http://schemas.microsoft.com/office/drawing/2014/main" id="{85E10F4B-F577-4CE1-837E-6E13A87E692E}"/>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What vibe coding means</a:t>
            </a:r>
          </a:p>
        </p:txBody>
      </p:sp>
      <p:sp>
        <p:nvSpPr>
          <p:cNvPr id="7" name="">
            <a:extLst xmlns:a="http://schemas.openxmlformats.org/drawingml/2006/main">
              <a:ext uri="{FF2B5EF4-FFF2-40B4-BE49-F238E27FC236}">
                <a16:creationId xmlns:a16="http://schemas.microsoft.com/office/drawing/2014/main" id="{D5E0F05D-185B-4A03-A438-7A50FE3B84BD}"/>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PLAIN LANGUAGE → WORKING SOFTWARE → HUMAN JUDGMENT</a:t>
            </a:r>
          </a:p>
        </p:txBody>
      </p:sp>
      <p:sp>
        <p:nvSpPr>
          <p:cNvPr id="8" name="">
            <a:extLst xmlns:a="http://schemas.openxmlformats.org/drawingml/2006/main">
              <a:ext uri="{FF2B5EF4-FFF2-40B4-BE49-F238E27FC236}">
                <a16:creationId xmlns:a16="http://schemas.microsoft.com/office/drawing/2014/main" id="{0A1449E1-A8ED-44C9-92EC-FA2CC04A26F5}"/>
              </a:ext>
            </a:extLst>
          </p:cNvPr>
          <p:cNvSpPr>
            <a:spLocks xmlns:a="http://schemas.openxmlformats.org/drawingml/2006/main" noGrp="1"/>
          </p:cNvSpPr>
          <p:nvPr/>
        </p:nvSpPr>
        <p:spPr>
          <a:xfrm xmlns:a="http://schemas.openxmlformats.org/drawingml/2006/main">
            <a:off x="3519488" y="2657475"/>
            <a:ext cx="133350" cy="0"/>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9" name="">
            <a:extLst xmlns:a="http://schemas.openxmlformats.org/drawingml/2006/main">
              <a:ext uri="{FF2B5EF4-FFF2-40B4-BE49-F238E27FC236}">
                <a16:creationId xmlns:a16="http://schemas.microsoft.com/office/drawing/2014/main" id="{1229364F-1E89-481B-8604-09726D32E410}"/>
              </a:ext>
            </a:extLst>
          </p:cNvPr>
          <p:cNvSpPr>
            <a:spLocks xmlns:a="http://schemas.openxmlformats.org/drawingml/2006/main" noGrp="1"/>
          </p:cNvSpPr>
          <p:nvPr/>
        </p:nvSpPr>
        <p:spPr>
          <a:xfrm xmlns:a="http://schemas.openxmlformats.org/drawingml/2006/main">
            <a:off x="1143000" y="2333625"/>
            <a:ext cx="2376488"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9525">
            <a:solidFill>
              <a:srgbClr val="D8E2EF"/>
            </a:solidFill>
            <a:prstDash val="solid"/>
          </a:ln>
        </p:spPr>
      </p:sp>
      <p:sp>
        <p:nvSpPr>
          <p:cNvPr id="10" name="">
            <a:extLst xmlns:a="http://schemas.openxmlformats.org/drawingml/2006/main">
              <a:ext uri="{FF2B5EF4-FFF2-40B4-BE49-F238E27FC236}">
                <a16:creationId xmlns:a16="http://schemas.microsoft.com/office/drawing/2014/main" id="{8B8A08C1-D7A2-4871-82F1-9A678F1B4F53}"/>
              </a:ext>
            </a:extLst>
          </p:cNvPr>
          <p:cNvSpPr>
            <a:spLocks xmlns:a="http://schemas.openxmlformats.org/drawingml/2006/main" noGrp="1"/>
          </p:cNvSpPr>
          <p:nvPr/>
        </p:nvSpPr>
        <p:spPr>
          <a:xfrm xmlns:a="http://schemas.openxmlformats.org/drawingml/2006/main">
            <a:off x="1200150" y="2514600"/>
            <a:ext cx="2262188"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275" b="1">
                <a:solidFill>
                  <a:srgbClr val="0F172A"/>
                </a:solidFill>
                <a:latin typeface="Montserrat"/>
                <a:ea typeface="Montserrat"/>
                <a:cs typeface="Montserrat"/>
              </a:defRPr>
            </a:defPPr>
            <a:lvl1pPr algn="ctr">
              <a:defRPr sz="1275" b="1">
                <a:solidFill>
                  <a:srgbClr val="0F172A"/>
                </a:solidFill>
                <a:latin typeface="Montserrat"/>
                <a:ea typeface="Montserrat"/>
                <a:cs typeface="Montserrat"/>
              </a:defRPr>
            </a:lvl1pPr>
            <a:lvl2pPr algn="ctr">
              <a:defRPr sz="1275" b="1">
                <a:solidFill>
                  <a:srgbClr val="0F172A"/>
                </a:solidFill>
                <a:latin typeface="Montserrat"/>
                <a:ea typeface="Montserrat"/>
                <a:cs typeface="Montserrat"/>
              </a:defRPr>
            </a:lvl2pPr>
            <a:lvl3pPr algn="ctr">
              <a:defRPr sz="1275" b="1">
                <a:solidFill>
                  <a:srgbClr val="0F172A"/>
                </a:solidFill>
                <a:latin typeface="Montserrat"/>
                <a:ea typeface="Montserrat"/>
                <a:cs typeface="Montserrat"/>
              </a:defRPr>
            </a:lvl3pPr>
            <a:lvl4pPr algn="ctr">
              <a:defRPr sz="1275" b="1">
                <a:solidFill>
                  <a:srgbClr val="0F172A"/>
                </a:solidFill>
                <a:latin typeface="Montserrat"/>
                <a:ea typeface="Montserrat"/>
                <a:cs typeface="Montserrat"/>
              </a:defRPr>
            </a:lvl4pPr>
            <a:lvl5pPr algn="ctr">
              <a:defRPr sz="1275" b="1">
                <a:solidFill>
                  <a:srgbClr val="0F172A"/>
                </a:solidFill>
                <a:latin typeface="Montserrat"/>
                <a:ea typeface="Montserrat"/>
                <a:cs typeface="Montserrat"/>
              </a:defRPr>
            </a:lvl5pPr>
            <a:lvl6pPr algn="ctr">
              <a:defRPr sz="1275" b="1">
                <a:solidFill>
                  <a:srgbClr val="0F172A"/>
                </a:solidFill>
                <a:latin typeface="Montserrat"/>
                <a:ea typeface="Montserrat"/>
                <a:cs typeface="Montserrat"/>
              </a:defRPr>
            </a:lvl6pPr>
            <a:lvl7pPr algn="ctr">
              <a:defRPr sz="1275" b="1">
                <a:solidFill>
                  <a:srgbClr val="0F172A"/>
                </a:solidFill>
                <a:latin typeface="Montserrat"/>
                <a:ea typeface="Montserrat"/>
                <a:cs typeface="Montserrat"/>
              </a:defRPr>
            </a:lvl7pPr>
            <a:lvl8pPr algn="ctr">
              <a:defRPr sz="1275" b="1">
                <a:solidFill>
                  <a:srgbClr val="0F172A"/>
                </a:solidFill>
                <a:latin typeface="Montserrat"/>
                <a:ea typeface="Montserrat"/>
                <a:cs typeface="Montserrat"/>
              </a:defRPr>
            </a:lvl8pPr>
            <a:lvl9pPr algn="ctr">
              <a:defRPr sz="1275" b="1">
                <a:solidFill>
                  <a:srgbClr val="0F172A"/>
                </a:solidFill>
                <a:latin typeface="Montserrat"/>
                <a:ea typeface="Montserrat"/>
                <a:cs typeface="Montserrat"/>
              </a:defRPr>
            </a:lvl9pPr>
          </a:lstStyle>
          <a:p xmlns:a="http://schemas.openxmlformats.org/drawingml/2006/main">
            <a:pPr algn="ctr">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Say it</a:t>
            </a:r>
          </a:p>
        </p:txBody>
      </p:sp>
      <p:sp>
        <p:nvSpPr>
          <p:cNvPr id="11" name="">
            <a:extLst xmlns:a="http://schemas.openxmlformats.org/drawingml/2006/main">
              <a:ext uri="{FF2B5EF4-FFF2-40B4-BE49-F238E27FC236}">
                <a16:creationId xmlns:a16="http://schemas.microsoft.com/office/drawing/2014/main" id="{C6B464BF-B853-458F-8793-F4FD95132059}"/>
              </a:ext>
            </a:extLst>
          </p:cNvPr>
          <p:cNvSpPr>
            <a:spLocks xmlns:a="http://schemas.openxmlformats.org/drawingml/2006/main" noGrp="1"/>
          </p:cNvSpPr>
          <p:nvPr/>
        </p:nvSpPr>
        <p:spPr>
          <a:xfrm xmlns:a="http://schemas.openxmlformats.org/drawingml/2006/main">
            <a:off x="1162050" y="3209925"/>
            <a:ext cx="2338388"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050" b="0">
                <a:solidFill>
                  <a:srgbClr val="475569"/>
                </a:solidFill>
                <a:latin typeface="Montserrat"/>
                <a:ea typeface="Montserrat"/>
                <a:cs typeface="Montserrat"/>
              </a:defRPr>
            </a:defPPr>
            <a:lvl1pPr algn="ctr">
              <a:defRPr sz="1050" b="0">
                <a:solidFill>
                  <a:srgbClr val="475569"/>
                </a:solidFill>
                <a:latin typeface="Montserrat"/>
                <a:ea typeface="Montserrat"/>
                <a:cs typeface="Montserrat"/>
              </a:defRPr>
            </a:lvl1pPr>
            <a:lvl2pPr algn="ctr">
              <a:defRPr sz="1050" b="0">
                <a:solidFill>
                  <a:srgbClr val="475569"/>
                </a:solidFill>
                <a:latin typeface="Montserrat"/>
                <a:ea typeface="Montserrat"/>
                <a:cs typeface="Montserrat"/>
              </a:defRPr>
            </a:lvl2pPr>
            <a:lvl3pPr algn="ctr">
              <a:defRPr sz="1050" b="0">
                <a:solidFill>
                  <a:srgbClr val="475569"/>
                </a:solidFill>
                <a:latin typeface="Montserrat"/>
                <a:ea typeface="Montserrat"/>
                <a:cs typeface="Montserrat"/>
              </a:defRPr>
            </a:lvl3pPr>
            <a:lvl4pPr algn="ctr">
              <a:defRPr sz="1050" b="0">
                <a:solidFill>
                  <a:srgbClr val="475569"/>
                </a:solidFill>
                <a:latin typeface="Montserrat"/>
                <a:ea typeface="Montserrat"/>
                <a:cs typeface="Montserrat"/>
              </a:defRPr>
            </a:lvl4pPr>
            <a:lvl5pPr algn="ctr">
              <a:defRPr sz="1050" b="0">
                <a:solidFill>
                  <a:srgbClr val="475569"/>
                </a:solidFill>
                <a:latin typeface="Montserrat"/>
                <a:ea typeface="Montserrat"/>
                <a:cs typeface="Montserrat"/>
              </a:defRPr>
            </a:lvl5pPr>
            <a:lvl6pPr algn="ctr">
              <a:defRPr sz="1050" b="0">
                <a:solidFill>
                  <a:srgbClr val="475569"/>
                </a:solidFill>
                <a:latin typeface="Montserrat"/>
                <a:ea typeface="Montserrat"/>
                <a:cs typeface="Montserrat"/>
              </a:defRPr>
            </a:lvl6pPr>
            <a:lvl7pPr algn="ctr">
              <a:defRPr sz="1050" b="0">
                <a:solidFill>
                  <a:srgbClr val="475569"/>
                </a:solidFill>
                <a:latin typeface="Montserrat"/>
                <a:ea typeface="Montserrat"/>
                <a:cs typeface="Montserrat"/>
              </a:defRPr>
            </a:lvl7pPr>
            <a:lvl8pPr algn="ctr">
              <a:defRPr sz="1050" b="0">
                <a:solidFill>
                  <a:srgbClr val="475569"/>
                </a:solidFill>
                <a:latin typeface="Montserrat"/>
                <a:ea typeface="Montserrat"/>
                <a:cs typeface="Montserrat"/>
              </a:defRPr>
            </a:lvl8pPr>
            <a:lvl9pPr algn="ctr">
              <a:defRPr sz="1050" b="0">
                <a:solidFill>
                  <a:srgbClr val="475569"/>
                </a:solidFill>
                <a:latin typeface="Montserrat"/>
                <a:ea typeface="Montserrat"/>
                <a:cs typeface="Montserrat"/>
              </a:defRPr>
            </a:lvl9pPr>
          </a:lstStyle>
          <a:p xmlns:a="http://schemas.openxmlformats.org/drawingml/2006/main">
            <a:pPr algn="ctr">
              <a:defRPr sz="1050" b="0">
                <a:solidFill>
                  <a:srgbClr val="475569"/>
                </a:solidFill>
                <a:latin typeface="Montserrat"/>
                <a:ea typeface="Montserrat"/>
                <a:cs typeface="Montserrat"/>
              </a:defRPr>
            </a:pPr>
            <a:r>
              <a:rPr sz="1050" b="0">
                <a:solidFill>
                  <a:srgbClr val="475569"/>
                </a:solidFill>
                <a:latin typeface="Montserrat"/>
                <a:ea typeface="Montserrat"/>
                <a:cs typeface="Montserrat"/>
              </a:rPr>
              <a:t>Say what you want in words you already use.</a:t>
            </a:r>
          </a:p>
        </p:txBody>
      </p:sp>
      <p:sp>
        <p:nvSpPr>
          <p:cNvPr id="12" name="">
            <a:extLst xmlns:a="http://schemas.openxmlformats.org/drawingml/2006/main">
              <a:ext uri="{FF2B5EF4-FFF2-40B4-BE49-F238E27FC236}">
                <a16:creationId xmlns:a16="http://schemas.microsoft.com/office/drawing/2014/main" id="{6DD5B4FF-D9B4-4F04-BF45-A72227141F25}"/>
              </a:ext>
            </a:extLst>
          </p:cNvPr>
          <p:cNvSpPr>
            <a:spLocks xmlns:a="http://schemas.openxmlformats.org/drawingml/2006/main" noGrp="1"/>
          </p:cNvSpPr>
          <p:nvPr/>
        </p:nvSpPr>
        <p:spPr>
          <a:xfrm xmlns:a="http://schemas.openxmlformats.org/drawingml/2006/main">
            <a:off x="6029325" y="2657475"/>
            <a:ext cx="133350" cy="0"/>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13" name="">
            <a:extLst xmlns:a="http://schemas.openxmlformats.org/drawingml/2006/main">
              <a:ext uri="{FF2B5EF4-FFF2-40B4-BE49-F238E27FC236}">
                <a16:creationId xmlns:a16="http://schemas.microsoft.com/office/drawing/2014/main" id="{9C6B2D50-5071-47E2-844E-23F07FBCFE28}"/>
              </a:ext>
            </a:extLst>
          </p:cNvPr>
          <p:cNvSpPr>
            <a:spLocks xmlns:a="http://schemas.openxmlformats.org/drawingml/2006/main" noGrp="1"/>
          </p:cNvSpPr>
          <p:nvPr/>
        </p:nvSpPr>
        <p:spPr>
          <a:xfrm xmlns:a="http://schemas.openxmlformats.org/drawingml/2006/main">
            <a:off x="3652838" y="2333625"/>
            <a:ext cx="2376488"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9525">
            <a:solidFill>
              <a:srgbClr val="D8E2EF"/>
            </a:solidFill>
            <a:prstDash val="solid"/>
          </a:ln>
        </p:spPr>
      </p:sp>
      <p:sp>
        <p:nvSpPr>
          <p:cNvPr id="14" name="">
            <a:extLst xmlns:a="http://schemas.openxmlformats.org/drawingml/2006/main">
              <a:ext uri="{FF2B5EF4-FFF2-40B4-BE49-F238E27FC236}">
                <a16:creationId xmlns:a16="http://schemas.microsoft.com/office/drawing/2014/main" id="{09D97B5A-E833-4EEA-8602-A165FC224FB5}"/>
              </a:ext>
            </a:extLst>
          </p:cNvPr>
          <p:cNvSpPr>
            <a:spLocks xmlns:a="http://schemas.openxmlformats.org/drawingml/2006/main" noGrp="1"/>
          </p:cNvSpPr>
          <p:nvPr/>
        </p:nvSpPr>
        <p:spPr>
          <a:xfrm xmlns:a="http://schemas.openxmlformats.org/drawingml/2006/main">
            <a:off x="3709988" y="2514600"/>
            <a:ext cx="2262188"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275" b="1">
                <a:solidFill>
                  <a:srgbClr val="0F172A"/>
                </a:solidFill>
                <a:latin typeface="Montserrat"/>
                <a:ea typeface="Montserrat"/>
                <a:cs typeface="Montserrat"/>
              </a:defRPr>
            </a:defPPr>
            <a:lvl1pPr algn="ctr">
              <a:defRPr sz="1275" b="1">
                <a:solidFill>
                  <a:srgbClr val="0F172A"/>
                </a:solidFill>
                <a:latin typeface="Montserrat"/>
                <a:ea typeface="Montserrat"/>
                <a:cs typeface="Montserrat"/>
              </a:defRPr>
            </a:lvl1pPr>
            <a:lvl2pPr algn="ctr">
              <a:defRPr sz="1275" b="1">
                <a:solidFill>
                  <a:srgbClr val="0F172A"/>
                </a:solidFill>
                <a:latin typeface="Montserrat"/>
                <a:ea typeface="Montserrat"/>
                <a:cs typeface="Montserrat"/>
              </a:defRPr>
            </a:lvl2pPr>
            <a:lvl3pPr algn="ctr">
              <a:defRPr sz="1275" b="1">
                <a:solidFill>
                  <a:srgbClr val="0F172A"/>
                </a:solidFill>
                <a:latin typeface="Montserrat"/>
                <a:ea typeface="Montserrat"/>
                <a:cs typeface="Montserrat"/>
              </a:defRPr>
            </a:lvl3pPr>
            <a:lvl4pPr algn="ctr">
              <a:defRPr sz="1275" b="1">
                <a:solidFill>
                  <a:srgbClr val="0F172A"/>
                </a:solidFill>
                <a:latin typeface="Montserrat"/>
                <a:ea typeface="Montserrat"/>
                <a:cs typeface="Montserrat"/>
              </a:defRPr>
            </a:lvl4pPr>
            <a:lvl5pPr algn="ctr">
              <a:defRPr sz="1275" b="1">
                <a:solidFill>
                  <a:srgbClr val="0F172A"/>
                </a:solidFill>
                <a:latin typeface="Montserrat"/>
                <a:ea typeface="Montserrat"/>
                <a:cs typeface="Montserrat"/>
              </a:defRPr>
            </a:lvl5pPr>
            <a:lvl6pPr algn="ctr">
              <a:defRPr sz="1275" b="1">
                <a:solidFill>
                  <a:srgbClr val="0F172A"/>
                </a:solidFill>
                <a:latin typeface="Montserrat"/>
                <a:ea typeface="Montserrat"/>
                <a:cs typeface="Montserrat"/>
              </a:defRPr>
            </a:lvl6pPr>
            <a:lvl7pPr algn="ctr">
              <a:defRPr sz="1275" b="1">
                <a:solidFill>
                  <a:srgbClr val="0F172A"/>
                </a:solidFill>
                <a:latin typeface="Montserrat"/>
                <a:ea typeface="Montserrat"/>
                <a:cs typeface="Montserrat"/>
              </a:defRPr>
            </a:lvl7pPr>
            <a:lvl8pPr algn="ctr">
              <a:defRPr sz="1275" b="1">
                <a:solidFill>
                  <a:srgbClr val="0F172A"/>
                </a:solidFill>
                <a:latin typeface="Montserrat"/>
                <a:ea typeface="Montserrat"/>
                <a:cs typeface="Montserrat"/>
              </a:defRPr>
            </a:lvl8pPr>
            <a:lvl9pPr algn="ctr">
              <a:defRPr sz="1275" b="1">
                <a:solidFill>
                  <a:srgbClr val="0F172A"/>
                </a:solidFill>
                <a:latin typeface="Montserrat"/>
                <a:ea typeface="Montserrat"/>
                <a:cs typeface="Montserrat"/>
              </a:defRPr>
            </a:lvl9pPr>
          </a:lstStyle>
          <a:p xmlns:a="http://schemas.openxmlformats.org/drawingml/2006/main">
            <a:pPr algn="ctr">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AI makes</a:t>
            </a:r>
          </a:p>
        </p:txBody>
      </p:sp>
      <p:sp>
        <p:nvSpPr>
          <p:cNvPr id="15" name="">
            <a:extLst xmlns:a="http://schemas.openxmlformats.org/drawingml/2006/main">
              <a:ext uri="{FF2B5EF4-FFF2-40B4-BE49-F238E27FC236}">
                <a16:creationId xmlns:a16="http://schemas.microsoft.com/office/drawing/2014/main" id="{186719CD-F764-4724-B0CB-24DC43081323}"/>
              </a:ext>
            </a:extLst>
          </p:cNvPr>
          <p:cNvSpPr>
            <a:spLocks xmlns:a="http://schemas.openxmlformats.org/drawingml/2006/main" noGrp="1"/>
          </p:cNvSpPr>
          <p:nvPr/>
        </p:nvSpPr>
        <p:spPr>
          <a:xfrm xmlns:a="http://schemas.openxmlformats.org/drawingml/2006/main">
            <a:off x="3671888" y="3209925"/>
            <a:ext cx="2338388"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050" b="0">
                <a:solidFill>
                  <a:srgbClr val="475569"/>
                </a:solidFill>
                <a:latin typeface="Montserrat"/>
                <a:ea typeface="Montserrat"/>
                <a:cs typeface="Montserrat"/>
              </a:defRPr>
            </a:defPPr>
            <a:lvl1pPr algn="ctr">
              <a:defRPr sz="1050" b="0">
                <a:solidFill>
                  <a:srgbClr val="475569"/>
                </a:solidFill>
                <a:latin typeface="Montserrat"/>
                <a:ea typeface="Montserrat"/>
                <a:cs typeface="Montserrat"/>
              </a:defRPr>
            </a:lvl1pPr>
            <a:lvl2pPr algn="ctr">
              <a:defRPr sz="1050" b="0">
                <a:solidFill>
                  <a:srgbClr val="475569"/>
                </a:solidFill>
                <a:latin typeface="Montserrat"/>
                <a:ea typeface="Montserrat"/>
                <a:cs typeface="Montserrat"/>
              </a:defRPr>
            </a:lvl2pPr>
            <a:lvl3pPr algn="ctr">
              <a:defRPr sz="1050" b="0">
                <a:solidFill>
                  <a:srgbClr val="475569"/>
                </a:solidFill>
                <a:latin typeface="Montserrat"/>
                <a:ea typeface="Montserrat"/>
                <a:cs typeface="Montserrat"/>
              </a:defRPr>
            </a:lvl3pPr>
            <a:lvl4pPr algn="ctr">
              <a:defRPr sz="1050" b="0">
                <a:solidFill>
                  <a:srgbClr val="475569"/>
                </a:solidFill>
                <a:latin typeface="Montserrat"/>
                <a:ea typeface="Montserrat"/>
                <a:cs typeface="Montserrat"/>
              </a:defRPr>
            </a:lvl4pPr>
            <a:lvl5pPr algn="ctr">
              <a:defRPr sz="1050" b="0">
                <a:solidFill>
                  <a:srgbClr val="475569"/>
                </a:solidFill>
                <a:latin typeface="Montserrat"/>
                <a:ea typeface="Montserrat"/>
                <a:cs typeface="Montserrat"/>
              </a:defRPr>
            </a:lvl5pPr>
            <a:lvl6pPr algn="ctr">
              <a:defRPr sz="1050" b="0">
                <a:solidFill>
                  <a:srgbClr val="475569"/>
                </a:solidFill>
                <a:latin typeface="Montserrat"/>
                <a:ea typeface="Montserrat"/>
                <a:cs typeface="Montserrat"/>
              </a:defRPr>
            </a:lvl6pPr>
            <a:lvl7pPr algn="ctr">
              <a:defRPr sz="1050" b="0">
                <a:solidFill>
                  <a:srgbClr val="475569"/>
                </a:solidFill>
                <a:latin typeface="Montserrat"/>
                <a:ea typeface="Montserrat"/>
                <a:cs typeface="Montserrat"/>
              </a:defRPr>
            </a:lvl7pPr>
            <a:lvl8pPr algn="ctr">
              <a:defRPr sz="1050" b="0">
                <a:solidFill>
                  <a:srgbClr val="475569"/>
                </a:solidFill>
                <a:latin typeface="Montserrat"/>
                <a:ea typeface="Montserrat"/>
                <a:cs typeface="Montserrat"/>
              </a:defRPr>
            </a:lvl8pPr>
            <a:lvl9pPr algn="ctr">
              <a:defRPr sz="1050" b="0">
                <a:solidFill>
                  <a:srgbClr val="475569"/>
                </a:solidFill>
                <a:latin typeface="Montserrat"/>
                <a:ea typeface="Montserrat"/>
                <a:cs typeface="Montserrat"/>
              </a:defRPr>
            </a:lvl9pPr>
          </a:lstStyle>
          <a:p xmlns:a="http://schemas.openxmlformats.org/drawingml/2006/main">
            <a:pPr algn="ctr">
              <a:defRPr sz="1050" b="0">
                <a:solidFill>
                  <a:srgbClr val="475569"/>
                </a:solidFill>
                <a:latin typeface="Montserrat"/>
                <a:ea typeface="Montserrat"/>
                <a:cs typeface="Montserrat"/>
              </a:defRPr>
            </a:pPr>
            <a:r>
              <a:rPr sz="1050" b="0">
                <a:solidFill>
                  <a:srgbClr val="475569"/>
                </a:solidFill>
                <a:latin typeface="Montserrat"/>
                <a:ea typeface="Montserrat"/>
                <a:cs typeface="Montserrat"/>
              </a:rPr>
              <a:t>The model writes or changes the project files.</a:t>
            </a:r>
          </a:p>
        </p:txBody>
      </p:sp>
      <p:sp>
        <p:nvSpPr>
          <p:cNvPr id="16" name="">
            <a:extLst xmlns:a="http://schemas.openxmlformats.org/drawingml/2006/main">
              <a:ext uri="{FF2B5EF4-FFF2-40B4-BE49-F238E27FC236}">
                <a16:creationId xmlns:a16="http://schemas.microsoft.com/office/drawing/2014/main" id="{77ABF669-D5AA-4E96-8E47-B8AA4135CD88}"/>
              </a:ext>
            </a:extLst>
          </p:cNvPr>
          <p:cNvSpPr>
            <a:spLocks xmlns:a="http://schemas.openxmlformats.org/drawingml/2006/main" noGrp="1"/>
          </p:cNvSpPr>
          <p:nvPr/>
        </p:nvSpPr>
        <p:spPr>
          <a:xfrm xmlns:a="http://schemas.openxmlformats.org/drawingml/2006/main">
            <a:off x="8539163" y="2657475"/>
            <a:ext cx="133350" cy="0"/>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17" name="">
            <a:extLst xmlns:a="http://schemas.openxmlformats.org/drawingml/2006/main">
              <a:ext uri="{FF2B5EF4-FFF2-40B4-BE49-F238E27FC236}">
                <a16:creationId xmlns:a16="http://schemas.microsoft.com/office/drawing/2014/main" id="{E9B0757F-D70A-45FC-A363-3488699D9E16}"/>
              </a:ext>
            </a:extLst>
          </p:cNvPr>
          <p:cNvSpPr>
            <a:spLocks xmlns:a="http://schemas.openxmlformats.org/drawingml/2006/main" noGrp="1"/>
          </p:cNvSpPr>
          <p:nvPr/>
        </p:nvSpPr>
        <p:spPr>
          <a:xfrm xmlns:a="http://schemas.openxmlformats.org/drawingml/2006/main">
            <a:off x="6162675" y="2333625"/>
            <a:ext cx="2376488"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9525">
            <a:solidFill>
              <a:srgbClr val="D8E2EF"/>
            </a:solidFill>
            <a:prstDash val="solid"/>
          </a:ln>
        </p:spPr>
      </p:sp>
      <p:sp>
        <p:nvSpPr>
          <p:cNvPr id="18" name="">
            <a:extLst xmlns:a="http://schemas.openxmlformats.org/drawingml/2006/main">
              <a:ext uri="{FF2B5EF4-FFF2-40B4-BE49-F238E27FC236}">
                <a16:creationId xmlns:a16="http://schemas.microsoft.com/office/drawing/2014/main" id="{EFBB1C2D-ACA2-438C-93E6-6AE02686B891}"/>
              </a:ext>
            </a:extLst>
          </p:cNvPr>
          <p:cNvSpPr>
            <a:spLocks xmlns:a="http://schemas.openxmlformats.org/drawingml/2006/main" noGrp="1"/>
          </p:cNvSpPr>
          <p:nvPr/>
        </p:nvSpPr>
        <p:spPr>
          <a:xfrm xmlns:a="http://schemas.openxmlformats.org/drawingml/2006/main">
            <a:off x="6219825" y="2514600"/>
            <a:ext cx="2262188"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275" b="1">
                <a:solidFill>
                  <a:srgbClr val="0F172A"/>
                </a:solidFill>
                <a:latin typeface="Montserrat"/>
                <a:ea typeface="Montserrat"/>
                <a:cs typeface="Montserrat"/>
              </a:defRPr>
            </a:defPPr>
            <a:lvl1pPr algn="ctr">
              <a:defRPr sz="1275" b="1">
                <a:solidFill>
                  <a:srgbClr val="0F172A"/>
                </a:solidFill>
                <a:latin typeface="Montserrat"/>
                <a:ea typeface="Montserrat"/>
                <a:cs typeface="Montserrat"/>
              </a:defRPr>
            </a:lvl1pPr>
            <a:lvl2pPr algn="ctr">
              <a:defRPr sz="1275" b="1">
                <a:solidFill>
                  <a:srgbClr val="0F172A"/>
                </a:solidFill>
                <a:latin typeface="Montserrat"/>
                <a:ea typeface="Montserrat"/>
                <a:cs typeface="Montserrat"/>
              </a:defRPr>
            </a:lvl2pPr>
            <a:lvl3pPr algn="ctr">
              <a:defRPr sz="1275" b="1">
                <a:solidFill>
                  <a:srgbClr val="0F172A"/>
                </a:solidFill>
                <a:latin typeface="Montserrat"/>
                <a:ea typeface="Montserrat"/>
                <a:cs typeface="Montserrat"/>
              </a:defRPr>
            </a:lvl3pPr>
            <a:lvl4pPr algn="ctr">
              <a:defRPr sz="1275" b="1">
                <a:solidFill>
                  <a:srgbClr val="0F172A"/>
                </a:solidFill>
                <a:latin typeface="Montserrat"/>
                <a:ea typeface="Montserrat"/>
                <a:cs typeface="Montserrat"/>
              </a:defRPr>
            </a:lvl4pPr>
            <a:lvl5pPr algn="ctr">
              <a:defRPr sz="1275" b="1">
                <a:solidFill>
                  <a:srgbClr val="0F172A"/>
                </a:solidFill>
                <a:latin typeface="Montserrat"/>
                <a:ea typeface="Montserrat"/>
                <a:cs typeface="Montserrat"/>
              </a:defRPr>
            </a:lvl5pPr>
            <a:lvl6pPr algn="ctr">
              <a:defRPr sz="1275" b="1">
                <a:solidFill>
                  <a:srgbClr val="0F172A"/>
                </a:solidFill>
                <a:latin typeface="Montserrat"/>
                <a:ea typeface="Montserrat"/>
                <a:cs typeface="Montserrat"/>
              </a:defRPr>
            </a:lvl6pPr>
            <a:lvl7pPr algn="ctr">
              <a:defRPr sz="1275" b="1">
                <a:solidFill>
                  <a:srgbClr val="0F172A"/>
                </a:solidFill>
                <a:latin typeface="Montserrat"/>
                <a:ea typeface="Montserrat"/>
                <a:cs typeface="Montserrat"/>
              </a:defRPr>
            </a:lvl7pPr>
            <a:lvl8pPr algn="ctr">
              <a:defRPr sz="1275" b="1">
                <a:solidFill>
                  <a:srgbClr val="0F172A"/>
                </a:solidFill>
                <a:latin typeface="Montserrat"/>
                <a:ea typeface="Montserrat"/>
                <a:cs typeface="Montserrat"/>
              </a:defRPr>
            </a:lvl8pPr>
            <a:lvl9pPr algn="ctr">
              <a:defRPr sz="1275" b="1">
                <a:solidFill>
                  <a:srgbClr val="0F172A"/>
                </a:solidFill>
                <a:latin typeface="Montserrat"/>
                <a:ea typeface="Montserrat"/>
                <a:cs typeface="Montserrat"/>
              </a:defRPr>
            </a:lvl9pPr>
          </a:lstStyle>
          <a:p xmlns:a="http://schemas.openxmlformats.org/drawingml/2006/main">
            <a:pPr algn="ctr">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Open it</a:t>
            </a:r>
          </a:p>
        </p:txBody>
      </p:sp>
      <p:sp>
        <p:nvSpPr>
          <p:cNvPr id="19" name="">
            <a:extLst xmlns:a="http://schemas.openxmlformats.org/drawingml/2006/main">
              <a:ext uri="{FF2B5EF4-FFF2-40B4-BE49-F238E27FC236}">
                <a16:creationId xmlns:a16="http://schemas.microsoft.com/office/drawing/2014/main" id="{3DE82FD2-4112-4112-9DC3-95FB28518032}"/>
              </a:ext>
            </a:extLst>
          </p:cNvPr>
          <p:cNvSpPr>
            <a:spLocks xmlns:a="http://schemas.openxmlformats.org/drawingml/2006/main" noGrp="1"/>
          </p:cNvSpPr>
          <p:nvPr/>
        </p:nvSpPr>
        <p:spPr>
          <a:xfrm xmlns:a="http://schemas.openxmlformats.org/drawingml/2006/main">
            <a:off x="6181725" y="3209925"/>
            <a:ext cx="2338388"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050" b="0">
                <a:solidFill>
                  <a:srgbClr val="475569"/>
                </a:solidFill>
                <a:latin typeface="Montserrat"/>
                <a:ea typeface="Montserrat"/>
                <a:cs typeface="Montserrat"/>
              </a:defRPr>
            </a:defPPr>
            <a:lvl1pPr algn="ctr">
              <a:defRPr sz="1050" b="0">
                <a:solidFill>
                  <a:srgbClr val="475569"/>
                </a:solidFill>
                <a:latin typeface="Montserrat"/>
                <a:ea typeface="Montserrat"/>
                <a:cs typeface="Montserrat"/>
              </a:defRPr>
            </a:lvl1pPr>
            <a:lvl2pPr algn="ctr">
              <a:defRPr sz="1050" b="0">
                <a:solidFill>
                  <a:srgbClr val="475569"/>
                </a:solidFill>
                <a:latin typeface="Montserrat"/>
                <a:ea typeface="Montserrat"/>
                <a:cs typeface="Montserrat"/>
              </a:defRPr>
            </a:lvl2pPr>
            <a:lvl3pPr algn="ctr">
              <a:defRPr sz="1050" b="0">
                <a:solidFill>
                  <a:srgbClr val="475569"/>
                </a:solidFill>
                <a:latin typeface="Montserrat"/>
                <a:ea typeface="Montserrat"/>
                <a:cs typeface="Montserrat"/>
              </a:defRPr>
            </a:lvl3pPr>
            <a:lvl4pPr algn="ctr">
              <a:defRPr sz="1050" b="0">
                <a:solidFill>
                  <a:srgbClr val="475569"/>
                </a:solidFill>
                <a:latin typeface="Montserrat"/>
                <a:ea typeface="Montserrat"/>
                <a:cs typeface="Montserrat"/>
              </a:defRPr>
            </a:lvl4pPr>
            <a:lvl5pPr algn="ctr">
              <a:defRPr sz="1050" b="0">
                <a:solidFill>
                  <a:srgbClr val="475569"/>
                </a:solidFill>
                <a:latin typeface="Montserrat"/>
                <a:ea typeface="Montserrat"/>
                <a:cs typeface="Montserrat"/>
              </a:defRPr>
            </a:lvl5pPr>
            <a:lvl6pPr algn="ctr">
              <a:defRPr sz="1050" b="0">
                <a:solidFill>
                  <a:srgbClr val="475569"/>
                </a:solidFill>
                <a:latin typeface="Montserrat"/>
                <a:ea typeface="Montserrat"/>
                <a:cs typeface="Montserrat"/>
              </a:defRPr>
            </a:lvl6pPr>
            <a:lvl7pPr algn="ctr">
              <a:defRPr sz="1050" b="0">
                <a:solidFill>
                  <a:srgbClr val="475569"/>
                </a:solidFill>
                <a:latin typeface="Montserrat"/>
                <a:ea typeface="Montserrat"/>
                <a:cs typeface="Montserrat"/>
              </a:defRPr>
            </a:lvl7pPr>
            <a:lvl8pPr algn="ctr">
              <a:defRPr sz="1050" b="0">
                <a:solidFill>
                  <a:srgbClr val="475569"/>
                </a:solidFill>
                <a:latin typeface="Montserrat"/>
                <a:ea typeface="Montserrat"/>
                <a:cs typeface="Montserrat"/>
              </a:defRPr>
            </a:lvl8pPr>
            <a:lvl9pPr algn="ctr">
              <a:defRPr sz="1050" b="0">
                <a:solidFill>
                  <a:srgbClr val="475569"/>
                </a:solidFill>
                <a:latin typeface="Montserrat"/>
                <a:ea typeface="Montserrat"/>
                <a:cs typeface="Montserrat"/>
              </a:defRPr>
            </a:lvl9pPr>
          </a:lstStyle>
          <a:p xmlns:a="http://schemas.openxmlformats.org/drawingml/2006/main">
            <a:pPr algn="ctr">
              <a:defRPr sz="1050" b="0">
                <a:solidFill>
                  <a:srgbClr val="475569"/>
                </a:solidFill>
                <a:latin typeface="Montserrat"/>
                <a:ea typeface="Montserrat"/>
                <a:cs typeface="Montserrat"/>
              </a:defRPr>
            </a:pPr>
            <a:r>
              <a:rPr sz="1050" b="0">
                <a:solidFill>
                  <a:srgbClr val="475569"/>
                </a:solidFill>
                <a:latin typeface="Montserrat"/>
                <a:ea typeface="Montserrat"/>
                <a:cs typeface="Montserrat"/>
              </a:rPr>
              <a:t>Use the result instead of admiring the prompt.</a:t>
            </a:r>
          </a:p>
        </p:txBody>
      </p:sp>
      <p:sp>
        <p:nvSpPr>
          <p:cNvPr id="20" name="">
            <a:extLst xmlns:a="http://schemas.openxmlformats.org/drawingml/2006/main">
              <a:ext uri="{FF2B5EF4-FFF2-40B4-BE49-F238E27FC236}">
                <a16:creationId xmlns:a16="http://schemas.microsoft.com/office/drawing/2014/main" id="{3AAB5409-5498-4FF4-A3DC-45D6E7C52288}"/>
              </a:ext>
            </a:extLst>
          </p:cNvPr>
          <p:cNvSpPr>
            <a:spLocks xmlns:a="http://schemas.openxmlformats.org/drawingml/2006/main" noGrp="1"/>
          </p:cNvSpPr>
          <p:nvPr/>
        </p:nvSpPr>
        <p:spPr>
          <a:xfrm xmlns:a="http://schemas.openxmlformats.org/drawingml/2006/main">
            <a:off x="8672513" y="2333625"/>
            <a:ext cx="2376488"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9525">
            <a:solidFill>
              <a:srgbClr val="D8E2EF"/>
            </a:solidFill>
            <a:prstDash val="solid"/>
          </a:ln>
        </p:spPr>
      </p:sp>
      <p:sp>
        <p:nvSpPr>
          <p:cNvPr id="21" name="">
            <a:extLst xmlns:a="http://schemas.openxmlformats.org/drawingml/2006/main">
              <a:ext uri="{FF2B5EF4-FFF2-40B4-BE49-F238E27FC236}">
                <a16:creationId xmlns:a16="http://schemas.microsoft.com/office/drawing/2014/main" id="{44FE2540-5F4F-4A92-8FF5-BB389FB64DDD}"/>
              </a:ext>
            </a:extLst>
          </p:cNvPr>
          <p:cNvSpPr>
            <a:spLocks xmlns:a="http://schemas.openxmlformats.org/drawingml/2006/main" noGrp="1"/>
          </p:cNvSpPr>
          <p:nvPr/>
        </p:nvSpPr>
        <p:spPr>
          <a:xfrm xmlns:a="http://schemas.openxmlformats.org/drawingml/2006/main">
            <a:off x="8729663" y="2514600"/>
            <a:ext cx="2262188"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275" b="1">
                <a:solidFill>
                  <a:srgbClr val="0F172A"/>
                </a:solidFill>
                <a:latin typeface="Montserrat"/>
                <a:ea typeface="Montserrat"/>
                <a:cs typeface="Montserrat"/>
              </a:defRPr>
            </a:defPPr>
            <a:lvl1pPr algn="ctr">
              <a:defRPr sz="1275" b="1">
                <a:solidFill>
                  <a:srgbClr val="0F172A"/>
                </a:solidFill>
                <a:latin typeface="Montserrat"/>
                <a:ea typeface="Montserrat"/>
                <a:cs typeface="Montserrat"/>
              </a:defRPr>
            </a:lvl1pPr>
            <a:lvl2pPr algn="ctr">
              <a:defRPr sz="1275" b="1">
                <a:solidFill>
                  <a:srgbClr val="0F172A"/>
                </a:solidFill>
                <a:latin typeface="Montserrat"/>
                <a:ea typeface="Montserrat"/>
                <a:cs typeface="Montserrat"/>
              </a:defRPr>
            </a:lvl2pPr>
            <a:lvl3pPr algn="ctr">
              <a:defRPr sz="1275" b="1">
                <a:solidFill>
                  <a:srgbClr val="0F172A"/>
                </a:solidFill>
                <a:latin typeface="Montserrat"/>
                <a:ea typeface="Montserrat"/>
                <a:cs typeface="Montserrat"/>
              </a:defRPr>
            </a:lvl3pPr>
            <a:lvl4pPr algn="ctr">
              <a:defRPr sz="1275" b="1">
                <a:solidFill>
                  <a:srgbClr val="0F172A"/>
                </a:solidFill>
                <a:latin typeface="Montserrat"/>
                <a:ea typeface="Montserrat"/>
                <a:cs typeface="Montserrat"/>
              </a:defRPr>
            </a:lvl4pPr>
            <a:lvl5pPr algn="ctr">
              <a:defRPr sz="1275" b="1">
                <a:solidFill>
                  <a:srgbClr val="0F172A"/>
                </a:solidFill>
                <a:latin typeface="Montserrat"/>
                <a:ea typeface="Montserrat"/>
                <a:cs typeface="Montserrat"/>
              </a:defRPr>
            </a:lvl5pPr>
            <a:lvl6pPr algn="ctr">
              <a:defRPr sz="1275" b="1">
                <a:solidFill>
                  <a:srgbClr val="0F172A"/>
                </a:solidFill>
                <a:latin typeface="Montserrat"/>
                <a:ea typeface="Montserrat"/>
                <a:cs typeface="Montserrat"/>
              </a:defRPr>
            </a:lvl6pPr>
            <a:lvl7pPr algn="ctr">
              <a:defRPr sz="1275" b="1">
                <a:solidFill>
                  <a:srgbClr val="0F172A"/>
                </a:solidFill>
                <a:latin typeface="Montserrat"/>
                <a:ea typeface="Montserrat"/>
                <a:cs typeface="Montserrat"/>
              </a:defRPr>
            </a:lvl7pPr>
            <a:lvl8pPr algn="ctr">
              <a:defRPr sz="1275" b="1">
                <a:solidFill>
                  <a:srgbClr val="0F172A"/>
                </a:solidFill>
                <a:latin typeface="Montserrat"/>
                <a:ea typeface="Montserrat"/>
                <a:cs typeface="Montserrat"/>
              </a:defRPr>
            </a:lvl8pPr>
            <a:lvl9pPr algn="ctr">
              <a:defRPr sz="1275" b="1">
                <a:solidFill>
                  <a:srgbClr val="0F172A"/>
                </a:solidFill>
                <a:latin typeface="Montserrat"/>
                <a:ea typeface="Montserrat"/>
                <a:cs typeface="Montserrat"/>
              </a:defRPr>
            </a:lvl9pPr>
          </a:lstStyle>
          <a:p xmlns:a="http://schemas.openxmlformats.org/drawingml/2006/main">
            <a:pPr algn="ctr">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React</a:t>
            </a:r>
          </a:p>
        </p:txBody>
      </p:sp>
      <p:sp>
        <p:nvSpPr>
          <p:cNvPr id="22" name="">
            <a:extLst xmlns:a="http://schemas.openxmlformats.org/drawingml/2006/main">
              <a:ext uri="{FF2B5EF4-FFF2-40B4-BE49-F238E27FC236}">
                <a16:creationId xmlns:a16="http://schemas.microsoft.com/office/drawing/2014/main" id="{361973AE-E72F-4108-A8F2-543ED2D0378A}"/>
              </a:ext>
            </a:extLst>
          </p:cNvPr>
          <p:cNvSpPr>
            <a:spLocks xmlns:a="http://schemas.openxmlformats.org/drawingml/2006/main" noGrp="1"/>
          </p:cNvSpPr>
          <p:nvPr/>
        </p:nvSpPr>
        <p:spPr>
          <a:xfrm xmlns:a="http://schemas.openxmlformats.org/drawingml/2006/main">
            <a:off x="8691563" y="3209925"/>
            <a:ext cx="2338388"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050" b="0">
                <a:solidFill>
                  <a:srgbClr val="475569"/>
                </a:solidFill>
                <a:latin typeface="Montserrat"/>
                <a:ea typeface="Montserrat"/>
                <a:cs typeface="Montserrat"/>
              </a:defRPr>
            </a:defPPr>
            <a:lvl1pPr algn="ctr">
              <a:defRPr sz="1050" b="0">
                <a:solidFill>
                  <a:srgbClr val="475569"/>
                </a:solidFill>
                <a:latin typeface="Montserrat"/>
                <a:ea typeface="Montserrat"/>
                <a:cs typeface="Montserrat"/>
              </a:defRPr>
            </a:lvl1pPr>
            <a:lvl2pPr algn="ctr">
              <a:defRPr sz="1050" b="0">
                <a:solidFill>
                  <a:srgbClr val="475569"/>
                </a:solidFill>
                <a:latin typeface="Montserrat"/>
                <a:ea typeface="Montserrat"/>
                <a:cs typeface="Montserrat"/>
              </a:defRPr>
            </a:lvl2pPr>
            <a:lvl3pPr algn="ctr">
              <a:defRPr sz="1050" b="0">
                <a:solidFill>
                  <a:srgbClr val="475569"/>
                </a:solidFill>
                <a:latin typeface="Montserrat"/>
                <a:ea typeface="Montserrat"/>
                <a:cs typeface="Montserrat"/>
              </a:defRPr>
            </a:lvl3pPr>
            <a:lvl4pPr algn="ctr">
              <a:defRPr sz="1050" b="0">
                <a:solidFill>
                  <a:srgbClr val="475569"/>
                </a:solidFill>
                <a:latin typeface="Montserrat"/>
                <a:ea typeface="Montserrat"/>
                <a:cs typeface="Montserrat"/>
              </a:defRPr>
            </a:lvl4pPr>
            <a:lvl5pPr algn="ctr">
              <a:defRPr sz="1050" b="0">
                <a:solidFill>
                  <a:srgbClr val="475569"/>
                </a:solidFill>
                <a:latin typeface="Montserrat"/>
                <a:ea typeface="Montserrat"/>
                <a:cs typeface="Montserrat"/>
              </a:defRPr>
            </a:lvl5pPr>
            <a:lvl6pPr algn="ctr">
              <a:defRPr sz="1050" b="0">
                <a:solidFill>
                  <a:srgbClr val="475569"/>
                </a:solidFill>
                <a:latin typeface="Montserrat"/>
                <a:ea typeface="Montserrat"/>
                <a:cs typeface="Montserrat"/>
              </a:defRPr>
            </a:lvl6pPr>
            <a:lvl7pPr algn="ctr">
              <a:defRPr sz="1050" b="0">
                <a:solidFill>
                  <a:srgbClr val="475569"/>
                </a:solidFill>
                <a:latin typeface="Montserrat"/>
                <a:ea typeface="Montserrat"/>
                <a:cs typeface="Montserrat"/>
              </a:defRPr>
            </a:lvl7pPr>
            <a:lvl8pPr algn="ctr">
              <a:defRPr sz="1050" b="0">
                <a:solidFill>
                  <a:srgbClr val="475569"/>
                </a:solidFill>
                <a:latin typeface="Montserrat"/>
                <a:ea typeface="Montserrat"/>
                <a:cs typeface="Montserrat"/>
              </a:defRPr>
            </a:lvl8pPr>
            <a:lvl9pPr algn="ctr">
              <a:defRPr sz="1050" b="0">
                <a:solidFill>
                  <a:srgbClr val="475569"/>
                </a:solidFill>
                <a:latin typeface="Montserrat"/>
                <a:ea typeface="Montserrat"/>
                <a:cs typeface="Montserrat"/>
              </a:defRPr>
            </a:lvl9pPr>
          </a:lstStyle>
          <a:p xmlns:a="http://schemas.openxmlformats.org/drawingml/2006/main">
            <a:pPr algn="ctr">
              <a:defRPr sz="1050" b="0">
                <a:solidFill>
                  <a:srgbClr val="475569"/>
                </a:solidFill>
                <a:latin typeface="Montserrat"/>
                <a:ea typeface="Montserrat"/>
                <a:cs typeface="Montserrat"/>
              </a:defRPr>
            </a:pPr>
            <a:r>
              <a:rPr sz="1050" b="0">
                <a:solidFill>
                  <a:srgbClr val="475569"/>
                </a:solidFill>
                <a:latin typeface="Montserrat"/>
                <a:ea typeface="Montserrat"/>
                <a:cs typeface="Montserrat"/>
              </a:rPr>
              <a:t>Say what worked, what surprised you, and what changes next.</a:t>
            </a:r>
          </a:p>
        </p:txBody>
      </p:sp>
      <p:sp>
        <p:nvSpPr>
          <p:cNvPr id="23" name="">
            <a:extLst xmlns:a="http://schemas.openxmlformats.org/drawingml/2006/main">
              <a:ext uri="{FF2B5EF4-FFF2-40B4-BE49-F238E27FC236}">
                <a16:creationId xmlns:a16="http://schemas.microsoft.com/office/drawing/2014/main" id="{29472644-762E-46C4-B23E-F327DD843EF3}"/>
              </a:ext>
            </a:extLst>
          </p:cNvPr>
          <p:cNvSpPr>
            <a:spLocks xmlns:a="http://schemas.openxmlformats.org/drawingml/2006/main" noGrp="1"/>
          </p:cNvSpPr>
          <p:nvPr/>
        </p:nvSpPr>
        <p:spPr>
          <a:xfrm xmlns:a="http://schemas.openxmlformats.org/drawingml/2006/main">
            <a:off x="647700" y="470535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24" name="">
            <a:extLst xmlns:a="http://schemas.openxmlformats.org/drawingml/2006/main">
              <a:ext uri="{FF2B5EF4-FFF2-40B4-BE49-F238E27FC236}">
                <a16:creationId xmlns:a16="http://schemas.microsoft.com/office/drawing/2014/main" id="{DD126BAF-1835-4540-9B92-3B02D19AF5EC}"/>
              </a:ext>
            </a:extLst>
          </p:cNvPr>
          <p:cNvSpPr>
            <a:spLocks xmlns:a="http://schemas.openxmlformats.org/drawingml/2006/main" noGrp="1"/>
          </p:cNvSpPr>
          <p:nvPr/>
        </p:nvSpPr>
        <p:spPr>
          <a:xfrm xmlns:a="http://schemas.openxmlformats.org/drawingml/2006/main">
            <a:off x="742950" y="49530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The vibe gets you moving. The lifecycle keeps the result honest.</a:t>
            </a:r>
          </a:p>
        </p:txBody>
      </p:sp>
      <p:sp>
        <p:nvSpPr>
          <p:cNvPr id="25" name="">
            <a:extLst xmlns:a="http://schemas.openxmlformats.org/drawingml/2006/main">
              <a:ext uri="{FF2B5EF4-FFF2-40B4-BE49-F238E27FC236}">
                <a16:creationId xmlns:a16="http://schemas.microsoft.com/office/drawing/2014/main" id="{B011DF69-0C81-4307-969C-9227742637FC}"/>
              </a:ext>
            </a:extLst>
          </p:cNvPr>
          <p:cNvSpPr>
            <a:spLocks xmlns:a="http://schemas.openxmlformats.org/drawingml/2006/main" noGrp="1"/>
          </p:cNvSpPr>
          <p:nvPr/>
        </p:nvSpPr>
        <p:spPr>
          <a:xfrm xmlns:a="http://schemas.openxmlformats.org/drawingml/2006/main">
            <a:off x="3667125" y="6381750"/>
            <a:ext cx="4857750" cy="0"/>
          </a:xfrm>
          <a:prstGeom xmlns:a="http://schemas.openxmlformats.org/drawingml/2006/main" prst="line">
            <a:avLst/>
          </a:prstGeom>
          <a:noFill xmlns:a="http://schemas.openxmlformats.org/drawingml/2006/main"/>
          <a:ln xmlns:a="http://schemas.openxmlformats.org/drawingml/2006/main" w="5715">
            <a:solidFill>
              <a:srgbClr val="D8E2EF"/>
            </a:solidFill>
            <a:prstDash val="solid"/>
          </a:ln>
        </p:spPr>
      </p:sp>
      <p:sp>
        <p:nvSpPr>
          <p:cNvPr id="26" name="">
            <a:extLst xmlns:a="http://schemas.openxmlformats.org/drawingml/2006/main">
              <a:ext uri="{FF2B5EF4-FFF2-40B4-BE49-F238E27FC236}">
                <a16:creationId xmlns:a16="http://schemas.microsoft.com/office/drawing/2014/main" id="{6A4D996B-794E-40D6-8BF7-F42BDDB6B518}"/>
              </a:ext>
            </a:extLst>
          </p:cNvPr>
          <p:cNvSpPr>
            <a:spLocks xmlns:a="http://schemas.openxmlformats.org/drawingml/2006/main" noGrp="1"/>
          </p:cNvSpPr>
          <p:nvPr/>
        </p:nvSpPr>
        <p:spPr>
          <a:xfrm xmlns:a="http://schemas.openxmlformats.org/drawingml/2006/main">
            <a:off x="36337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27" name="">
            <a:extLst xmlns:a="http://schemas.openxmlformats.org/drawingml/2006/main">
              <a:ext uri="{FF2B5EF4-FFF2-40B4-BE49-F238E27FC236}">
                <a16:creationId xmlns:a16="http://schemas.microsoft.com/office/drawing/2014/main" id="{E42B9A48-0AA0-4F22-B51E-F931EABC4CC0}"/>
              </a:ext>
            </a:extLst>
          </p:cNvPr>
          <p:cNvSpPr>
            <a:spLocks xmlns:a="http://schemas.openxmlformats.org/drawingml/2006/main" noGrp="1"/>
          </p:cNvSpPr>
          <p:nvPr/>
        </p:nvSpPr>
        <p:spPr>
          <a:xfrm xmlns:a="http://schemas.openxmlformats.org/drawingml/2006/main">
            <a:off x="32670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PLAN</a:t>
            </a:r>
          </a:p>
        </p:txBody>
      </p:sp>
      <p:sp>
        <p:nvSpPr>
          <p:cNvPr id="28" name="">
            <a:extLst xmlns:a="http://schemas.openxmlformats.org/drawingml/2006/main">
              <a:ext uri="{FF2B5EF4-FFF2-40B4-BE49-F238E27FC236}">
                <a16:creationId xmlns:a16="http://schemas.microsoft.com/office/drawing/2014/main" id="{23EA88A7-5414-490B-9556-00CE79403842}"/>
              </a:ext>
            </a:extLst>
          </p:cNvPr>
          <p:cNvSpPr>
            <a:spLocks xmlns:a="http://schemas.openxmlformats.org/drawingml/2006/main" noGrp="1"/>
          </p:cNvSpPr>
          <p:nvPr/>
        </p:nvSpPr>
        <p:spPr>
          <a:xfrm xmlns:a="http://schemas.openxmlformats.org/drawingml/2006/main">
            <a:off x="46053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29" name="">
            <a:extLst xmlns:a="http://schemas.openxmlformats.org/drawingml/2006/main">
              <a:ext uri="{FF2B5EF4-FFF2-40B4-BE49-F238E27FC236}">
                <a16:creationId xmlns:a16="http://schemas.microsoft.com/office/drawing/2014/main" id="{7812208A-A4B6-4EF1-9664-45D88951221E}"/>
              </a:ext>
            </a:extLst>
          </p:cNvPr>
          <p:cNvSpPr>
            <a:spLocks xmlns:a="http://schemas.openxmlformats.org/drawingml/2006/main" noGrp="1"/>
          </p:cNvSpPr>
          <p:nvPr/>
        </p:nvSpPr>
        <p:spPr>
          <a:xfrm xmlns:a="http://schemas.openxmlformats.org/drawingml/2006/main">
            <a:off x="42386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DESIGN</a:t>
            </a:r>
          </a:p>
        </p:txBody>
      </p:sp>
      <p:sp>
        <p:nvSpPr>
          <p:cNvPr id="30" name="">
            <a:extLst xmlns:a="http://schemas.openxmlformats.org/drawingml/2006/main">
              <a:ext uri="{FF2B5EF4-FFF2-40B4-BE49-F238E27FC236}">
                <a16:creationId xmlns:a16="http://schemas.microsoft.com/office/drawing/2014/main" id="{1ECBAA83-A1E4-4855-8326-6FF502A79372}"/>
              </a:ext>
            </a:extLst>
          </p:cNvPr>
          <p:cNvSpPr>
            <a:spLocks xmlns:a="http://schemas.openxmlformats.org/drawingml/2006/main" noGrp="1"/>
          </p:cNvSpPr>
          <p:nvPr/>
        </p:nvSpPr>
        <p:spPr>
          <a:xfrm xmlns:a="http://schemas.openxmlformats.org/drawingml/2006/main">
            <a:off x="55768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31" name="">
            <a:extLst xmlns:a="http://schemas.openxmlformats.org/drawingml/2006/main">
              <a:ext uri="{FF2B5EF4-FFF2-40B4-BE49-F238E27FC236}">
                <a16:creationId xmlns:a16="http://schemas.microsoft.com/office/drawing/2014/main" id="{40D302E3-5CCB-4FAB-9008-E1ACDAB84AB3}"/>
              </a:ext>
            </a:extLst>
          </p:cNvPr>
          <p:cNvSpPr>
            <a:spLocks xmlns:a="http://schemas.openxmlformats.org/drawingml/2006/main" noGrp="1"/>
          </p:cNvSpPr>
          <p:nvPr/>
        </p:nvSpPr>
        <p:spPr>
          <a:xfrm xmlns:a="http://schemas.openxmlformats.org/drawingml/2006/main">
            <a:off x="52101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BUILD</a:t>
            </a:r>
          </a:p>
        </p:txBody>
      </p:sp>
      <p:sp>
        <p:nvSpPr>
          <p:cNvPr id="32" name="">
            <a:extLst xmlns:a="http://schemas.openxmlformats.org/drawingml/2006/main">
              <a:ext uri="{FF2B5EF4-FFF2-40B4-BE49-F238E27FC236}">
                <a16:creationId xmlns:a16="http://schemas.microsoft.com/office/drawing/2014/main" id="{72B4C0D4-8ABF-46B0-855D-0F5C032BFA64}"/>
              </a:ext>
            </a:extLst>
          </p:cNvPr>
          <p:cNvSpPr>
            <a:spLocks xmlns:a="http://schemas.openxmlformats.org/drawingml/2006/main" noGrp="1"/>
          </p:cNvSpPr>
          <p:nvPr/>
        </p:nvSpPr>
        <p:spPr>
          <a:xfrm xmlns:a="http://schemas.openxmlformats.org/drawingml/2006/main">
            <a:off x="65484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33" name="">
            <a:extLst xmlns:a="http://schemas.openxmlformats.org/drawingml/2006/main">
              <a:ext uri="{FF2B5EF4-FFF2-40B4-BE49-F238E27FC236}">
                <a16:creationId xmlns:a16="http://schemas.microsoft.com/office/drawing/2014/main" id="{3515253C-CE45-4A30-AED1-14C9E69AD5AA}"/>
              </a:ext>
            </a:extLst>
          </p:cNvPr>
          <p:cNvSpPr>
            <a:spLocks xmlns:a="http://schemas.openxmlformats.org/drawingml/2006/main" noGrp="1"/>
          </p:cNvSpPr>
          <p:nvPr/>
        </p:nvSpPr>
        <p:spPr>
          <a:xfrm xmlns:a="http://schemas.openxmlformats.org/drawingml/2006/main">
            <a:off x="61817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TEST</a:t>
            </a:r>
          </a:p>
        </p:txBody>
      </p:sp>
      <p:sp>
        <p:nvSpPr>
          <p:cNvPr id="34" name="">
            <a:extLst xmlns:a="http://schemas.openxmlformats.org/drawingml/2006/main">
              <a:ext uri="{FF2B5EF4-FFF2-40B4-BE49-F238E27FC236}">
                <a16:creationId xmlns:a16="http://schemas.microsoft.com/office/drawing/2014/main" id="{3C1605D4-AC89-4D9F-81E1-4FC9773E0C13}"/>
              </a:ext>
            </a:extLst>
          </p:cNvPr>
          <p:cNvSpPr>
            <a:spLocks xmlns:a="http://schemas.openxmlformats.org/drawingml/2006/main" noGrp="1"/>
          </p:cNvSpPr>
          <p:nvPr/>
        </p:nvSpPr>
        <p:spPr>
          <a:xfrm xmlns:a="http://schemas.openxmlformats.org/drawingml/2006/main">
            <a:off x="75199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35" name="">
            <a:extLst xmlns:a="http://schemas.openxmlformats.org/drawingml/2006/main">
              <a:ext uri="{FF2B5EF4-FFF2-40B4-BE49-F238E27FC236}">
                <a16:creationId xmlns:a16="http://schemas.microsoft.com/office/drawing/2014/main" id="{8E207ED6-ADBC-4389-A06C-C5EA07F048B1}"/>
              </a:ext>
            </a:extLst>
          </p:cNvPr>
          <p:cNvSpPr>
            <a:spLocks xmlns:a="http://schemas.openxmlformats.org/drawingml/2006/main" noGrp="1"/>
          </p:cNvSpPr>
          <p:nvPr/>
        </p:nvSpPr>
        <p:spPr>
          <a:xfrm xmlns:a="http://schemas.openxmlformats.org/drawingml/2006/main">
            <a:off x="71532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DEPLOY</a:t>
            </a:r>
          </a:p>
        </p:txBody>
      </p:sp>
      <p:sp>
        <p:nvSpPr>
          <p:cNvPr id="36" name="">
            <a:extLst xmlns:a="http://schemas.openxmlformats.org/drawingml/2006/main">
              <a:ext uri="{FF2B5EF4-FFF2-40B4-BE49-F238E27FC236}">
                <a16:creationId xmlns:a16="http://schemas.microsoft.com/office/drawing/2014/main" id="{F33F574A-5F73-4C6A-AC6F-799720AFF5C3}"/>
              </a:ext>
            </a:extLst>
          </p:cNvPr>
          <p:cNvSpPr>
            <a:spLocks xmlns:a="http://schemas.openxmlformats.org/drawingml/2006/main" noGrp="1"/>
          </p:cNvSpPr>
          <p:nvPr/>
        </p:nvSpPr>
        <p:spPr>
          <a:xfrm xmlns:a="http://schemas.openxmlformats.org/drawingml/2006/main">
            <a:off x="84915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37" name="">
            <a:extLst xmlns:a="http://schemas.openxmlformats.org/drawingml/2006/main">
              <a:ext uri="{FF2B5EF4-FFF2-40B4-BE49-F238E27FC236}">
                <a16:creationId xmlns:a16="http://schemas.microsoft.com/office/drawing/2014/main" id="{6676C76D-0282-45BA-9D8D-311C2C0ABA2B}"/>
              </a:ext>
            </a:extLst>
          </p:cNvPr>
          <p:cNvSpPr>
            <a:spLocks xmlns:a="http://schemas.openxmlformats.org/drawingml/2006/main" noGrp="1"/>
          </p:cNvSpPr>
          <p:nvPr/>
        </p:nvSpPr>
        <p:spPr>
          <a:xfrm xmlns:a="http://schemas.openxmlformats.org/drawingml/2006/main">
            <a:off x="81248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MAINTAIN</a:t>
            </a:r>
          </a:p>
        </p:txBody>
      </p:sp>
    </p:spTree>
    <p:extLst>
      <p:ext uri="{BB962C8B-B14F-4D97-AF65-F5344CB8AC3E}">
        <p14:creationId xmlns:p14="http://schemas.microsoft.com/office/powerpoint/2010/main" val="144816005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922B9BC8-715D-4EC1-86B4-98843A3A3A9D}"/>
              </a:ext>
            </a:extLst>
          </p:cNvPr>
          <p:cNvPicPr>
            <a:picLocks xmlns:a="http://schemas.openxmlformats.org/drawingml/2006/main" noChangeAspect="1"/>
          </p:cNvPicPr>
          <p:nvPr/>
        </p:nvPicPr>
        <p:blipFill>
          <a:blip xmlns:r="http://schemas.openxmlformats.org/officeDocument/2006/relationships" xmlns:a="http://schemas.openxmlformats.org/drawingml/2006/main" r:embed="R8b7cc5e70b3b4851"/>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23F512C0-5E03-4216-8C66-D9AB91BA9953}"/>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17 / 63</a:t>
            </a:r>
            <a:endParaRPr sz="900"/>
          </a:p>
        </p:txBody>
      </p:sp>
      <p:sp>
        <p:nvSpPr>
          <p:cNvPr id="4" name="">
            <a:extLst xmlns:a="http://schemas.openxmlformats.org/drawingml/2006/main">
              <a:ext uri="{FF2B5EF4-FFF2-40B4-BE49-F238E27FC236}">
                <a16:creationId xmlns:a16="http://schemas.microsoft.com/office/drawing/2014/main" id="{6F0B55D3-19D7-4D64-9290-12B32AD45E08}"/>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307FE2"/>
                </a:solidFill>
                <a:latin typeface="Montserrat"/>
                <a:ea typeface="Montserrat"/>
                <a:cs typeface="Montserrat"/>
              </a:defRPr>
            </a:defPPr>
            <a:lvl1pPr algn="l">
              <a:defRPr sz="1050" b="1">
                <a:solidFill>
                  <a:srgbClr val="307FE2"/>
                </a:solidFill>
                <a:latin typeface="Montserrat"/>
                <a:ea typeface="Montserrat"/>
                <a:cs typeface="Montserrat"/>
              </a:defRPr>
            </a:lvl1pPr>
            <a:lvl2pPr algn="l">
              <a:defRPr sz="1050" b="1">
                <a:solidFill>
                  <a:srgbClr val="307FE2"/>
                </a:solidFill>
                <a:latin typeface="Montserrat"/>
                <a:ea typeface="Montserrat"/>
                <a:cs typeface="Montserrat"/>
              </a:defRPr>
            </a:lvl2pPr>
            <a:lvl3pPr algn="l">
              <a:defRPr sz="1050" b="1">
                <a:solidFill>
                  <a:srgbClr val="307FE2"/>
                </a:solidFill>
                <a:latin typeface="Montserrat"/>
                <a:ea typeface="Montserrat"/>
                <a:cs typeface="Montserrat"/>
              </a:defRPr>
            </a:lvl3pPr>
            <a:lvl4pPr algn="l">
              <a:defRPr sz="1050" b="1">
                <a:solidFill>
                  <a:srgbClr val="307FE2"/>
                </a:solidFill>
                <a:latin typeface="Montserrat"/>
                <a:ea typeface="Montserrat"/>
                <a:cs typeface="Montserrat"/>
              </a:defRPr>
            </a:lvl4pPr>
            <a:lvl5pPr algn="l">
              <a:defRPr sz="1050" b="1">
                <a:solidFill>
                  <a:srgbClr val="307FE2"/>
                </a:solidFill>
                <a:latin typeface="Montserrat"/>
                <a:ea typeface="Montserrat"/>
                <a:cs typeface="Montserrat"/>
              </a:defRPr>
            </a:lvl5pPr>
            <a:lvl6pPr algn="l">
              <a:defRPr sz="1050" b="1">
                <a:solidFill>
                  <a:srgbClr val="307FE2"/>
                </a:solidFill>
                <a:latin typeface="Montserrat"/>
                <a:ea typeface="Montserrat"/>
                <a:cs typeface="Montserrat"/>
              </a:defRPr>
            </a:lvl6pPr>
            <a:lvl7pPr algn="l">
              <a:defRPr sz="1050" b="1">
                <a:solidFill>
                  <a:srgbClr val="307FE2"/>
                </a:solidFill>
                <a:latin typeface="Montserrat"/>
                <a:ea typeface="Montserrat"/>
                <a:cs typeface="Montserrat"/>
              </a:defRPr>
            </a:lvl7pPr>
            <a:lvl8pPr algn="l">
              <a:defRPr sz="1050" b="1">
                <a:solidFill>
                  <a:srgbClr val="307FE2"/>
                </a:solidFill>
                <a:latin typeface="Montserrat"/>
                <a:ea typeface="Montserrat"/>
                <a:cs typeface="Montserrat"/>
              </a:defRPr>
            </a:lvl8pPr>
            <a:lvl9pPr algn="l">
              <a:defRPr sz="1050" b="1">
                <a:solidFill>
                  <a:srgbClr val="307FE2"/>
                </a:solidFill>
                <a:latin typeface="Montserrat"/>
                <a:ea typeface="Montserrat"/>
                <a:cs typeface="Montserrat"/>
              </a:defRPr>
            </a:lvl9pPr>
          </a:lstStyle>
          <a:p xmlns:a="http://schemas.openxmlformats.org/drawingml/2006/main">
            <a:pPr algn="l">
              <a:defRPr sz="1050" b="1">
                <a:solidFill>
                  <a:srgbClr val="307FE2"/>
                </a:solidFill>
                <a:latin typeface="Montserrat"/>
                <a:ea typeface="Montserrat"/>
                <a:cs typeface="Montserrat"/>
              </a:defRPr>
            </a:pPr>
            <a:r>
              <a:rPr sz="1050" b="1">
                <a:solidFill>
                  <a:srgbClr val="307FE2"/>
                </a:solidFill>
                <a:latin typeface="Montserrat"/>
                <a:ea typeface="Montserrat"/>
                <a:cs typeface="Montserrat"/>
              </a:rPr>
              <a:t>// START HERE · THE LIFECYCLE</a:t>
            </a:r>
          </a:p>
        </p:txBody>
      </p:sp>
      <p:sp>
        <p:nvSpPr>
          <p:cNvPr id="5" name="">
            <a:extLst xmlns:a="http://schemas.openxmlformats.org/drawingml/2006/main">
              <a:ext uri="{FF2B5EF4-FFF2-40B4-BE49-F238E27FC236}">
                <a16:creationId xmlns:a16="http://schemas.microsoft.com/office/drawing/2014/main" id="{9DB11465-8AFC-4B85-A8A2-03CA1895D6F5}"/>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94A3B8"/>
                </a:solidFill>
                <a:latin typeface="Montserrat"/>
                <a:ea typeface="Montserrat"/>
                <a:cs typeface="Montserrat"/>
              </a:defRPr>
            </a:defPPr>
            <a:lvl1pPr algn="r">
              <a:defRPr sz="900" b="0">
                <a:solidFill>
                  <a:srgbClr val="94A3B8"/>
                </a:solidFill>
                <a:latin typeface="Montserrat"/>
                <a:ea typeface="Montserrat"/>
                <a:cs typeface="Montserrat"/>
              </a:defRPr>
            </a:lvl1pPr>
            <a:lvl2pPr algn="r">
              <a:defRPr sz="900" b="0">
                <a:solidFill>
                  <a:srgbClr val="94A3B8"/>
                </a:solidFill>
                <a:latin typeface="Montserrat"/>
                <a:ea typeface="Montserrat"/>
                <a:cs typeface="Montserrat"/>
              </a:defRPr>
            </a:lvl2pPr>
            <a:lvl3pPr algn="r">
              <a:defRPr sz="900" b="0">
                <a:solidFill>
                  <a:srgbClr val="94A3B8"/>
                </a:solidFill>
                <a:latin typeface="Montserrat"/>
                <a:ea typeface="Montserrat"/>
                <a:cs typeface="Montserrat"/>
              </a:defRPr>
            </a:lvl3pPr>
            <a:lvl4pPr algn="r">
              <a:defRPr sz="900" b="0">
                <a:solidFill>
                  <a:srgbClr val="94A3B8"/>
                </a:solidFill>
                <a:latin typeface="Montserrat"/>
                <a:ea typeface="Montserrat"/>
                <a:cs typeface="Montserrat"/>
              </a:defRPr>
            </a:lvl4pPr>
            <a:lvl5pPr algn="r">
              <a:defRPr sz="900" b="0">
                <a:solidFill>
                  <a:srgbClr val="94A3B8"/>
                </a:solidFill>
                <a:latin typeface="Montserrat"/>
                <a:ea typeface="Montserrat"/>
                <a:cs typeface="Montserrat"/>
              </a:defRPr>
            </a:lvl5pPr>
            <a:lvl6pPr algn="r">
              <a:defRPr sz="900" b="0">
                <a:solidFill>
                  <a:srgbClr val="94A3B8"/>
                </a:solidFill>
                <a:latin typeface="Montserrat"/>
                <a:ea typeface="Montserrat"/>
                <a:cs typeface="Montserrat"/>
              </a:defRPr>
            </a:lvl6pPr>
            <a:lvl7pPr algn="r">
              <a:defRPr sz="900" b="0">
                <a:solidFill>
                  <a:srgbClr val="94A3B8"/>
                </a:solidFill>
                <a:latin typeface="Montserrat"/>
                <a:ea typeface="Montserrat"/>
                <a:cs typeface="Montserrat"/>
              </a:defRPr>
            </a:lvl7pPr>
            <a:lvl8pPr algn="r">
              <a:defRPr sz="900" b="0">
                <a:solidFill>
                  <a:srgbClr val="94A3B8"/>
                </a:solidFill>
                <a:latin typeface="Montserrat"/>
                <a:ea typeface="Montserrat"/>
                <a:cs typeface="Montserrat"/>
              </a:defRPr>
            </a:lvl8pPr>
            <a:lvl9pPr algn="r">
              <a:defRPr sz="900" b="0">
                <a:solidFill>
                  <a:srgbClr val="94A3B8"/>
                </a:solidFill>
                <a:latin typeface="Montserrat"/>
                <a:ea typeface="Montserrat"/>
                <a:cs typeface="Montserrat"/>
              </a:defRPr>
            </a:lvl9pPr>
          </a:lstStyle>
          <a:p xmlns:a="http://schemas.openxmlformats.org/drawingml/2006/main">
            <a:pPr algn="r">
              <a:defRPr sz="900" b="0">
                <a:solidFill>
                  <a:srgbClr val="94A3B8"/>
                </a:solidFill>
                <a:latin typeface="Montserrat"/>
                <a:ea typeface="Montserrat"/>
                <a:cs typeface="Montserrat"/>
              </a:defRPr>
            </a:pPr>
            <a:r>
              <a:rPr sz="900" b="0">
                <a:solidFill>
                  <a:srgbClr val="94A3B8"/>
                </a:solidFill>
                <a:latin typeface="Montserrat"/>
                <a:ea typeface="Montserrat"/>
                <a:cs typeface="Montserrat"/>
              </a:rPr>
              <a:t>0:57–0:58</a:t>
            </a:r>
          </a:p>
        </p:txBody>
      </p:sp>
      <p:sp>
        <p:nvSpPr>
          <p:cNvPr id="6" name="">
            <a:extLst xmlns:a="http://schemas.openxmlformats.org/drawingml/2006/main">
              <a:ext uri="{FF2B5EF4-FFF2-40B4-BE49-F238E27FC236}">
                <a16:creationId xmlns:a16="http://schemas.microsoft.com/office/drawing/2014/main" id="{6B144689-86E6-4F07-918E-E765326F2E51}"/>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Six steps to working software</a:t>
            </a:r>
          </a:p>
        </p:txBody>
      </p:sp>
      <p:sp>
        <p:nvSpPr>
          <p:cNvPr id="7" name="">
            <a:extLst xmlns:a="http://schemas.openxmlformats.org/drawingml/2006/main">
              <a:ext uri="{FF2B5EF4-FFF2-40B4-BE49-F238E27FC236}">
                <a16:creationId xmlns:a16="http://schemas.microsoft.com/office/drawing/2014/main" id="{13F4ED6F-D9FF-4568-A877-B3190366EB42}"/>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THE SAME LOOP FOR THE WEBSITE AND THE GAME</a:t>
            </a:r>
          </a:p>
        </p:txBody>
      </p:sp>
      <p:sp>
        <p:nvSpPr>
          <p:cNvPr id="8" name="">
            <a:extLst xmlns:a="http://schemas.openxmlformats.org/drawingml/2006/main">
              <a:ext uri="{FF2B5EF4-FFF2-40B4-BE49-F238E27FC236}">
                <a16:creationId xmlns:a16="http://schemas.microsoft.com/office/drawing/2014/main" id="{EDB3065E-F5D8-429E-A8A9-7926FABC6D4A}"/>
              </a:ext>
            </a:extLst>
          </p:cNvPr>
          <p:cNvSpPr>
            <a:spLocks xmlns:a="http://schemas.openxmlformats.org/drawingml/2006/main" noGrp="1"/>
          </p:cNvSpPr>
          <p:nvPr/>
        </p:nvSpPr>
        <p:spPr>
          <a:xfrm xmlns:a="http://schemas.openxmlformats.org/drawingml/2006/main">
            <a:off x="742950" y="21907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0">
                <a:solidFill>
                  <a:srgbClr val="307FE2"/>
                </a:solidFill>
                <a:latin typeface="Courier New"/>
                <a:ea typeface="Courier New"/>
                <a:cs typeface="Courier New"/>
              </a:defRPr>
            </a:defPPr>
            <a:lvl1pPr algn="l">
              <a:defRPr sz="825" b="0">
                <a:solidFill>
                  <a:srgbClr val="307FE2"/>
                </a:solidFill>
                <a:latin typeface="Courier New"/>
                <a:ea typeface="Courier New"/>
                <a:cs typeface="Courier New"/>
              </a:defRPr>
            </a:lvl1pPr>
            <a:lvl2pPr algn="l">
              <a:defRPr sz="825" b="0">
                <a:solidFill>
                  <a:srgbClr val="307FE2"/>
                </a:solidFill>
                <a:latin typeface="Courier New"/>
                <a:ea typeface="Courier New"/>
                <a:cs typeface="Courier New"/>
              </a:defRPr>
            </a:lvl2pPr>
            <a:lvl3pPr algn="l">
              <a:defRPr sz="825" b="0">
                <a:solidFill>
                  <a:srgbClr val="307FE2"/>
                </a:solidFill>
                <a:latin typeface="Courier New"/>
                <a:ea typeface="Courier New"/>
                <a:cs typeface="Courier New"/>
              </a:defRPr>
            </a:lvl3pPr>
            <a:lvl4pPr algn="l">
              <a:defRPr sz="825" b="0">
                <a:solidFill>
                  <a:srgbClr val="307FE2"/>
                </a:solidFill>
                <a:latin typeface="Courier New"/>
                <a:ea typeface="Courier New"/>
                <a:cs typeface="Courier New"/>
              </a:defRPr>
            </a:lvl4pPr>
            <a:lvl5pPr algn="l">
              <a:defRPr sz="825" b="0">
                <a:solidFill>
                  <a:srgbClr val="307FE2"/>
                </a:solidFill>
                <a:latin typeface="Courier New"/>
                <a:ea typeface="Courier New"/>
                <a:cs typeface="Courier New"/>
              </a:defRPr>
            </a:lvl5pPr>
            <a:lvl6pPr algn="l">
              <a:defRPr sz="825" b="0">
                <a:solidFill>
                  <a:srgbClr val="307FE2"/>
                </a:solidFill>
                <a:latin typeface="Courier New"/>
                <a:ea typeface="Courier New"/>
                <a:cs typeface="Courier New"/>
              </a:defRPr>
            </a:lvl6pPr>
            <a:lvl7pPr algn="l">
              <a:defRPr sz="825" b="0">
                <a:solidFill>
                  <a:srgbClr val="307FE2"/>
                </a:solidFill>
                <a:latin typeface="Courier New"/>
                <a:ea typeface="Courier New"/>
                <a:cs typeface="Courier New"/>
              </a:defRPr>
            </a:lvl7pPr>
            <a:lvl8pPr algn="l">
              <a:defRPr sz="825" b="0">
                <a:solidFill>
                  <a:srgbClr val="307FE2"/>
                </a:solidFill>
                <a:latin typeface="Courier New"/>
                <a:ea typeface="Courier New"/>
                <a:cs typeface="Courier New"/>
              </a:defRPr>
            </a:lvl8pPr>
            <a:lvl9pPr algn="l">
              <a:defRPr sz="825" b="0">
                <a:solidFill>
                  <a:srgbClr val="307FE2"/>
                </a:solidFill>
                <a:latin typeface="Courier New"/>
                <a:ea typeface="Courier New"/>
                <a:cs typeface="Courier New"/>
              </a:defRPr>
            </a:lvl9pPr>
          </a:lstStyle>
          <a:p xmlns:a="http://schemas.openxmlformats.org/drawingml/2006/main">
            <a:pPr algn="l">
              <a:defRPr sz="825" b="0">
                <a:solidFill>
                  <a:srgbClr val="307FE2"/>
                </a:solidFill>
                <a:latin typeface="Courier New"/>
                <a:ea typeface="Courier New"/>
                <a:cs typeface="Courier New"/>
              </a:defRPr>
            </a:pPr>
            <a:r>
              <a:rPr sz="825" b="0">
                <a:solidFill>
                  <a:srgbClr val="307FE2"/>
                </a:solidFill>
                <a:latin typeface="Courier New"/>
                <a:ea typeface="Courier New"/>
                <a:cs typeface="Courier New"/>
              </a:rPr>
              <a:t>01</a:t>
            </a:r>
          </a:p>
        </p:txBody>
      </p:sp>
      <p:sp>
        <p:nvSpPr>
          <p:cNvPr id="9" name="">
            <a:extLst xmlns:a="http://schemas.openxmlformats.org/drawingml/2006/main">
              <a:ext uri="{FF2B5EF4-FFF2-40B4-BE49-F238E27FC236}">
                <a16:creationId xmlns:a16="http://schemas.microsoft.com/office/drawing/2014/main" id="{52F5E8C2-6101-4745-BCF6-2ECCFE389A7C}"/>
              </a:ext>
            </a:extLst>
          </p:cNvPr>
          <p:cNvSpPr>
            <a:spLocks xmlns:a="http://schemas.openxmlformats.org/drawingml/2006/main" noGrp="1"/>
          </p:cNvSpPr>
          <p:nvPr/>
        </p:nvSpPr>
        <p:spPr>
          <a:xfrm xmlns:a="http://schemas.openxmlformats.org/drawingml/2006/main">
            <a:off x="1181100" y="215265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0F172A"/>
                </a:solidFill>
                <a:latin typeface="Montserrat"/>
                <a:ea typeface="Montserrat"/>
                <a:cs typeface="Montserrat"/>
              </a:defRPr>
            </a:defPPr>
            <a:lvl1pPr algn="l">
              <a:defRPr sz="1275" b="1">
                <a:solidFill>
                  <a:srgbClr val="0F172A"/>
                </a:solidFill>
                <a:latin typeface="Montserrat"/>
                <a:ea typeface="Montserrat"/>
                <a:cs typeface="Montserrat"/>
              </a:defRPr>
            </a:lvl1pPr>
            <a:lvl2pPr algn="l">
              <a:defRPr sz="1275" b="1">
                <a:solidFill>
                  <a:srgbClr val="0F172A"/>
                </a:solidFill>
                <a:latin typeface="Montserrat"/>
                <a:ea typeface="Montserrat"/>
                <a:cs typeface="Montserrat"/>
              </a:defRPr>
            </a:lvl2pPr>
            <a:lvl3pPr algn="l">
              <a:defRPr sz="1275" b="1">
                <a:solidFill>
                  <a:srgbClr val="0F172A"/>
                </a:solidFill>
                <a:latin typeface="Montserrat"/>
                <a:ea typeface="Montserrat"/>
                <a:cs typeface="Montserrat"/>
              </a:defRPr>
            </a:lvl3pPr>
            <a:lvl4pPr algn="l">
              <a:defRPr sz="1275" b="1">
                <a:solidFill>
                  <a:srgbClr val="0F172A"/>
                </a:solidFill>
                <a:latin typeface="Montserrat"/>
                <a:ea typeface="Montserrat"/>
                <a:cs typeface="Montserrat"/>
              </a:defRPr>
            </a:lvl4pPr>
            <a:lvl5pPr algn="l">
              <a:defRPr sz="1275" b="1">
                <a:solidFill>
                  <a:srgbClr val="0F172A"/>
                </a:solidFill>
                <a:latin typeface="Montserrat"/>
                <a:ea typeface="Montserrat"/>
                <a:cs typeface="Montserrat"/>
              </a:defRPr>
            </a:lvl5pPr>
            <a:lvl6pPr algn="l">
              <a:defRPr sz="1275" b="1">
                <a:solidFill>
                  <a:srgbClr val="0F172A"/>
                </a:solidFill>
                <a:latin typeface="Montserrat"/>
                <a:ea typeface="Montserrat"/>
                <a:cs typeface="Montserrat"/>
              </a:defRPr>
            </a:lvl6pPr>
            <a:lvl7pPr algn="l">
              <a:defRPr sz="1275" b="1">
                <a:solidFill>
                  <a:srgbClr val="0F172A"/>
                </a:solidFill>
                <a:latin typeface="Montserrat"/>
                <a:ea typeface="Montserrat"/>
                <a:cs typeface="Montserrat"/>
              </a:defRPr>
            </a:lvl7pPr>
            <a:lvl8pPr algn="l">
              <a:defRPr sz="1275" b="1">
                <a:solidFill>
                  <a:srgbClr val="0F172A"/>
                </a:solidFill>
                <a:latin typeface="Montserrat"/>
                <a:ea typeface="Montserrat"/>
                <a:cs typeface="Montserrat"/>
              </a:defRPr>
            </a:lvl8pPr>
            <a:lvl9pPr algn="l">
              <a:defRPr sz="1275" b="1">
                <a:solidFill>
                  <a:srgbClr val="0F172A"/>
                </a:solidFill>
                <a:latin typeface="Montserrat"/>
                <a:ea typeface="Montserrat"/>
                <a:cs typeface="Montserrat"/>
              </a:defRPr>
            </a:lvl9pPr>
          </a:lstStyle>
          <a:p xmlns:a="http://schemas.openxmlformats.org/drawingml/2006/main">
            <a:pPr algn="l">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Plan</a:t>
            </a:r>
          </a:p>
        </p:txBody>
      </p:sp>
      <p:sp>
        <p:nvSpPr>
          <p:cNvPr id="10" name="">
            <a:extLst xmlns:a="http://schemas.openxmlformats.org/drawingml/2006/main">
              <a:ext uri="{FF2B5EF4-FFF2-40B4-BE49-F238E27FC236}">
                <a16:creationId xmlns:a16="http://schemas.microsoft.com/office/drawing/2014/main" id="{04C96F68-3502-4E18-80B0-FB275C1BED29}"/>
              </a:ext>
            </a:extLst>
          </p:cNvPr>
          <p:cNvSpPr>
            <a:spLocks xmlns:a="http://schemas.openxmlformats.org/drawingml/2006/main" noGrp="1"/>
          </p:cNvSpPr>
          <p:nvPr/>
        </p:nvSpPr>
        <p:spPr>
          <a:xfrm xmlns:a="http://schemas.openxmlformats.org/drawingml/2006/main">
            <a:off x="1181100" y="2457450"/>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0">
                <a:solidFill>
                  <a:srgbClr val="475569"/>
                </a:solidFill>
                <a:latin typeface="Montserrat"/>
                <a:ea typeface="Montserrat"/>
                <a:cs typeface="Montserrat"/>
              </a:defRPr>
            </a:defPPr>
            <a:lvl1pPr algn="l">
              <a:defRPr sz="1050" b="0">
                <a:solidFill>
                  <a:srgbClr val="475569"/>
                </a:solidFill>
                <a:latin typeface="Montserrat"/>
                <a:ea typeface="Montserrat"/>
                <a:cs typeface="Montserrat"/>
              </a:defRPr>
            </a:lvl1pPr>
            <a:lvl2pPr algn="l">
              <a:defRPr sz="1050" b="0">
                <a:solidFill>
                  <a:srgbClr val="475569"/>
                </a:solidFill>
                <a:latin typeface="Montserrat"/>
                <a:ea typeface="Montserrat"/>
                <a:cs typeface="Montserrat"/>
              </a:defRPr>
            </a:lvl2pPr>
            <a:lvl3pPr algn="l">
              <a:defRPr sz="1050" b="0">
                <a:solidFill>
                  <a:srgbClr val="475569"/>
                </a:solidFill>
                <a:latin typeface="Montserrat"/>
                <a:ea typeface="Montserrat"/>
                <a:cs typeface="Montserrat"/>
              </a:defRPr>
            </a:lvl3pPr>
            <a:lvl4pPr algn="l">
              <a:defRPr sz="1050" b="0">
                <a:solidFill>
                  <a:srgbClr val="475569"/>
                </a:solidFill>
                <a:latin typeface="Montserrat"/>
                <a:ea typeface="Montserrat"/>
                <a:cs typeface="Montserrat"/>
              </a:defRPr>
            </a:lvl4pPr>
            <a:lvl5pPr algn="l">
              <a:defRPr sz="1050" b="0">
                <a:solidFill>
                  <a:srgbClr val="475569"/>
                </a:solidFill>
                <a:latin typeface="Montserrat"/>
                <a:ea typeface="Montserrat"/>
                <a:cs typeface="Montserrat"/>
              </a:defRPr>
            </a:lvl5pPr>
            <a:lvl6pPr algn="l">
              <a:defRPr sz="1050" b="0">
                <a:solidFill>
                  <a:srgbClr val="475569"/>
                </a:solidFill>
                <a:latin typeface="Montserrat"/>
                <a:ea typeface="Montserrat"/>
                <a:cs typeface="Montserrat"/>
              </a:defRPr>
            </a:lvl6pPr>
            <a:lvl7pPr algn="l">
              <a:defRPr sz="1050" b="0">
                <a:solidFill>
                  <a:srgbClr val="475569"/>
                </a:solidFill>
                <a:latin typeface="Montserrat"/>
                <a:ea typeface="Montserrat"/>
                <a:cs typeface="Montserrat"/>
              </a:defRPr>
            </a:lvl7pPr>
            <a:lvl8pPr algn="l">
              <a:defRPr sz="1050" b="0">
                <a:solidFill>
                  <a:srgbClr val="475569"/>
                </a:solidFill>
                <a:latin typeface="Montserrat"/>
                <a:ea typeface="Montserrat"/>
                <a:cs typeface="Montserrat"/>
              </a:defRPr>
            </a:lvl8pPr>
            <a:lvl9pPr algn="l">
              <a:defRPr sz="1050" b="0">
                <a:solidFill>
                  <a:srgbClr val="475569"/>
                </a:solidFill>
                <a:latin typeface="Montserrat"/>
                <a:ea typeface="Montserrat"/>
                <a:cs typeface="Montserrat"/>
              </a:defRPr>
            </a:lvl9pPr>
          </a:lstStyle>
          <a:p xmlns:a="http://schemas.openxmlformats.org/drawingml/2006/main">
            <a:pPr algn="l">
              <a:defRPr sz="1050" b="0">
                <a:solidFill>
                  <a:srgbClr val="475569"/>
                </a:solidFill>
                <a:latin typeface="Montserrat"/>
                <a:ea typeface="Montserrat"/>
                <a:cs typeface="Montserrat"/>
              </a:defRPr>
            </a:pPr>
            <a:r>
              <a:rPr sz="1050" b="0">
                <a:solidFill>
                  <a:srgbClr val="475569"/>
                </a:solidFill>
                <a:latin typeface="Montserrat"/>
                <a:ea typeface="Montserrat"/>
                <a:cs typeface="Montserrat"/>
              </a:rPr>
              <a:t>Name the person, the goal, and the finish line.</a:t>
            </a:r>
          </a:p>
        </p:txBody>
      </p:sp>
      <p:sp>
        <p:nvSpPr>
          <p:cNvPr id="11" name="">
            <a:extLst xmlns:a="http://schemas.openxmlformats.org/drawingml/2006/main">
              <a:ext uri="{FF2B5EF4-FFF2-40B4-BE49-F238E27FC236}">
                <a16:creationId xmlns:a16="http://schemas.microsoft.com/office/drawing/2014/main" id="{8CB7C1C0-89AF-4935-B72F-AE64606FE88E}"/>
              </a:ext>
            </a:extLst>
          </p:cNvPr>
          <p:cNvSpPr>
            <a:spLocks xmlns:a="http://schemas.openxmlformats.org/drawingml/2006/main" noGrp="1"/>
          </p:cNvSpPr>
          <p:nvPr/>
        </p:nvSpPr>
        <p:spPr>
          <a:xfrm xmlns:a="http://schemas.openxmlformats.org/drawingml/2006/main">
            <a:off x="4076700" y="21907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0">
                <a:solidFill>
                  <a:srgbClr val="307FE2"/>
                </a:solidFill>
                <a:latin typeface="Courier New"/>
                <a:ea typeface="Courier New"/>
                <a:cs typeface="Courier New"/>
              </a:defRPr>
            </a:defPPr>
            <a:lvl1pPr algn="l">
              <a:defRPr sz="825" b="0">
                <a:solidFill>
                  <a:srgbClr val="307FE2"/>
                </a:solidFill>
                <a:latin typeface="Courier New"/>
                <a:ea typeface="Courier New"/>
                <a:cs typeface="Courier New"/>
              </a:defRPr>
            </a:lvl1pPr>
            <a:lvl2pPr algn="l">
              <a:defRPr sz="825" b="0">
                <a:solidFill>
                  <a:srgbClr val="307FE2"/>
                </a:solidFill>
                <a:latin typeface="Courier New"/>
                <a:ea typeface="Courier New"/>
                <a:cs typeface="Courier New"/>
              </a:defRPr>
            </a:lvl2pPr>
            <a:lvl3pPr algn="l">
              <a:defRPr sz="825" b="0">
                <a:solidFill>
                  <a:srgbClr val="307FE2"/>
                </a:solidFill>
                <a:latin typeface="Courier New"/>
                <a:ea typeface="Courier New"/>
                <a:cs typeface="Courier New"/>
              </a:defRPr>
            </a:lvl3pPr>
            <a:lvl4pPr algn="l">
              <a:defRPr sz="825" b="0">
                <a:solidFill>
                  <a:srgbClr val="307FE2"/>
                </a:solidFill>
                <a:latin typeface="Courier New"/>
                <a:ea typeface="Courier New"/>
                <a:cs typeface="Courier New"/>
              </a:defRPr>
            </a:lvl4pPr>
            <a:lvl5pPr algn="l">
              <a:defRPr sz="825" b="0">
                <a:solidFill>
                  <a:srgbClr val="307FE2"/>
                </a:solidFill>
                <a:latin typeface="Courier New"/>
                <a:ea typeface="Courier New"/>
                <a:cs typeface="Courier New"/>
              </a:defRPr>
            </a:lvl5pPr>
            <a:lvl6pPr algn="l">
              <a:defRPr sz="825" b="0">
                <a:solidFill>
                  <a:srgbClr val="307FE2"/>
                </a:solidFill>
                <a:latin typeface="Courier New"/>
                <a:ea typeface="Courier New"/>
                <a:cs typeface="Courier New"/>
              </a:defRPr>
            </a:lvl6pPr>
            <a:lvl7pPr algn="l">
              <a:defRPr sz="825" b="0">
                <a:solidFill>
                  <a:srgbClr val="307FE2"/>
                </a:solidFill>
                <a:latin typeface="Courier New"/>
                <a:ea typeface="Courier New"/>
                <a:cs typeface="Courier New"/>
              </a:defRPr>
            </a:lvl7pPr>
            <a:lvl8pPr algn="l">
              <a:defRPr sz="825" b="0">
                <a:solidFill>
                  <a:srgbClr val="307FE2"/>
                </a:solidFill>
                <a:latin typeface="Courier New"/>
                <a:ea typeface="Courier New"/>
                <a:cs typeface="Courier New"/>
              </a:defRPr>
            </a:lvl8pPr>
            <a:lvl9pPr algn="l">
              <a:defRPr sz="825" b="0">
                <a:solidFill>
                  <a:srgbClr val="307FE2"/>
                </a:solidFill>
                <a:latin typeface="Courier New"/>
                <a:ea typeface="Courier New"/>
                <a:cs typeface="Courier New"/>
              </a:defRPr>
            </a:lvl9pPr>
          </a:lstStyle>
          <a:p xmlns:a="http://schemas.openxmlformats.org/drawingml/2006/main">
            <a:pPr algn="l">
              <a:defRPr sz="825" b="0">
                <a:solidFill>
                  <a:srgbClr val="307FE2"/>
                </a:solidFill>
                <a:latin typeface="Courier New"/>
                <a:ea typeface="Courier New"/>
                <a:cs typeface="Courier New"/>
              </a:defRPr>
            </a:pPr>
            <a:r>
              <a:rPr sz="825" b="0">
                <a:solidFill>
                  <a:srgbClr val="307FE2"/>
                </a:solidFill>
                <a:latin typeface="Courier New"/>
                <a:ea typeface="Courier New"/>
                <a:cs typeface="Courier New"/>
              </a:rPr>
              <a:t>02</a:t>
            </a:r>
          </a:p>
        </p:txBody>
      </p:sp>
      <p:sp>
        <p:nvSpPr>
          <p:cNvPr id="12" name="">
            <a:extLst xmlns:a="http://schemas.openxmlformats.org/drawingml/2006/main">
              <a:ext uri="{FF2B5EF4-FFF2-40B4-BE49-F238E27FC236}">
                <a16:creationId xmlns:a16="http://schemas.microsoft.com/office/drawing/2014/main" id="{02EA65B3-ECB9-4508-B5CF-E4BC09385578}"/>
              </a:ext>
            </a:extLst>
          </p:cNvPr>
          <p:cNvSpPr>
            <a:spLocks xmlns:a="http://schemas.openxmlformats.org/drawingml/2006/main" noGrp="1"/>
          </p:cNvSpPr>
          <p:nvPr/>
        </p:nvSpPr>
        <p:spPr>
          <a:xfrm xmlns:a="http://schemas.openxmlformats.org/drawingml/2006/main">
            <a:off x="4514850" y="215265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0F172A"/>
                </a:solidFill>
                <a:latin typeface="Montserrat"/>
                <a:ea typeface="Montserrat"/>
                <a:cs typeface="Montserrat"/>
              </a:defRPr>
            </a:defPPr>
            <a:lvl1pPr algn="l">
              <a:defRPr sz="1275" b="1">
                <a:solidFill>
                  <a:srgbClr val="0F172A"/>
                </a:solidFill>
                <a:latin typeface="Montserrat"/>
                <a:ea typeface="Montserrat"/>
                <a:cs typeface="Montserrat"/>
              </a:defRPr>
            </a:lvl1pPr>
            <a:lvl2pPr algn="l">
              <a:defRPr sz="1275" b="1">
                <a:solidFill>
                  <a:srgbClr val="0F172A"/>
                </a:solidFill>
                <a:latin typeface="Montserrat"/>
                <a:ea typeface="Montserrat"/>
                <a:cs typeface="Montserrat"/>
              </a:defRPr>
            </a:lvl2pPr>
            <a:lvl3pPr algn="l">
              <a:defRPr sz="1275" b="1">
                <a:solidFill>
                  <a:srgbClr val="0F172A"/>
                </a:solidFill>
                <a:latin typeface="Montserrat"/>
                <a:ea typeface="Montserrat"/>
                <a:cs typeface="Montserrat"/>
              </a:defRPr>
            </a:lvl3pPr>
            <a:lvl4pPr algn="l">
              <a:defRPr sz="1275" b="1">
                <a:solidFill>
                  <a:srgbClr val="0F172A"/>
                </a:solidFill>
                <a:latin typeface="Montserrat"/>
                <a:ea typeface="Montserrat"/>
                <a:cs typeface="Montserrat"/>
              </a:defRPr>
            </a:lvl4pPr>
            <a:lvl5pPr algn="l">
              <a:defRPr sz="1275" b="1">
                <a:solidFill>
                  <a:srgbClr val="0F172A"/>
                </a:solidFill>
                <a:latin typeface="Montserrat"/>
                <a:ea typeface="Montserrat"/>
                <a:cs typeface="Montserrat"/>
              </a:defRPr>
            </a:lvl5pPr>
            <a:lvl6pPr algn="l">
              <a:defRPr sz="1275" b="1">
                <a:solidFill>
                  <a:srgbClr val="0F172A"/>
                </a:solidFill>
                <a:latin typeface="Montserrat"/>
                <a:ea typeface="Montserrat"/>
                <a:cs typeface="Montserrat"/>
              </a:defRPr>
            </a:lvl6pPr>
            <a:lvl7pPr algn="l">
              <a:defRPr sz="1275" b="1">
                <a:solidFill>
                  <a:srgbClr val="0F172A"/>
                </a:solidFill>
                <a:latin typeface="Montserrat"/>
                <a:ea typeface="Montserrat"/>
                <a:cs typeface="Montserrat"/>
              </a:defRPr>
            </a:lvl7pPr>
            <a:lvl8pPr algn="l">
              <a:defRPr sz="1275" b="1">
                <a:solidFill>
                  <a:srgbClr val="0F172A"/>
                </a:solidFill>
                <a:latin typeface="Montserrat"/>
                <a:ea typeface="Montserrat"/>
                <a:cs typeface="Montserrat"/>
              </a:defRPr>
            </a:lvl8pPr>
            <a:lvl9pPr algn="l">
              <a:defRPr sz="1275" b="1">
                <a:solidFill>
                  <a:srgbClr val="0F172A"/>
                </a:solidFill>
                <a:latin typeface="Montserrat"/>
                <a:ea typeface="Montserrat"/>
                <a:cs typeface="Montserrat"/>
              </a:defRPr>
            </a:lvl9pPr>
          </a:lstStyle>
          <a:p xmlns:a="http://schemas.openxmlformats.org/drawingml/2006/main">
            <a:pPr algn="l">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Design</a:t>
            </a:r>
          </a:p>
        </p:txBody>
      </p:sp>
      <p:sp>
        <p:nvSpPr>
          <p:cNvPr id="13" name="">
            <a:extLst xmlns:a="http://schemas.openxmlformats.org/drawingml/2006/main">
              <a:ext uri="{FF2B5EF4-FFF2-40B4-BE49-F238E27FC236}">
                <a16:creationId xmlns:a16="http://schemas.microsoft.com/office/drawing/2014/main" id="{09DD9D60-3D5E-4E93-B4E2-9B92C7554E4E}"/>
              </a:ext>
            </a:extLst>
          </p:cNvPr>
          <p:cNvSpPr>
            <a:spLocks xmlns:a="http://schemas.openxmlformats.org/drawingml/2006/main" noGrp="1"/>
          </p:cNvSpPr>
          <p:nvPr/>
        </p:nvSpPr>
        <p:spPr>
          <a:xfrm xmlns:a="http://schemas.openxmlformats.org/drawingml/2006/main">
            <a:off x="4514850" y="2457450"/>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0">
                <a:solidFill>
                  <a:srgbClr val="475569"/>
                </a:solidFill>
                <a:latin typeface="Montserrat"/>
                <a:ea typeface="Montserrat"/>
                <a:cs typeface="Montserrat"/>
              </a:defRPr>
            </a:defPPr>
            <a:lvl1pPr algn="l">
              <a:defRPr sz="1050" b="0">
                <a:solidFill>
                  <a:srgbClr val="475569"/>
                </a:solidFill>
                <a:latin typeface="Montserrat"/>
                <a:ea typeface="Montserrat"/>
                <a:cs typeface="Montserrat"/>
              </a:defRPr>
            </a:lvl1pPr>
            <a:lvl2pPr algn="l">
              <a:defRPr sz="1050" b="0">
                <a:solidFill>
                  <a:srgbClr val="475569"/>
                </a:solidFill>
                <a:latin typeface="Montserrat"/>
                <a:ea typeface="Montserrat"/>
                <a:cs typeface="Montserrat"/>
              </a:defRPr>
            </a:lvl2pPr>
            <a:lvl3pPr algn="l">
              <a:defRPr sz="1050" b="0">
                <a:solidFill>
                  <a:srgbClr val="475569"/>
                </a:solidFill>
                <a:latin typeface="Montserrat"/>
                <a:ea typeface="Montserrat"/>
                <a:cs typeface="Montserrat"/>
              </a:defRPr>
            </a:lvl3pPr>
            <a:lvl4pPr algn="l">
              <a:defRPr sz="1050" b="0">
                <a:solidFill>
                  <a:srgbClr val="475569"/>
                </a:solidFill>
                <a:latin typeface="Montserrat"/>
                <a:ea typeface="Montserrat"/>
                <a:cs typeface="Montserrat"/>
              </a:defRPr>
            </a:lvl4pPr>
            <a:lvl5pPr algn="l">
              <a:defRPr sz="1050" b="0">
                <a:solidFill>
                  <a:srgbClr val="475569"/>
                </a:solidFill>
                <a:latin typeface="Montserrat"/>
                <a:ea typeface="Montserrat"/>
                <a:cs typeface="Montserrat"/>
              </a:defRPr>
            </a:lvl5pPr>
            <a:lvl6pPr algn="l">
              <a:defRPr sz="1050" b="0">
                <a:solidFill>
                  <a:srgbClr val="475569"/>
                </a:solidFill>
                <a:latin typeface="Montserrat"/>
                <a:ea typeface="Montserrat"/>
                <a:cs typeface="Montserrat"/>
              </a:defRPr>
            </a:lvl6pPr>
            <a:lvl7pPr algn="l">
              <a:defRPr sz="1050" b="0">
                <a:solidFill>
                  <a:srgbClr val="475569"/>
                </a:solidFill>
                <a:latin typeface="Montserrat"/>
                <a:ea typeface="Montserrat"/>
                <a:cs typeface="Montserrat"/>
              </a:defRPr>
            </a:lvl7pPr>
            <a:lvl8pPr algn="l">
              <a:defRPr sz="1050" b="0">
                <a:solidFill>
                  <a:srgbClr val="475569"/>
                </a:solidFill>
                <a:latin typeface="Montserrat"/>
                <a:ea typeface="Montserrat"/>
                <a:cs typeface="Montserrat"/>
              </a:defRPr>
            </a:lvl8pPr>
            <a:lvl9pPr algn="l">
              <a:defRPr sz="1050" b="0">
                <a:solidFill>
                  <a:srgbClr val="475569"/>
                </a:solidFill>
                <a:latin typeface="Montserrat"/>
                <a:ea typeface="Montserrat"/>
                <a:cs typeface="Montserrat"/>
              </a:defRPr>
            </a:lvl9pPr>
          </a:lstStyle>
          <a:p xmlns:a="http://schemas.openxmlformats.org/drawingml/2006/main">
            <a:pPr algn="l">
              <a:defRPr sz="1050" b="0">
                <a:solidFill>
                  <a:srgbClr val="475569"/>
                </a:solidFill>
                <a:latin typeface="Montserrat"/>
                <a:ea typeface="Montserrat"/>
                <a:cs typeface="Montserrat"/>
              </a:defRPr>
            </a:pPr>
            <a:r>
              <a:rPr sz="1050" b="0">
                <a:solidFill>
                  <a:srgbClr val="475569"/>
                </a:solidFill>
                <a:latin typeface="Montserrat"/>
                <a:ea typeface="Montserrat"/>
                <a:cs typeface="Montserrat"/>
              </a:rPr>
              <a:t>Map the experience and decide what must stay true.</a:t>
            </a:r>
          </a:p>
        </p:txBody>
      </p:sp>
      <p:sp>
        <p:nvSpPr>
          <p:cNvPr id="14" name="">
            <a:extLst xmlns:a="http://schemas.openxmlformats.org/drawingml/2006/main">
              <a:ext uri="{FF2B5EF4-FFF2-40B4-BE49-F238E27FC236}">
                <a16:creationId xmlns:a16="http://schemas.microsoft.com/office/drawing/2014/main" id="{EA0C6EBE-88FB-48EB-8093-6588238C6F45}"/>
              </a:ext>
            </a:extLst>
          </p:cNvPr>
          <p:cNvSpPr>
            <a:spLocks xmlns:a="http://schemas.openxmlformats.org/drawingml/2006/main" noGrp="1"/>
          </p:cNvSpPr>
          <p:nvPr/>
        </p:nvSpPr>
        <p:spPr>
          <a:xfrm xmlns:a="http://schemas.openxmlformats.org/drawingml/2006/main">
            <a:off x="742950" y="30670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0">
                <a:solidFill>
                  <a:srgbClr val="307FE2"/>
                </a:solidFill>
                <a:latin typeface="Courier New"/>
                <a:ea typeface="Courier New"/>
                <a:cs typeface="Courier New"/>
              </a:defRPr>
            </a:defPPr>
            <a:lvl1pPr algn="l">
              <a:defRPr sz="825" b="0">
                <a:solidFill>
                  <a:srgbClr val="307FE2"/>
                </a:solidFill>
                <a:latin typeface="Courier New"/>
                <a:ea typeface="Courier New"/>
                <a:cs typeface="Courier New"/>
              </a:defRPr>
            </a:lvl1pPr>
            <a:lvl2pPr algn="l">
              <a:defRPr sz="825" b="0">
                <a:solidFill>
                  <a:srgbClr val="307FE2"/>
                </a:solidFill>
                <a:latin typeface="Courier New"/>
                <a:ea typeface="Courier New"/>
                <a:cs typeface="Courier New"/>
              </a:defRPr>
            </a:lvl2pPr>
            <a:lvl3pPr algn="l">
              <a:defRPr sz="825" b="0">
                <a:solidFill>
                  <a:srgbClr val="307FE2"/>
                </a:solidFill>
                <a:latin typeface="Courier New"/>
                <a:ea typeface="Courier New"/>
                <a:cs typeface="Courier New"/>
              </a:defRPr>
            </a:lvl3pPr>
            <a:lvl4pPr algn="l">
              <a:defRPr sz="825" b="0">
                <a:solidFill>
                  <a:srgbClr val="307FE2"/>
                </a:solidFill>
                <a:latin typeface="Courier New"/>
                <a:ea typeface="Courier New"/>
                <a:cs typeface="Courier New"/>
              </a:defRPr>
            </a:lvl4pPr>
            <a:lvl5pPr algn="l">
              <a:defRPr sz="825" b="0">
                <a:solidFill>
                  <a:srgbClr val="307FE2"/>
                </a:solidFill>
                <a:latin typeface="Courier New"/>
                <a:ea typeface="Courier New"/>
                <a:cs typeface="Courier New"/>
              </a:defRPr>
            </a:lvl5pPr>
            <a:lvl6pPr algn="l">
              <a:defRPr sz="825" b="0">
                <a:solidFill>
                  <a:srgbClr val="307FE2"/>
                </a:solidFill>
                <a:latin typeface="Courier New"/>
                <a:ea typeface="Courier New"/>
                <a:cs typeface="Courier New"/>
              </a:defRPr>
            </a:lvl6pPr>
            <a:lvl7pPr algn="l">
              <a:defRPr sz="825" b="0">
                <a:solidFill>
                  <a:srgbClr val="307FE2"/>
                </a:solidFill>
                <a:latin typeface="Courier New"/>
                <a:ea typeface="Courier New"/>
                <a:cs typeface="Courier New"/>
              </a:defRPr>
            </a:lvl7pPr>
            <a:lvl8pPr algn="l">
              <a:defRPr sz="825" b="0">
                <a:solidFill>
                  <a:srgbClr val="307FE2"/>
                </a:solidFill>
                <a:latin typeface="Courier New"/>
                <a:ea typeface="Courier New"/>
                <a:cs typeface="Courier New"/>
              </a:defRPr>
            </a:lvl8pPr>
            <a:lvl9pPr algn="l">
              <a:defRPr sz="825" b="0">
                <a:solidFill>
                  <a:srgbClr val="307FE2"/>
                </a:solidFill>
                <a:latin typeface="Courier New"/>
                <a:ea typeface="Courier New"/>
                <a:cs typeface="Courier New"/>
              </a:defRPr>
            </a:lvl9pPr>
          </a:lstStyle>
          <a:p xmlns:a="http://schemas.openxmlformats.org/drawingml/2006/main">
            <a:pPr algn="l">
              <a:defRPr sz="825" b="0">
                <a:solidFill>
                  <a:srgbClr val="307FE2"/>
                </a:solidFill>
                <a:latin typeface="Courier New"/>
                <a:ea typeface="Courier New"/>
                <a:cs typeface="Courier New"/>
              </a:defRPr>
            </a:pPr>
            <a:r>
              <a:rPr sz="825" b="0">
                <a:solidFill>
                  <a:srgbClr val="307FE2"/>
                </a:solidFill>
                <a:latin typeface="Courier New"/>
                <a:ea typeface="Courier New"/>
                <a:cs typeface="Courier New"/>
              </a:rPr>
              <a:t>03</a:t>
            </a:r>
          </a:p>
        </p:txBody>
      </p:sp>
      <p:sp>
        <p:nvSpPr>
          <p:cNvPr id="15" name="">
            <a:extLst xmlns:a="http://schemas.openxmlformats.org/drawingml/2006/main">
              <a:ext uri="{FF2B5EF4-FFF2-40B4-BE49-F238E27FC236}">
                <a16:creationId xmlns:a16="http://schemas.microsoft.com/office/drawing/2014/main" id="{56FAFD10-787A-40CB-8278-502BF2FB8C3B}"/>
              </a:ext>
            </a:extLst>
          </p:cNvPr>
          <p:cNvSpPr>
            <a:spLocks xmlns:a="http://schemas.openxmlformats.org/drawingml/2006/main" noGrp="1"/>
          </p:cNvSpPr>
          <p:nvPr/>
        </p:nvSpPr>
        <p:spPr>
          <a:xfrm xmlns:a="http://schemas.openxmlformats.org/drawingml/2006/main">
            <a:off x="1181100" y="302895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0F172A"/>
                </a:solidFill>
                <a:latin typeface="Montserrat"/>
                <a:ea typeface="Montserrat"/>
                <a:cs typeface="Montserrat"/>
              </a:defRPr>
            </a:defPPr>
            <a:lvl1pPr algn="l">
              <a:defRPr sz="1275" b="1">
                <a:solidFill>
                  <a:srgbClr val="0F172A"/>
                </a:solidFill>
                <a:latin typeface="Montserrat"/>
                <a:ea typeface="Montserrat"/>
                <a:cs typeface="Montserrat"/>
              </a:defRPr>
            </a:lvl1pPr>
            <a:lvl2pPr algn="l">
              <a:defRPr sz="1275" b="1">
                <a:solidFill>
                  <a:srgbClr val="0F172A"/>
                </a:solidFill>
                <a:latin typeface="Montserrat"/>
                <a:ea typeface="Montserrat"/>
                <a:cs typeface="Montserrat"/>
              </a:defRPr>
            </a:lvl2pPr>
            <a:lvl3pPr algn="l">
              <a:defRPr sz="1275" b="1">
                <a:solidFill>
                  <a:srgbClr val="0F172A"/>
                </a:solidFill>
                <a:latin typeface="Montserrat"/>
                <a:ea typeface="Montserrat"/>
                <a:cs typeface="Montserrat"/>
              </a:defRPr>
            </a:lvl3pPr>
            <a:lvl4pPr algn="l">
              <a:defRPr sz="1275" b="1">
                <a:solidFill>
                  <a:srgbClr val="0F172A"/>
                </a:solidFill>
                <a:latin typeface="Montserrat"/>
                <a:ea typeface="Montserrat"/>
                <a:cs typeface="Montserrat"/>
              </a:defRPr>
            </a:lvl4pPr>
            <a:lvl5pPr algn="l">
              <a:defRPr sz="1275" b="1">
                <a:solidFill>
                  <a:srgbClr val="0F172A"/>
                </a:solidFill>
                <a:latin typeface="Montserrat"/>
                <a:ea typeface="Montserrat"/>
                <a:cs typeface="Montserrat"/>
              </a:defRPr>
            </a:lvl5pPr>
            <a:lvl6pPr algn="l">
              <a:defRPr sz="1275" b="1">
                <a:solidFill>
                  <a:srgbClr val="0F172A"/>
                </a:solidFill>
                <a:latin typeface="Montserrat"/>
                <a:ea typeface="Montserrat"/>
                <a:cs typeface="Montserrat"/>
              </a:defRPr>
            </a:lvl6pPr>
            <a:lvl7pPr algn="l">
              <a:defRPr sz="1275" b="1">
                <a:solidFill>
                  <a:srgbClr val="0F172A"/>
                </a:solidFill>
                <a:latin typeface="Montserrat"/>
                <a:ea typeface="Montserrat"/>
                <a:cs typeface="Montserrat"/>
              </a:defRPr>
            </a:lvl7pPr>
            <a:lvl8pPr algn="l">
              <a:defRPr sz="1275" b="1">
                <a:solidFill>
                  <a:srgbClr val="0F172A"/>
                </a:solidFill>
                <a:latin typeface="Montserrat"/>
                <a:ea typeface="Montserrat"/>
                <a:cs typeface="Montserrat"/>
              </a:defRPr>
            </a:lvl8pPr>
            <a:lvl9pPr algn="l">
              <a:defRPr sz="1275" b="1">
                <a:solidFill>
                  <a:srgbClr val="0F172A"/>
                </a:solidFill>
                <a:latin typeface="Montserrat"/>
                <a:ea typeface="Montserrat"/>
                <a:cs typeface="Montserrat"/>
              </a:defRPr>
            </a:lvl9pPr>
          </a:lstStyle>
          <a:p xmlns:a="http://schemas.openxmlformats.org/drawingml/2006/main">
            <a:pPr algn="l">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Build</a:t>
            </a:r>
          </a:p>
        </p:txBody>
      </p:sp>
      <p:sp>
        <p:nvSpPr>
          <p:cNvPr id="16" name="">
            <a:extLst xmlns:a="http://schemas.openxmlformats.org/drawingml/2006/main">
              <a:ext uri="{FF2B5EF4-FFF2-40B4-BE49-F238E27FC236}">
                <a16:creationId xmlns:a16="http://schemas.microsoft.com/office/drawing/2014/main" id="{C275A873-E8E7-4414-A970-519D85842593}"/>
              </a:ext>
            </a:extLst>
          </p:cNvPr>
          <p:cNvSpPr>
            <a:spLocks xmlns:a="http://schemas.openxmlformats.org/drawingml/2006/main" noGrp="1"/>
          </p:cNvSpPr>
          <p:nvPr/>
        </p:nvSpPr>
        <p:spPr>
          <a:xfrm xmlns:a="http://schemas.openxmlformats.org/drawingml/2006/main">
            <a:off x="1181100" y="3333750"/>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0">
                <a:solidFill>
                  <a:srgbClr val="475569"/>
                </a:solidFill>
                <a:latin typeface="Montserrat"/>
                <a:ea typeface="Montserrat"/>
                <a:cs typeface="Montserrat"/>
              </a:defRPr>
            </a:defPPr>
            <a:lvl1pPr algn="l">
              <a:defRPr sz="1050" b="0">
                <a:solidFill>
                  <a:srgbClr val="475569"/>
                </a:solidFill>
                <a:latin typeface="Montserrat"/>
                <a:ea typeface="Montserrat"/>
                <a:cs typeface="Montserrat"/>
              </a:defRPr>
            </a:lvl1pPr>
            <a:lvl2pPr algn="l">
              <a:defRPr sz="1050" b="0">
                <a:solidFill>
                  <a:srgbClr val="475569"/>
                </a:solidFill>
                <a:latin typeface="Montserrat"/>
                <a:ea typeface="Montserrat"/>
                <a:cs typeface="Montserrat"/>
              </a:defRPr>
            </a:lvl2pPr>
            <a:lvl3pPr algn="l">
              <a:defRPr sz="1050" b="0">
                <a:solidFill>
                  <a:srgbClr val="475569"/>
                </a:solidFill>
                <a:latin typeface="Montserrat"/>
                <a:ea typeface="Montserrat"/>
                <a:cs typeface="Montserrat"/>
              </a:defRPr>
            </a:lvl3pPr>
            <a:lvl4pPr algn="l">
              <a:defRPr sz="1050" b="0">
                <a:solidFill>
                  <a:srgbClr val="475569"/>
                </a:solidFill>
                <a:latin typeface="Montserrat"/>
                <a:ea typeface="Montserrat"/>
                <a:cs typeface="Montserrat"/>
              </a:defRPr>
            </a:lvl4pPr>
            <a:lvl5pPr algn="l">
              <a:defRPr sz="1050" b="0">
                <a:solidFill>
                  <a:srgbClr val="475569"/>
                </a:solidFill>
                <a:latin typeface="Montserrat"/>
                <a:ea typeface="Montserrat"/>
                <a:cs typeface="Montserrat"/>
              </a:defRPr>
            </a:lvl5pPr>
            <a:lvl6pPr algn="l">
              <a:defRPr sz="1050" b="0">
                <a:solidFill>
                  <a:srgbClr val="475569"/>
                </a:solidFill>
                <a:latin typeface="Montserrat"/>
                <a:ea typeface="Montserrat"/>
                <a:cs typeface="Montserrat"/>
              </a:defRPr>
            </a:lvl6pPr>
            <a:lvl7pPr algn="l">
              <a:defRPr sz="1050" b="0">
                <a:solidFill>
                  <a:srgbClr val="475569"/>
                </a:solidFill>
                <a:latin typeface="Montserrat"/>
                <a:ea typeface="Montserrat"/>
                <a:cs typeface="Montserrat"/>
              </a:defRPr>
            </a:lvl7pPr>
            <a:lvl8pPr algn="l">
              <a:defRPr sz="1050" b="0">
                <a:solidFill>
                  <a:srgbClr val="475569"/>
                </a:solidFill>
                <a:latin typeface="Montserrat"/>
                <a:ea typeface="Montserrat"/>
                <a:cs typeface="Montserrat"/>
              </a:defRPr>
            </a:lvl8pPr>
            <a:lvl9pPr algn="l">
              <a:defRPr sz="1050" b="0">
                <a:solidFill>
                  <a:srgbClr val="475569"/>
                </a:solidFill>
                <a:latin typeface="Montserrat"/>
                <a:ea typeface="Montserrat"/>
                <a:cs typeface="Montserrat"/>
              </a:defRPr>
            </a:lvl9pPr>
          </a:lstStyle>
          <a:p xmlns:a="http://schemas.openxmlformats.org/drawingml/2006/main">
            <a:pPr algn="l">
              <a:defRPr sz="1050" b="0">
                <a:solidFill>
                  <a:srgbClr val="475569"/>
                </a:solidFill>
                <a:latin typeface="Montserrat"/>
                <a:ea typeface="Montserrat"/>
                <a:cs typeface="Montserrat"/>
              </a:defRPr>
            </a:pPr>
            <a:r>
              <a:rPr sz="1050" b="0">
                <a:solidFill>
                  <a:srgbClr val="475569"/>
                </a:solidFill>
                <a:latin typeface="Montserrat"/>
                <a:ea typeface="Montserrat"/>
                <a:cs typeface="Montserrat"/>
              </a:rPr>
              <a:t>Change a safe copy in small increments.</a:t>
            </a:r>
          </a:p>
        </p:txBody>
      </p:sp>
      <p:sp>
        <p:nvSpPr>
          <p:cNvPr id="17" name="">
            <a:extLst xmlns:a="http://schemas.openxmlformats.org/drawingml/2006/main">
              <a:ext uri="{FF2B5EF4-FFF2-40B4-BE49-F238E27FC236}">
                <a16:creationId xmlns:a16="http://schemas.microsoft.com/office/drawing/2014/main" id="{23D790C8-74CD-4850-8033-5279178C738B}"/>
              </a:ext>
            </a:extLst>
          </p:cNvPr>
          <p:cNvSpPr>
            <a:spLocks xmlns:a="http://schemas.openxmlformats.org/drawingml/2006/main" noGrp="1"/>
          </p:cNvSpPr>
          <p:nvPr/>
        </p:nvSpPr>
        <p:spPr>
          <a:xfrm xmlns:a="http://schemas.openxmlformats.org/drawingml/2006/main">
            <a:off x="4076700" y="30670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0">
                <a:solidFill>
                  <a:srgbClr val="307FE2"/>
                </a:solidFill>
                <a:latin typeface="Courier New"/>
                <a:ea typeface="Courier New"/>
                <a:cs typeface="Courier New"/>
              </a:defRPr>
            </a:defPPr>
            <a:lvl1pPr algn="l">
              <a:defRPr sz="825" b="0">
                <a:solidFill>
                  <a:srgbClr val="307FE2"/>
                </a:solidFill>
                <a:latin typeface="Courier New"/>
                <a:ea typeface="Courier New"/>
                <a:cs typeface="Courier New"/>
              </a:defRPr>
            </a:lvl1pPr>
            <a:lvl2pPr algn="l">
              <a:defRPr sz="825" b="0">
                <a:solidFill>
                  <a:srgbClr val="307FE2"/>
                </a:solidFill>
                <a:latin typeface="Courier New"/>
                <a:ea typeface="Courier New"/>
                <a:cs typeface="Courier New"/>
              </a:defRPr>
            </a:lvl2pPr>
            <a:lvl3pPr algn="l">
              <a:defRPr sz="825" b="0">
                <a:solidFill>
                  <a:srgbClr val="307FE2"/>
                </a:solidFill>
                <a:latin typeface="Courier New"/>
                <a:ea typeface="Courier New"/>
                <a:cs typeface="Courier New"/>
              </a:defRPr>
            </a:lvl3pPr>
            <a:lvl4pPr algn="l">
              <a:defRPr sz="825" b="0">
                <a:solidFill>
                  <a:srgbClr val="307FE2"/>
                </a:solidFill>
                <a:latin typeface="Courier New"/>
                <a:ea typeface="Courier New"/>
                <a:cs typeface="Courier New"/>
              </a:defRPr>
            </a:lvl4pPr>
            <a:lvl5pPr algn="l">
              <a:defRPr sz="825" b="0">
                <a:solidFill>
                  <a:srgbClr val="307FE2"/>
                </a:solidFill>
                <a:latin typeface="Courier New"/>
                <a:ea typeface="Courier New"/>
                <a:cs typeface="Courier New"/>
              </a:defRPr>
            </a:lvl5pPr>
            <a:lvl6pPr algn="l">
              <a:defRPr sz="825" b="0">
                <a:solidFill>
                  <a:srgbClr val="307FE2"/>
                </a:solidFill>
                <a:latin typeface="Courier New"/>
                <a:ea typeface="Courier New"/>
                <a:cs typeface="Courier New"/>
              </a:defRPr>
            </a:lvl6pPr>
            <a:lvl7pPr algn="l">
              <a:defRPr sz="825" b="0">
                <a:solidFill>
                  <a:srgbClr val="307FE2"/>
                </a:solidFill>
                <a:latin typeface="Courier New"/>
                <a:ea typeface="Courier New"/>
                <a:cs typeface="Courier New"/>
              </a:defRPr>
            </a:lvl7pPr>
            <a:lvl8pPr algn="l">
              <a:defRPr sz="825" b="0">
                <a:solidFill>
                  <a:srgbClr val="307FE2"/>
                </a:solidFill>
                <a:latin typeface="Courier New"/>
                <a:ea typeface="Courier New"/>
                <a:cs typeface="Courier New"/>
              </a:defRPr>
            </a:lvl8pPr>
            <a:lvl9pPr algn="l">
              <a:defRPr sz="825" b="0">
                <a:solidFill>
                  <a:srgbClr val="307FE2"/>
                </a:solidFill>
                <a:latin typeface="Courier New"/>
                <a:ea typeface="Courier New"/>
                <a:cs typeface="Courier New"/>
              </a:defRPr>
            </a:lvl9pPr>
          </a:lstStyle>
          <a:p xmlns:a="http://schemas.openxmlformats.org/drawingml/2006/main">
            <a:pPr algn="l">
              <a:defRPr sz="825" b="0">
                <a:solidFill>
                  <a:srgbClr val="307FE2"/>
                </a:solidFill>
                <a:latin typeface="Courier New"/>
                <a:ea typeface="Courier New"/>
                <a:cs typeface="Courier New"/>
              </a:defRPr>
            </a:pPr>
            <a:r>
              <a:rPr sz="825" b="0">
                <a:solidFill>
                  <a:srgbClr val="307FE2"/>
                </a:solidFill>
                <a:latin typeface="Courier New"/>
                <a:ea typeface="Courier New"/>
                <a:cs typeface="Courier New"/>
              </a:rPr>
              <a:t>04</a:t>
            </a:r>
          </a:p>
        </p:txBody>
      </p:sp>
      <p:sp>
        <p:nvSpPr>
          <p:cNvPr id="18" name="">
            <a:extLst xmlns:a="http://schemas.openxmlformats.org/drawingml/2006/main">
              <a:ext uri="{FF2B5EF4-FFF2-40B4-BE49-F238E27FC236}">
                <a16:creationId xmlns:a16="http://schemas.microsoft.com/office/drawing/2014/main" id="{404CB013-7AF9-4797-B083-EB2FDCBD5C04}"/>
              </a:ext>
            </a:extLst>
          </p:cNvPr>
          <p:cNvSpPr>
            <a:spLocks xmlns:a="http://schemas.openxmlformats.org/drawingml/2006/main" noGrp="1"/>
          </p:cNvSpPr>
          <p:nvPr/>
        </p:nvSpPr>
        <p:spPr>
          <a:xfrm xmlns:a="http://schemas.openxmlformats.org/drawingml/2006/main">
            <a:off x="4514850" y="302895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0F172A"/>
                </a:solidFill>
                <a:latin typeface="Montserrat"/>
                <a:ea typeface="Montserrat"/>
                <a:cs typeface="Montserrat"/>
              </a:defRPr>
            </a:defPPr>
            <a:lvl1pPr algn="l">
              <a:defRPr sz="1275" b="1">
                <a:solidFill>
                  <a:srgbClr val="0F172A"/>
                </a:solidFill>
                <a:latin typeface="Montserrat"/>
                <a:ea typeface="Montserrat"/>
                <a:cs typeface="Montserrat"/>
              </a:defRPr>
            </a:lvl1pPr>
            <a:lvl2pPr algn="l">
              <a:defRPr sz="1275" b="1">
                <a:solidFill>
                  <a:srgbClr val="0F172A"/>
                </a:solidFill>
                <a:latin typeface="Montserrat"/>
                <a:ea typeface="Montserrat"/>
                <a:cs typeface="Montserrat"/>
              </a:defRPr>
            </a:lvl2pPr>
            <a:lvl3pPr algn="l">
              <a:defRPr sz="1275" b="1">
                <a:solidFill>
                  <a:srgbClr val="0F172A"/>
                </a:solidFill>
                <a:latin typeface="Montserrat"/>
                <a:ea typeface="Montserrat"/>
                <a:cs typeface="Montserrat"/>
              </a:defRPr>
            </a:lvl3pPr>
            <a:lvl4pPr algn="l">
              <a:defRPr sz="1275" b="1">
                <a:solidFill>
                  <a:srgbClr val="0F172A"/>
                </a:solidFill>
                <a:latin typeface="Montserrat"/>
                <a:ea typeface="Montserrat"/>
                <a:cs typeface="Montserrat"/>
              </a:defRPr>
            </a:lvl4pPr>
            <a:lvl5pPr algn="l">
              <a:defRPr sz="1275" b="1">
                <a:solidFill>
                  <a:srgbClr val="0F172A"/>
                </a:solidFill>
                <a:latin typeface="Montserrat"/>
                <a:ea typeface="Montserrat"/>
                <a:cs typeface="Montserrat"/>
              </a:defRPr>
            </a:lvl5pPr>
            <a:lvl6pPr algn="l">
              <a:defRPr sz="1275" b="1">
                <a:solidFill>
                  <a:srgbClr val="0F172A"/>
                </a:solidFill>
                <a:latin typeface="Montserrat"/>
                <a:ea typeface="Montserrat"/>
                <a:cs typeface="Montserrat"/>
              </a:defRPr>
            </a:lvl6pPr>
            <a:lvl7pPr algn="l">
              <a:defRPr sz="1275" b="1">
                <a:solidFill>
                  <a:srgbClr val="0F172A"/>
                </a:solidFill>
                <a:latin typeface="Montserrat"/>
                <a:ea typeface="Montserrat"/>
                <a:cs typeface="Montserrat"/>
              </a:defRPr>
            </a:lvl7pPr>
            <a:lvl8pPr algn="l">
              <a:defRPr sz="1275" b="1">
                <a:solidFill>
                  <a:srgbClr val="0F172A"/>
                </a:solidFill>
                <a:latin typeface="Montserrat"/>
                <a:ea typeface="Montserrat"/>
                <a:cs typeface="Montserrat"/>
              </a:defRPr>
            </a:lvl8pPr>
            <a:lvl9pPr algn="l">
              <a:defRPr sz="1275" b="1">
                <a:solidFill>
                  <a:srgbClr val="0F172A"/>
                </a:solidFill>
                <a:latin typeface="Montserrat"/>
                <a:ea typeface="Montserrat"/>
                <a:cs typeface="Montserrat"/>
              </a:defRPr>
            </a:lvl9pPr>
          </a:lstStyle>
          <a:p xmlns:a="http://schemas.openxmlformats.org/drawingml/2006/main">
            <a:pPr algn="l">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Test</a:t>
            </a:r>
          </a:p>
        </p:txBody>
      </p:sp>
      <p:sp>
        <p:nvSpPr>
          <p:cNvPr id="19" name="">
            <a:extLst xmlns:a="http://schemas.openxmlformats.org/drawingml/2006/main">
              <a:ext uri="{FF2B5EF4-FFF2-40B4-BE49-F238E27FC236}">
                <a16:creationId xmlns:a16="http://schemas.microsoft.com/office/drawing/2014/main" id="{DA396FFA-5E71-4FB1-BBC7-D6DAC8F3ABE7}"/>
              </a:ext>
            </a:extLst>
          </p:cNvPr>
          <p:cNvSpPr>
            <a:spLocks xmlns:a="http://schemas.openxmlformats.org/drawingml/2006/main" noGrp="1"/>
          </p:cNvSpPr>
          <p:nvPr/>
        </p:nvSpPr>
        <p:spPr>
          <a:xfrm xmlns:a="http://schemas.openxmlformats.org/drawingml/2006/main">
            <a:off x="4514850" y="3333750"/>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0">
                <a:solidFill>
                  <a:srgbClr val="475569"/>
                </a:solidFill>
                <a:latin typeface="Montserrat"/>
                <a:ea typeface="Montserrat"/>
                <a:cs typeface="Montserrat"/>
              </a:defRPr>
            </a:defPPr>
            <a:lvl1pPr algn="l">
              <a:defRPr sz="1050" b="0">
                <a:solidFill>
                  <a:srgbClr val="475569"/>
                </a:solidFill>
                <a:latin typeface="Montserrat"/>
                <a:ea typeface="Montserrat"/>
                <a:cs typeface="Montserrat"/>
              </a:defRPr>
            </a:lvl1pPr>
            <a:lvl2pPr algn="l">
              <a:defRPr sz="1050" b="0">
                <a:solidFill>
                  <a:srgbClr val="475569"/>
                </a:solidFill>
                <a:latin typeface="Montserrat"/>
                <a:ea typeface="Montserrat"/>
                <a:cs typeface="Montserrat"/>
              </a:defRPr>
            </a:lvl2pPr>
            <a:lvl3pPr algn="l">
              <a:defRPr sz="1050" b="0">
                <a:solidFill>
                  <a:srgbClr val="475569"/>
                </a:solidFill>
                <a:latin typeface="Montserrat"/>
                <a:ea typeface="Montserrat"/>
                <a:cs typeface="Montserrat"/>
              </a:defRPr>
            </a:lvl3pPr>
            <a:lvl4pPr algn="l">
              <a:defRPr sz="1050" b="0">
                <a:solidFill>
                  <a:srgbClr val="475569"/>
                </a:solidFill>
                <a:latin typeface="Montserrat"/>
                <a:ea typeface="Montserrat"/>
                <a:cs typeface="Montserrat"/>
              </a:defRPr>
            </a:lvl4pPr>
            <a:lvl5pPr algn="l">
              <a:defRPr sz="1050" b="0">
                <a:solidFill>
                  <a:srgbClr val="475569"/>
                </a:solidFill>
                <a:latin typeface="Montserrat"/>
                <a:ea typeface="Montserrat"/>
                <a:cs typeface="Montserrat"/>
              </a:defRPr>
            </a:lvl5pPr>
            <a:lvl6pPr algn="l">
              <a:defRPr sz="1050" b="0">
                <a:solidFill>
                  <a:srgbClr val="475569"/>
                </a:solidFill>
                <a:latin typeface="Montserrat"/>
                <a:ea typeface="Montserrat"/>
                <a:cs typeface="Montserrat"/>
              </a:defRPr>
            </a:lvl6pPr>
            <a:lvl7pPr algn="l">
              <a:defRPr sz="1050" b="0">
                <a:solidFill>
                  <a:srgbClr val="475569"/>
                </a:solidFill>
                <a:latin typeface="Montserrat"/>
                <a:ea typeface="Montserrat"/>
                <a:cs typeface="Montserrat"/>
              </a:defRPr>
            </a:lvl7pPr>
            <a:lvl8pPr algn="l">
              <a:defRPr sz="1050" b="0">
                <a:solidFill>
                  <a:srgbClr val="475569"/>
                </a:solidFill>
                <a:latin typeface="Montserrat"/>
                <a:ea typeface="Montserrat"/>
                <a:cs typeface="Montserrat"/>
              </a:defRPr>
            </a:lvl8pPr>
            <a:lvl9pPr algn="l">
              <a:defRPr sz="1050" b="0">
                <a:solidFill>
                  <a:srgbClr val="475569"/>
                </a:solidFill>
                <a:latin typeface="Montserrat"/>
                <a:ea typeface="Montserrat"/>
                <a:cs typeface="Montserrat"/>
              </a:defRPr>
            </a:lvl9pPr>
          </a:lstStyle>
          <a:p xmlns:a="http://schemas.openxmlformats.org/drawingml/2006/main">
            <a:pPr algn="l">
              <a:defRPr sz="1050" b="0">
                <a:solidFill>
                  <a:srgbClr val="475569"/>
                </a:solidFill>
                <a:latin typeface="Montserrat"/>
                <a:ea typeface="Montserrat"/>
                <a:cs typeface="Montserrat"/>
              </a:defRPr>
            </a:pPr>
            <a:r>
              <a:rPr sz="1050" b="0">
                <a:solidFill>
                  <a:srgbClr val="475569"/>
                </a:solidFill>
                <a:latin typeface="Montserrat"/>
                <a:ea typeface="Montserrat"/>
                <a:cs typeface="Montserrat"/>
              </a:rPr>
              <a:t>Try the important action and get a fresh look.</a:t>
            </a:r>
          </a:p>
        </p:txBody>
      </p:sp>
      <p:sp>
        <p:nvSpPr>
          <p:cNvPr id="20" name="">
            <a:extLst xmlns:a="http://schemas.openxmlformats.org/drawingml/2006/main">
              <a:ext uri="{FF2B5EF4-FFF2-40B4-BE49-F238E27FC236}">
                <a16:creationId xmlns:a16="http://schemas.microsoft.com/office/drawing/2014/main" id="{D15DAC70-2DA2-4209-832E-35EE81E9499E}"/>
              </a:ext>
            </a:extLst>
          </p:cNvPr>
          <p:cNvSpPr>
            <a:spLocks xmlns:a="http://schemas.openxmlformats.org/drawingml/2006/main" noGrp="1"/>
          </p:cNvSpPr>
          <p:nvPr/>
        </p:nvSpPr>
        <p:spPr>
          <a:xfrm xmlns:a="http://schemas.openxmlformats.org/drawingml/2006/main">
            <a:off x="742950" y="39433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0">
                <a:solidFill>
                  <a:srgbClr val="307FE2"/>
                </a:solidFill>
                <a:latin typeface="Courier New"/>
                <a:ea typeface="Courier New"/>
                <a:cs typeface="Courier New"/>
              </a:defRPr>
            </a:defPPr>
            <a:lvl1pPr algn="l">
              <a:defRPr sz="825" b="0">
                <a:solidFill>
                  <a:srgbClr val="307FE2"/>
                </a:solidFill>
                <a:latin typeface="Courier New"/>
                <a:ea typeface="Courier New"/>
                <a:cs typeface="Courier New"/>
              </a:defRPr>
            </a:lvl1pPr>
            <a:lvl2pPr algn="l">
              <a:defRPr sz="825" b="0">
                <a:solidFill>
                  <a:srgbClr val="307FE2"/>
                </a:solidFill>
                <a:latin typeface="Courier New"/>
                <a:ea typeface="Courier New"/>
                <a:cs typeface="Courier New"/>
              </a:defRPr>
            </a:lvl2pPr>
            <a:lvl3pPr algn="l">
              <a:defRPr sz="825" b="0">
                <a:solidFill>
                  <a:srgbClr val="307FE2"/>
                </a:solidFill>
                <a:latin typeface="Courier New"/>
                <a:ea typeface="Courier New"/>
                <a:cs typeface="Courier New"/>
              </a:defRPr>
            </a:lvl3pPr>
            <a:lvl4pPr algn="l">
              <a:defRPr sz="825" b="0">
                <a:solidFill>
                  <a:srgbClr val="307FE2"/>
                </a:solidFill>
                <a:latin typeface="Courier New"/>
                <a:ea typeface="Courier New"/>
                <a:cs typeface="Courier New"/>
              </a:defRPr>
            </a:lvl4pPr>
            <a:lvl5pPr algn="l">
              <a:defRPr sz="825" b="0">
                <a:solidFill>
                  <a:srgbClr val="307FE2"/>
                </a:solidFill>
                <a:latin typeface="Courier New"/>
                <a:ea typeface="Courier New"/>
                <a:cs typeface="Courier New"/>
              </a:defRPr>
            </a:lvl5pPr>
            <a:lvl6pPr algn="l">
              <a:defRPr sz="825" b="0">
                <a:solidFill>
                  <a:srgbClr val="307FE2"/>
                </a:solidFill>
                <a:latin typeface="Courier New"/>
                <a:ea typeface="Courier New"/>
                <a:cs typeface="Courier New"/>
              </a:defRPr>
            </a:lvl6pPr>
            <a:lvl7pPr algn="l">
              <a:defRPr sz="825" b="0">
                <a:solidFill>
                  <a:srgbClr val="307FE2"/>
                </a:solidFill>
                <a:latin typeface="Courier New"/>
                <a:ea typeface="Courier New"/>
                <a:cs typeface="Courier New"/>
              </a:defRPr>
            </a:lvl7pPr>
            <a:lvl8pPr algn="l">
              <a:defRPr sz="825" b="0">
                <a:solidFill>
                  <a:srgbClr val="307FE2"/>
                </a:solidFill>
                <a:latin typeface="Courier New"/>
                <a:ea typeface="Courier New"/>
                <a:cs typeface="Courier New"/>
              </a:defRPr>
            </a:lvl8pPr>
            <a:lvl9pPr algn="l">
              <a:defRPr sz="825" b="0">
                <a:solidFill>
                  <a:srgbClr val="307FE2"/>
                </a:solidFill>
                <a:latin typeface="Courier New"/>
                <a:ea typeface="Courier New"/>
                <a:cs typeface="Courier New"/>
              </a:defRPr>
            </a:lvl9pPr>
          </a:lstStyle>
          <a:p xmlns:a="http://schemas.openxmlformats.org/drawingml/2006/main">
            <a:pPr algn="l">
              <a:defRPr sz="825" b="0">
                <a:solidFill>
                  <a:srgbClr val="307FE2"/>
                </a:solidFill>
                <a:latin typeface="Courier New"/>
                <a:ea typeface="Courier New"/>
                <a:cs typeface="Courier New"/>
              </a:defRPr>
            </a:pPr>
            <a:r>
              <a:rPr sz="825" b="0">
                <a:solidFill>
                  <a:srgbClr val="307FE2"/>
                </a:solidFill>
                <a:latin typeface="Courier New"/>
                <a:ea typeface="Courier New"/>
                <a:cs typeface="Courier New"/>
              </a:rPr>
              <a:t>05</a:t>
            </a:r>
          </a:p>
        </p:txBody>
      </p:sp>
      <p:sp>
        <p:nvSpPr>
          <p:cNvPr id="21" name="">
            <a:extLst xmlns:a="http://schemas.openxmlformats.org/drawingml/2006/main">
              <a:ext uri="{FF2B5EF4-FFF2-40B4-BE49-F238E27FC236}">
                <a16:creationId xmlns:a16="http://schemas.microsoft.com/office/drawing/2014/main" id="{8E2B6646-9A4E-4872-AE23-6F04C6808CC5}"/>
              </a:ext>
            </a:extLst>
          </p:cNvPr>
          <p:cNvSpPr>
            <a:spLocks xmlns:a="http://schemas.openxmlformats.org/drawingml/2006/main" noGrp="1"/>
          </p:cNvSpPr>
          <p:nvPr/>
        </p:nvSpPr>
        <p:spPr>
          <a:xfrm xmlns:a="http://schemas.openxmlformats.org/drawingml/2006/main">
            <a:off x="1181100" y="390525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0F172A"/>
                </a:solidFill>
                <a:latin typeface="Montserrat"/>
                <a:ea typeface="Montserrat"/>
                <a:cs typeface="Montserrat"/>
              </a:defRPr>
            </a:defPPr>
            <a:lvl1pPr algn="l">
              <a:defRPr sz="1275" b="1">
                <a:solidFill>
                  <a:srgbClr val="0F172A"/>
                </a:solidFill>
                <a:latin typeface="Montserrat"/>
                <a:ea typeface="Montserrat"/>
                <a:cs typeface="Montserrat"/>
              </a:defRPr>
            </a:lvl1pPr>
            <a:lvl2pPr algn="l">
              <a:defRPr sz="1275" b="1">
                <a:solidFill>
                  <a:srgbClr val="0F172A"/>
                </a:solidFill>
                <a:latin typeface="Montserrat"/>
                <a:ea typeface="Montserrat"/>
                <a:cs typeface="Montserrat"/>
              </a:defRPr>
            </a:lvl2pPr>
            <a:lvl3pPr algn="l">
              <a:defRPr sz="1275" b="1">
                <a:solidFill>
                  <a:srgbClr val="0F172A"/>
                </a:solidFill>
                <a:latin typeface="Montserrat"/>
                <a:ea typeface="Montserrat"/>
                <a:cs typeface="Montserrat"/>
              </a:defRPr>
            </a:lvl3pPr>
            <a:lvl4pPr algn="l">
              <a:defRPr sz="1275" b="1">
                <a:solidFill>
                  <a:srgbClr val="0F172A"/>
                </a:solidFill>
                <a:latin typeface="Montserrat"/>
                <a:ea typeface="Montserrat"/>
                <a:cs typeface="Montserrat"/>
              </a:defRPr>
            </a:lvl4pPr>
            <a:lvl5pPr algn="l">
              <a:defRPr sz="1275" b="1">
                <a:solidFill>
                  <a:srgbClr val="0F172A"/>
                </a:solidFill>
                <a:latin typeface="Montserrat"/>
                <a:ea typeface="Montserrat"/>
                <a:cs typeface="Montserrat"/>
              </a:defRPr>
            </a:lvl5pPr>
            <a:lvl6pPr algn="l">
              <a:defRPr sz="1275" b="1">
                <a:solidFill>
                  <a:srgbClr val="0F172A"/>
                </a:solidFill>
                <a:latin typeface="Montserrat"/>
                <a:ea typeface="Montserrat"/>
                <a:cs typeface="Montserrat"/>
              </a:defRPr>
            </a:lvl6pPr>
            <a:lvl7pPr algn="l">
              <a:defRPr sz="1275" b="1">
                <a:solidFill>
                  <a:srgbClr val="0F172A"/>
                </a:solidFill>
                <a:latin typeface="Montserrat"/>
                <a:ea typeface="Montserrat"/>
                <a:cs typeface="Montserrat"/>
              </a:defRPr>
            </a:lvl7pPr>
            <a:lvl8pPr algn="l">
              <a:defRPr sz="1275" b="1">
                <a:solidFill>
                  <a:srgbClr val="0F172A"/>
                </a:solidFill>
                <a:latin typeface="Montserrat"/>
                <a:ea typeface="Montserrat"/>
                <a:cs typeface="Montserrat"/>
              </a:defRPr>
            </a:lvl8pPr>
            <a:lvl9pPr algn="l">
              <a:defRPr sz="1275" b="1">
                <a:solidFill>
                  <a:srgbClr val="0F172A"/>
                </a:solidFill>
                <a:latin typeface="Montserrat"/>
                <a:ea typeface="Montserrat"/>
                <a:cs typeface="Montserrat"/>
              </a:defRPr>
            </a:lvl9pPr>
          </a:lstStyle>
          <a:p xmlns:a="http://schemas.openxmlformats.org/drawingml/2006/main">
            <a:pPr algn="l">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Deploy</a:t>
            </a:r>
          </a:p>
        </p:txBody>
      </p:sp>
      <p:sp>
        <p:nvSpPr>
          <p:cNvPr id="22" name="">
            <a:extLst xmlns:a="http://schemas.openxmlformats.org/drawingml/2006/main">
              <a:ext uri="{FF2B5EF4-FFF2-40B4-BE49-F238E27FC236}">
                <a16:creationId xmlns:a16="http://schemas.microsoft.com/office/drawing/2014/main" id="{1A583F65-E715-4B41-A69A-CBDE11A831B5}"/>
              </a:ext>
            </a:extLst>
          </p:cNvPr>
          <p:cNvSpPr>
            <a:spLocks xmlns:a="http://schemas.openxmlformats.org/drawingml/2006/main" noGrp="1"/>
          </p:cNvSpPr>
          <p:nvPr/>
        </p:nvSpPr>
        <p:spPr>
          <a:xfrm xmlns:a="http://schemas.openxmlformats.org/drawingml/2006/main">
            <a:off x="1181100" y="4210050"/>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0">
                <a:solidFill>
                  <a:srgbClr val="475569"/>
                </a:solidFill>
                <a:latin typeface="Montserrat"/>
                <a:ea typeface="Montserrat"/>
                <a:cs typeface="Montserrat"/>
              </a:defRPr>
            </a:defPPr>
            <a:lvl1pPr algn="l">
              <a:defRPr sz="1050" b="0">
                <a:solidFill>
                  <a:srgbClr val="475569"/>
                </a:solidFill>
                <a:latin typeface="Montserrat"/>
                <a:ea typeface="Montserrat"/>
                <a:cs typeface="Montserrat"/>
              </a:defRPr>
            </a:lvl1pPr>
            <a:lvl2pPr algn="l">
              <a:defRPr sz="1050" b="0">
                <a:solidFill>
                  <a:srgbClr val="475569"/>
                </a:solidFill>
                <a:latin typeface="Montserrat"/>
                <a:ea typeface="Montserrat"/>
                <a:cs typeface="Montserrat"/>
              </a:defRPr>
            </a:lvl2pPr>
            <a:lvl3pPr algn="l">
              <a:defRPr sz="1050" b="0">
                <a:solidFill>
                  <a:srgbClr val="475569"/>
                </a:solidFill>
                <a:latin typeface="Montserrat"/>
                <a:ea typeface="Montserrat"/>
                <a:cs typeface="Montserrat"/>
              </a:defRPr>
            </a:lvl3pPr>
            <a:lvl4pPr algn="l">
              <a:defRPr sz="1050" b="0">
                <a:solidFill>
                  <a:srgbClr val="475569"/>
                </a:solidFill>
                <a:latin typeface="Montserrat"/>
                <a:ea typeface="Montserrat"/>
                <a:cs typeface="Montserrat"/>
              </a:defRPr>
            </a:lvl4pPr>
            <a:lvl5pPr algn="l">
              <a:defRPr sz="1050" b="0">
                <a:solidFill>
                  <a:srgbClr val="475569"/>
                </a:solidFill>
                <a:latin typeface="Montserrat"/>
                <a:ea typeface="Montserrat"/>
                <a:cs typeface="Montserrat"/>
              </a:defRPr>
            </a:lvl5pPr>
            <a:lvl6pPr algn="l">
              <a:defRPr sz="1050" b="0">
                <a:solidFill>
                  <a:srgbClr val="475569"/>
                </a:solidFill>
                <a:latin typeface="Montserrat"/>
                <a:ea typeface="Montserrat"/>
                <a:cs typeface="Montserrat"/>
              </a:defRPr>
            </a:lvl6pPr>
            <a:lvl7pPr algn="l">
              <a:defRPr sz="1050" b="0">
                <a:solidFill>
                  <a:srgbClr val="475569"/>
                </a:solidFill>
                <a:latin typeface="Montserrat"/>
                <a:ea typeface="Montserrat"/>
                <a:cs typeface="Montserrat"/>
              </a:defRPr>
            </a:lvl7pPr>
            <a:lvl8pPr algn="l">
              <a:defRPr sz="1050" b="0">
                <a:solidFill>
                  <a:srgbClr val="475569"/>
                </a:solidFill>
                <a:latin typeface="Montserrat"/>
                <a:ea typeface="Montserrat"/>
                <a:cs typeface="Montserrat"/>
              </a:defRPr>
            </a:lvl8pPr>
            <a:lvl9pPr algn="l">
              <a:defRPr sz="1050" b="0">
                <a:solidFill>
                  <a:srgbClr val="475569"/>
                </a:solidFill>
                <a:latin typeface="Montserrat"/>
                <a:ea typeface="Montserrat"/>
                <a:cs typeface="Montserrat"/>
              </a:defRPr>
            </a:lvl9pPr>
          </a:lstStyle>
          <a:p xmlns:a="http://schemas.openxmlformats.org/drawingml/2006/main">
            <a:pPr algn="l">
              <a:defRPr sz="1050" b="0">
                <a:solidFill>
                  <a:srgbClr val="475569"/>
                </a:solidFill>
                <a:latin typeface="Montserrat"/>
                <a:ea typeface="Montserrat"/>
                <a:cs typeface="Montserrat"/>
              </a:defRPr>
            </a:pPr>
            <a:r>
              <a:rPr sz="1050" b="0">
                <a:solidFill>
                  <a:srgbClr val="475569"/>
                </a:solidFill>
                <a:latin typeface="Montserrat"/>
                <a:ea typeface="Montserrat"/>
                <a:cs typeface="Montserrat"/>
              </a:rPr>
              <a:t>Publish the checked version to the intended home.</a:t>
            </a:r>
          </a:p>
        </p:txBody>
      </p:sp>
      <p:sp>
        <p:nvSpPr>
          <p:cNvPr id="23" name="">
            <a:extLst xmlns:a="http://schemas.openxmlformats.org/drawingml/2006/main">
              <a:ext uri="{FF2B5EF4-FFF2-40B4-BE49-F238E27FC236}">
                <a16:creationId xmlns:a16="http://schemas.microsoft.com/office/drawing/2014/main" id="{FC24B344-8D06-40F0-8C97-FE9C2C0BE838}"/>
              </a:ext>
            </a:extLst>
          </p:cNvPr>
          <p:cNvSpPr>
            <a:spLocks xmlns:a="http://schemas.openxmlformats.org/drawingml/2006/main" noGrp="1"/>
          </p:cNvSpPr>
          <p:nvPr/>
        </p:nvSpPr>
        <p:spPr>
          <a:xfrm xmlns:a="http://schemas.openxmlformats.org/drawingml/2006/main">
            <a:off x="4076700" y="39433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0">
                <a:solidFill>
                  <a:srgbClr val="307FE2"/>
                </a:solidFill>
                <a:latin typeface="Courier New"/>
                <a:ea typeface="Courier New"/>
                <a:cs typeface="Courier New"/>
              </a:defRPr>
            </a:defPPr>
            <a:lvl1pPr algn="l">
              <a:defRPr sz="825" b="0">
                <a:solidFill>
                  <a:srgbClr val="307FE2"/>
                </a:solidFill>
                <a:latin typeface="Courier New"/>
                <a:ea typeface="Courier New"/>
                <a:cs typeface="Courier New"/>
              </a:defRPr>
            </a:lvl1pPr>
            <a:lvl2pPr algn="l">
              <a:defRPr sz="825" b="0">
                <a:solidFill>
                  <a:srgbClr val="307FE2"/>
                </a:solidFill>
                <a:latin typeface="Courier New"/>
                <a:ea typeface="Courier New"/>
                <a:cs typeface="Courier New"/>
              </a:defRPr>
            </a:lvl2pPr>
            <a:lvl3pPr algn="l">
              <a:defRPr sz="825" b="0">
                <a:solidFill>
                  <a:srgbClr val="307FE2"/>
                </a:solidFill>
                <a:latin typeface="Courier New"/>
                <a:ea typeface="Courier New"/>
                <a:cs typeface="Courier New"/>
              </a:defRPr>
            </a:lvl3pPr>
            <a:lvl4pPr algn="l">
              <a:defRPr sz="825" b="0">
                <a:solidFill>
                  <a:srgbClr val="307FE2"/>
                </a:solidFill>
                <a:latin typeface="Courier New"/>
                <a:ea typeface="Courier New"/>
                <a:cs typeface="Courier New"/>
              </a:defRPr>
            </a:lvl4pPr>
            <a:lvl5pPr algn="l">
              <a:defRPr sz="825" b="0">
                <a:solidFill>
                  <a:srgbClr val="307FE2"/>
                </a:solidFill>
                <a:latin typeface="Courier New"/>
                <a:ea typeface="Courier New"/>
                <a:cs typeface="Courier New"/>
              </a:defRPr>
            </a:lvl5pPr>
            <a:lvl6pPr algn="l">
              <a:defRPr sz="825" b="0">
                <a:solidFill>
                  <a:srgbClr val="307FE2"/>
                </a:solidFill>
                <a:latin typeface="Courier New"/>
                <a:ea typeface="Courier New"/>
                <a:cs typeface="Courier New"/>
              </a:defRPr>
            </a:lvl6pPr>
            <a:lvl7pPr algn="l">
              <a:defRPr sz="825" b="0">
                <a:solidFill>
                  <a:srgbClr val="307FE2"/>
                </a:solidFill>
                <a:latin typeface="Courier New"/>
                <a:ea typeface="Courier New"/>
                <a:cs typeface="Courier New"/>
              </a:defRPr>
            </a:lvl7pPr>
            <a:lvl8pPr algn="l">
              <a:defRPr sz="825" b="0">
                <a:solidFill>
                  <a:srgbClr val="307FE2"/>
                </a:solidFill>
                <a:latin typeface="Courier New"/>
                <a:ea typeface="Courier New"/>
                <a:cs typeface="Courier New"/>
              </a:defRPr>
            </a:lvl8pPr>
            <a:lvl9pPr algn="l">
              <a:defRPr sz="825" b="0">
                <a:solidFill>
                  <a:srgbClr val="307FE2"/>
                </a:solidFill>
                <a:latin typeface="Courier New"/>
                <a:ea typeface="Courier New"/>
                <a:cs typeface="Courier New"/>
              </a:defRPr>
            </a:lvl9pPr>
          </a:lstStyle>
          <a:p xmlns:a="http://schemas.openxmlformats.org/drawingml/2006/main">
            <a:pPr algn="l">
              <a:defRPr sz="825" b="0">
                <a:solidFill>
                  <a:srgbClr val="307FE2"/>
                </a:solidFill>
                <a:latin typeface="Courier New"/>
                <a:ea typeface="Courier New"/>
                <a:cs typeface="Courier New"/>
              </a:defRPr>
            </a:pPr>
            <a:r>
              <a:rPr sz="825" b="0">
                <a:solidFill>
                  <a:srgbClr val="307FE2"/>
                </a:solidFill>
                <a:latin typeface="Courier New"/>
                <a:ea typeface="Courier New"/>
                <a:cs typeface="Courier New"/>
              </a:rPr>
              <a:t>06</a:t>
            </a:r>
          </a:p>
        </p:txBody>
      </p:sp>
      <p:sp>
        <p:nvSpPr>
          <p:cNvPr id="24" name="">
            <a:extLst xmlns:a="http://schemas.openxmlformats.org/drawingml/2006/main">
              <a:ext uri="{FF2B5EF4-FFF2-40B4-BE49-F238E27FC236}">
                <a16:creationId xmlns:a16="http://schemas.microsoft.com/office/drawing/2014/main" id="{0B503C11-6F91-4BA6-A830-92EB9426C72F}"/>
              </a:ext>
            </a:extLst>
          </p:cNvPr>
          <p:cNvSpPr>
            <a:spLocks xmlns:a="http://schemas.openxmlformats.org/drawingml/2006/main" noGrp="1"/>
          </p:cNvSpPr>
          <p:nvPr/>
        </p:nvSpPr>
        <p:spPr>
          <a:xfrm xmlns:a="http://schemas.openxmlformats.org/drawingml/2006/main">
            <a:off x="4514850" y="390525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0F172A"/>
                </a:solidFill>
                <a:latin typeface="Montserrat"/>
                <a:ea typeface="Montserrat"/>
                <a:cs typeface="Montserrat"/>
              </a:defRPr>
            </a:defPPr>
            <a:lvl1pPr algn="l">
              <a:defRPr sz="1275" b="1">
                <a:solidFill>
                  <a:srgbClr val="0F172A"/>
                </a:solidFill>
                <a:latin typeface="Montserrat"/>
                <a:ea typeface="Montserrat"/>
                <a:cs typeface="Montserrat"/>
              </a:defRPr>
            </a:lvl1pPr>
            <a:lvl2pPr algn="l">
              <a:defRPr sz="1275" b="1">
                <a:solidFill>
                  <a:srgbClr val="0F172A"/>
                </a:solidFill>
                <a:latin typeface="Montserrat"/>
                <a:ea typeface="Montserrat"/>
                <a:cs typeface="Montserrat"/>
              </a:defRPr>
            </a:lvl2pPr>
            <a:lvl3pPr algn="l">
              <a:defRPr sz="1275" b="1">
                <a:solidFill>
                  <a:srgbClr val="0F172A"/>
                </a:solidFill>
                <a:latin typeface="Montserrat"/>
                <a:ea typeface="Montserrat"/>
                <a:cs typeface="Montserrat"/>
              </a:defRPr>
            </a:lvl3pPr>
            <a:lvl4pPr algn="l">
              <a:defRPr sz="1275" b="1">
                <a:solidFill>
                  <a:srgbClr val="0F172A"/>
                </a:solidFill>
                <a:latin typeface="Montserrat"/>
                <a:ea typeface="Montserrat"/>
                <a:cs typeface="Montserrat"/>
              </a:defRPr>
            </a:lvl4pPr>
            <a:lvl5pPr algn="l">
              <a:defRPr sz="1275" b="1">
                <a:solidFill>
                  <a:srgbClr val="0F172A"/>
                </a:solidFill>
                <a:latin typeface="Montserrat"/>
                <a:ea typeface="Montserrat"/>
                <a:cs typeface="Montserrat"/>
              </a:defRPr>
            </a:lvl5pPr>
            <a:lvl6pPr algn="l">
              <a:defRPr sz="1275" b="1">
                <a:solidFill>
                  <a:srgbClr val="0F172A"/>
                </a:solidFill>
                <a:latin typeface="Montserrat"/>
                <a:ea typeface="Montserrat"/>
                <a:cs typeface="Montserrat"/>
              </a:defRPr>
            </a:lvl6pPr>
            <a:lvl7pPr algn="l">
              <a:defRPr sz="1275" b="1">
                <a:solidFill>
                  <a:srgbClr val="0F172A"/>
                </a:solidFill>
                <a:latin typeface="Montserrat"/>
                <a:ea typeface="Montserrat"/>
                <a:cs typeface="Montserrat"/>
              </a:defRPr>
            </a:lvl7pPr>
            <a:lvl8pPr algn="l">
              <a:defRPr sz="1275" b="1">
                <a:solidFill>
                  <a:srgbClr val="0F172A"/>
                </a:solidFill>
                <a:latin typeface="Montserrat"/>
                <a:ea typeface="Montserrat"/>
                <a:cs typeface="Montserrat"/>
              </a:defRPr>
            </a:lvl8pPr>
            <a:lvl9pPr algn="l">
              <a:defRPr sz="1275" b="1">
                <a:solidFill>
                  <a:srgbClr val="0F172A"/>
                </a:solidFill>
                <a:latin typeface="Montserrat"/>
                <a:ea typeface="Montserrat"/>
                <a:cs typeface="Montserrat"/>
              </a:defRPr>
            </a:lvl9pPr>
          </a:lstStyle>
          <a:p xmlns:a="http://schemas.openxmlformats.org/drawingml/2006/main">
            <a:pPr algn="l">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Maintain</a:t>
            </a:r>
          </a:p>
        </p:txBody>
      </p:sp>
      <p:sp>
        <p:nvSpPr>
          <p:cNvPr id="25" name="">
            <a:extLst xmlns:a="http://schemas.openxmlformats.org/drawingml/2006/main">
              <a:ext uri="{FF2B5EF4-FFF2-40B4-BE49-F238E27FC236}">
                <a16:creationId xmlns:a16="http://schemas.microsoft.com/office/drawing/2014/main" id="{56556C22-1481-4CC4-8F9E-04DF41E92F81}"/>
              </a:ext>
            </a:extLst>
          </p:cNvPr>
          <p:cNvSpPr>
            <a:spLocks xmlns:a="http://schemas.openxmlformats.org/drawingml/2006/main" noGrp="1"/>
          </p:cNvSpPr>
          <p:nvPr/>
        </p:nvSpPr>
        <p:spPr>
          <a:xfrm xmlns:a="http://schemas.openxmlformats.org/drawingml/2006/main">
            <a:off x="4514850" y="4210050"/>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0">
                <a:solidFill>
                  <a:srgbClr val="475569"/>
                </a:solidFill>
                <a:latin typeface="Montserrat"/>
                <a:ea typeface="Montserrat"/>
                <a:cs typeface="Montserrat"/>
              </a:defRPr>
            </a:defPPr>
            <a:lvl1pPr algn="l">
              <a:defRPr sz="1050" b="0">
                <a:solidFill>
                  <a:srgbClr val="475569"/>
                </a:solidFill>
                <a:latin typeface="Montserrat"/>
                <a:ea typeface="Montserrat"/>
                <a:cs typeface="Montserrat"/>
              </a:defRPr>
            </a:lvl1pPr>
            <a:lvl2pPr algn="l">
              <a:defRPr sz="1050" b="0">
                <a:solidFill>
                  <a:srgbClr val="475569"/>
                </a:solidFill>
                <a:latin typeface="Montserrat"/>
                <a:ea typeface="Montserrat"/>
                <a:cs typeface="Montserrat"/>
              </a:defRPr>
            </a:lvl2pPr>
            <a:lvl3pPr algn="l">
              <a:defRPr sz="1050" b="0">
                <a:solidFill>
                  <a:srgbClr val="475569"/>
                </a:solidFill>
                <a:latin typeface="Montserrat"/>
                <a:ea typeface="Montserrat"/>
                <a:cs typeface="Montserrat"/>
              </a:defRPr>
            </a:lvl3pPr>
            <a:lvl4pPr algn="l">
              <a:defRPr sz="1050" b="0">
                <a:solidFill>
                  <a:srgbClr val="475569"/>
                </a:solidFill>
                <a:latin typeface="Montserrat"/>
                <a:ea typeface="Montserrat"/>
                <a:cs typeface="Montserrat"/>
              </a:defRPr>
            </a:lvl4pPr>
            <a:lvl5pPr algn="l">
              <a:defRPr sz="1050" b="0">
                <a:solidFill>
                  <a:srgbClr val="475569"/>
                </a:solidFill>
                <a:latin typeface="Montserrat"/>
                <a:ea typeface="Montserrat"/>
                <a:cs typeface="Montserrat"/>
              </a:defRPr>
            </a:lvl5pPr>
            <a:lvl6pPr algn="l">
              <a:defRPr sz="1050" b="0">
                <a:solidFill>
                  <a:srgbClr val="475569"/>
                </a:solidFill>
                <a:latin typeface="Montserrat"/>
                <a:ea typeface="Montserrat"/>
                <a:cs typeface="Montserrat"/>
              </a:defRPr>
            </a:lvl6pPr>
            <a:lvl7pPr algn="l">
              <a:defRPr sz="1050" b="0">
                <a:solidFill>
                  <a:srgbClr val="475569"/>
                </a:solidFill>
                <a:latin typeface="Montserrat"/>
                <a:ea typeface="Montserrat"/>
                <a:cs typeface="Montserrat"/>
              </a:defRPr>
            </a:lvl7pPr>
            <a:lvl8pPr algn="l">
              <a:defRPr sz="1050" b="0">
                <a:solidFill>
                  <a:srgbClr val="475569"/>
                </a:solidFill>
                <a:latin typeface="Montserrat"/>
                <a:ea typeface="Montserrat"/>
                <a:cs typeface="Montserrat"/>
              </a:defRPr>
            </a:lvl8pPr>
            <a:lvl9pPr algn="l">
              <a:defRPr sz="1050" b="0">
                <a:solidFill>
                  <a:srgbClr val="475569"/>
                </a:solidFill>
                <a:latin typeface="Montserrat"/>
                <a:ea typeface="Montserrat"/>
                <a:cs typeface="Montserrat"/>
              </a:defRPr>
            </a:lvl9pPr>
          </a:lstStyle>
          <a:p xmlns:a="http://schemas.openxmlformats.org/drawingml/2006/main">
            <a:pPr algn="l">
              <a:defRPr sz="1050" b="0">
                <a:solidFill>
                  <a:srgbClr val="475569"/>
                </a:solidFill>
                <a:latin typeface="Montserrat"/>
                <a:ea typeface="Montserrat"/>
                <a:cs typeface="Montserrat"/>
              </a:defRPr>
            </a:pPr>
            <a:r>
              <a:rPr sz="1050" b="0">
                <a:solidFill>
                  <a:srgbClr val="475569"/>
                </a:solidFill>
                <a:latin typeface="Montserrat"/>
                <a:ea typeface="Montserrat"/>
                <a:cs typeface="Montserrat"/>
              </a:rPr>
              <a:t>Watch use, fix problems, and plan the next change.</a:t>
            </a:r>
          </a:p>
        </p:txBody>
      </p:sp>
      <p:sp>
        <p:nvSpPr>
          <p:cNvPr id="26" name="">
            <a:extLst xmlns:a="http://schemas.openxmlformats.org/drawingml/2006/main">
              <a:ext uri="{FF2B5EF4-FFF2-40B4-BE49-F238E27FC236}">
                <a16:creationId xmlns:a16="http://schemas.microsoft.com/office/drawing/2014/main" id="{39598A21-F875-4479-9F41-DDE76A887C9F}"/>
              </a:ext>
            </a:extLst>
          </p:cNvPr>
          <p:cNvSpPr>
            <a:spLocks xmlns:a="http://schemas.openxmlformats.org/drawingml/2006/main" noGrp="1"/>
          </p:cNvSpPr>
          <p:nvPr/>
        </p:nvSpPr>
        <p:spPr>
          <a:xfrm xmlns:a="http://schemas.openxmlformats.org/drawingml/2006/main">
            <a:off x="7867650" y="2019300"/>
            <a:ext cx="3086100" cy="2705100"/>
          </a:xfrm>
          <a:prstGeom xmlns:a="http://schemas.openxmlformats.org/drawingml/2006/main" prst="roundRect">
            <a:avLst>
              <a:gd name="adj" fmla="val 4930"/>
            </a:avLst>
          </a:prstGeom>
          <a:solidFill xmlns:a="http://schemas.openxmlformats.org/drawingml/2006/main">
            <a:srgbClr val="FFFFFF"/>
          </a:solidFill>
          <a:ln xmlns:a="http://schemas.openxmlformats.org/drawingml/2006/main" w="9525">
            <a:solidFill>
              <a:srgbClr val="D8E2EF"/>
            </a:solidFill>
            <a:prstDash val="solid"/>
          </a:ln>
        </p:spPr>
      </p:sp>
      <p:pic>
        <p:nvPicPr>
          <p:cNvPr id="27" name="">
            <a:extLst xmlns:a="http://schemas.openxmlformats.org/drawingml/2006/main">
              <a:ext uri="{FF2B5EF4-FFF2-40B4-BE49-F238E27FC236}">
                <a16:creationId xmlns:a16="http://schemas.microsoft.com/office/drawing/2014/main" id="{7C382663-46D1-4DEA-B055-BE2A1935E3A3}"/>
              </a:ext>
            </a:extLst>
          </p:cNvPr>
          <p:cNvPicPr>
            <a:picLocks xmlns:a="http://schemas.openxmlformats.org/drawingml/2006/main" noChangeAspect="1"/>
          </p:cNvPicPr>
          <p:nvPr/>
        </p:nvPicPr>
        <p:blipFill>
          <a:blip xmlns:r="http://schemas.openxmlformats.org/officeDocument/2006/relationships" xmlns:a="http://schemas.openxmlformats.org/drawingml/2006/main" r:embed="R20020c20f5b94b35"/>
          <a:srcRect xmlns:a="http://schemas.openxmlformats.org/drawingml/2006/main" l="0" t="6250" r="0" b="6250"/>
          <a:stretch xmlns:a="http://schemas.openxmlformats.org/drawingml/2006/main">
            <a:fillRect l="0" t="0" r="0" b="0"/>
          </a:stretch>
        </p:blipFill>
        <p:spPr>
          <a:xfrm xmlns:a="http://schemas.openxmlformats.org/drawingml/2006/main">
            <a:off x="7886700" y="2038350"/>
            <a:ext cx="3048000" cy="2667000"/>
          </a:xfrm>
          <a:prstGeom xmlns:a="http://schemas.openxmlformats.org/drawingml/2006/main" prst="rect">
            <a:avLst/>
          </a:prstGeom>
        </p:spPr>
      </p:pic>
      <p:sp>
        <p:nvSpPr>
          <p:cNvPr id="28" name="">
            <a:extLst xmlns:a="http://schemas.openxmlformats.org/drawingml/2006/main">
              <a:ext uri="{FF2B5EF4-FFF2-40B4-BE49-F238E27FC236}">
                <a16:creationId xmlns:a16="http://schemas.microsoft.com/office/drawing/2014/main" id="{913E686A-F7EC-4988-9977-FFC69502E211}"/>
              </a:ext>
            </a:extLst>
          </p:cNvPr>
          <p:cNvSpPr>
            <a:spLocks xmlns:a="http://schemas.openxmlformats.org/drawingml/2006/main" noGrp="1"/>
          </p:cNvSpPr>
          <p:nvPr/>
        </p:nvSpPr>
        <p:spPr>
          <a:xfrm xmlns:a="http://schemas.openxmlformats.org/drawingml/2006/main">
            <a:off x="647700" y="480060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29" name="">
            <a:extLst xmlns:a="http://schemas.openxmlformats.org/drawingml/2006/main">
              <a:ext uri="{FF2B5EF4-FFF2-40B4-BE49-F238E27FC236}">
                <a16:creationId xmlns:a16="http://schemas.microsoft.com/office/drawing/2014/main" id="{2C044538-D6B2-4B74-8530-11F5EFF9D46A}"/>
              </a:ext>
            </a:extLst>
          </p:cNvPr>
          <p:cNvSpPr>
            <a:spLocks xmlns:a="http://schemas.openxmlformats.org/drawingml/2006/main" noGrp="1"/>
          </p:cNvSpPr>
          <p:nvPr/>
        </p:nvSpPr>
        <p:spPr>
          <a:xfrm xmlns:a="http://schemas.openxmlformats.org/drawingml/2006/main">
            <a:off x="742950" y="504825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Website first. Game second. Same loop both times.</a:t>
            </a:r>
          </a:p>
        </p:txBody>
      </p:sp>
      <p:sp>
        <p:nvSpPr>
          <p:cNvPr id="30" name="sdlc-source-link-v28">
            <a:hlinkClick xmlns:a="http://schemas.openxmlformats.org/drawingml/2006/main" xmlns:r="http://schemas.openxmlformats.org/officeDocument/2006/relationships" r:id="rId1"/>
            <a:extLst xmlns:a="http://schemas.openxmlformats.org/drawingml/2006/main">
              <a:ext uri="{FF2B5EF4-FFF2-40B4-BE49-F238E27FC236}">
                <a16:creationId xmlns:a16="http://schemas.microsoft.com/office/drawing/2014/main" id="{67B37815-FB94-4D3C-AA45-5AD55C9800DE}"/>
              </a:ext>
            </a:extLst>
          </p:cNvPr>
          <p:cNvSpPr>
            <a:spLocks xmlns:a="http://schemas.openxmlformats.org/drawingml/2006/main" noGrp="1"/>
          </p:cNvSpPr>
          <p:nvPr/>
        </p:nvSpPr>
        <p:spPr>
          <a:xfrm xmlns:a="http://schemas.openxmlformats.org/drawingml/2006/main">
            <a:off x="742950" y="57150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1">
                <a:solidFill>
                  <a:srgbClr val="0055FF"/>
                </a:solidFill>
                <a:latin typeface="Montserrat"/>
                <a:ea typeface="Montserrat"/>
                <a:cs typeface="Montserrat"/>
              </a:defRPr>
            </a:defPPr>
            <a:lvl1pPr algn="l">
              <a:defRPr sz="975" b="1">
                <a:solidFill>
                  <a:srgbClr val="0055FF"/>
                </a:solidFill>
                <a:latin typeface="Montserrat"/>
                <a:ea typeface="Montserrat"/>
                <a:cs typeface="Montserrat"/>
              </a:defRPr>
            </a:lvl1pPr>
            <a:lvl2pPr algn="l">
              <a:defRPr sz="975" b="1">
                <a:solidFill>
                  <a:srgbClr val="0055FF"/>
                </a:solidFill>
                <a:latin typeface="Montserrat"/>
                <a:ea typeface="Montserrat"/>
                <a:cs typeface="Montserrat"/>
              </a:defRPr>
            </a:lvl2pPr>
            <a:lvl3pPr algn="l">
              <a:defRPr sz="975" b="1">
                <a:solidFill>
                  <a:srgbClr val="0055FF"/>
                </a:solidFill>
                <a:latin typeface="Montserrat"/>
                <a:ea typeface="Montserrat"/>
                <a:cs typeface="Montserrat"/>
              </a:defRPr>
            </a:lvl3pPr>
            <a:lvl4pPr algn="l">
              <a:defRPr sz="975" b="1">
                <a:solidFill>
                  <a:srgbClr val="0055FF"/>
                </a:solidFill>
                <a:latin typeface="Montserrat"/>
                <a:ea typeface="Montserrat"/>
                <a:cs typeface="Montserrat"/>
              </a:defRPr>
            </a:lvl4pPr>
            <a:lvl5pPr algn="l">
              <a:defRPr sz="975" b="1">
                <a:solidFill>
                  <a:srgbClr val="0055FF"/>
                </a:solidFill>
                <a:latin typeface="Montserrat"/>
                <a:ea typeface="Montserrat"/>
                <a:cs typeface="Montserrat"/>
              </a:defRPr>
            </a:lvl5pPr>
            <a:lvl6pPr algn="l">
              <a:defRPr sz="975" b="1">
                <a:solidFill>
                  <a:srgbClr val="0055FF"/>
                </a:solidFill>
                <a:latin typeface="Montserrat"/>
                <a:ea typeface="Montserrat"/>
                <a:cs typeface="Montserrat"/>
              </a:defRPr>
            </a:lvl6pPr>
            <a:lvl7pPr algn="l">
              <a:defRPr sz="975" b="1">
                <a:solidFill>
                  <a:srgbClr val="0055FF"/>
                </a:solidFill>
                <a:latin typeface="Montserrat"/>
                <a:ea typeface="Montserrat"/>
                <a:cs typeface="Montserrat"/>
              </a:defRPr>
            </a:lvl7pPr>
            <a:lvl8pPr algn="l">
              <a:defRPr sz="975" b="1">
                <a:solidFill>
                  <a:srgbClr val="0055FF"/>
                </a:solidFill>
                <a:latin typeface="Montserrat"/>
                <a:ea typeface="Montserrat"/>
                <a:cs typeface="Montserrat"/>
              </a:defRPr>
            </a:lvl8pPr>
            <a:lvl9pPr algn="l">
              <a:defRPr sz="975" b="1">
                <a:solidFill>
                  <a:srgbClr val="0055FF"/>
                </a:solidFill>
                <a:latin typeface="Montserrat"/>
                <a:ea typeface="Montserrat"/>
                <a:cs typeface="Montserrat"/>
              </a:defRPr>
            </a:lvl9pPr>
          </a:lstStyle>
          <a:p xmlns:a="http://schemas.openxmlformats.org/drawingml/2006/main">
            <a:pPr algn="l">
              <a:defRPr sz="975" b="1">
                <a:solidFill>
                  <a:srgbClr val="0055FF"/>
                </a:solidFill>
                <a:latin typeface="Montserrat"/>
                <a:ea typeface="Montserrat"/>
                <a:cs typeface="Montserrat"/>
              </a:defRPr>
            </a:pPr>
            <a:r>
              <a:rPr sz="975" b="1">
                <a:solidFill>
                  <a:srgbClr val="0055FF"/>
                </a:solidFill>
                <a:latin typeface="Montserrat"/>
                <a:ea typeface="Montserrat"/>
                <a:cs typeface="Montserrat"/>
              </a:rPr>
              <a:t>COMPANION READING  Claude’s AI-Native SDLC Playbook  ↗</a:t>
            </a:r>
          </a:p>
        </p:txBody>
      </p:sp>
      <p:sp>
        <p:nvSpPr>
          <p:cNvPr id="31" name="">
            <a:extLst xmlns:a="http://schemas.openxmlformats.org/drawingml/2006/main">
              <a:ext uri="{FF2B5EF4-FFF2-40B4-BE49-F238E27FC236}">
                <a16:creationId xmlns:a16="http://schemas.microsoft.com/office/drawing/2014/main" id="{17277FB2-0FD7-4AB3-8CAE-19D3DC10959E}"/>
              </a:ext>
            </a:extLst>
          </p:cNvPr>
          <p:cNvSpPr>
            <a:spLocks xmlns:a="http://schemas.openxmlformats.org/drawingml/2006/main" noGrp="1"/>
          </p:cNvSpPr>
          <p:nvPr/>
        </p:nvSpPr>
        <p:spPr>
          <a:xfrm xmlns:a="http://schemas.openxmlformats.org/drawingml/2006/main">
            <a:off x="3667125" y="6381750"/>
            <a:ext cx="4857750" cy="0"/>
          </a:xfrm>
          <a:prstGeom xmlns:a="http://schemas.openxmlformats.org/drawingml/2006/main" prst="line">
            <a:avLst/>
          </a:prstGeom>
          <a:noFill xmlns:a="http://schemas.openxmlformats.org/drawingml/2006/main"/>
          <a:ln xmlns:a="http://schemas.openxmlformats.org/drawingml/2006/main" w="5715">
            <a:solidFill>
              <a:srgbClr val="D8E2EF"/>
            </a:solidFill>
            <a:prstDash val="solid"/>
          </a:ln>
        </p:spPr>
      </p:sp>
      <p:sp>
        <p:nvSpPr>
          <p:cNvPr id="32" name="">
            <a:extLst xmlns:a="http://schemas.openxmlformats.org/drawingml/2006/main">
              <a:ext uri="{FF2B5EF4-FFF2-40B4-BE49-F238E27FC236}">
                <a16:creationId xmlns:a16="http://schemas.microsoft.com/office/drawing/2014/main" id="{DBF103A7-4AF5-4724-9A3E-0D69AD02E7DC}"/>
              </a:ext>
            </a:extLst>
          </p:cNvPr>
          <p:cNvSpPr>
            <a:spLocks xmlns:a="http://schemas.openxmlformats.org/drawingml/2006/main" noGrp="1"/>
          </p:cNvSpPr>
          <p:nvPr/>
        </p:nvSpPr>
        <p:spPr>
          <a:xfrm xmlns:a="http://schemas.openxmlformats.org/drawingml/2006/main">
            <a:off x="36337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33" name="">
            <a:extLst xmlns:a="http://schemas.openxmlformats.org/drawingml/2006/main">
              <a:ext uri="{FF2B5EF4-FFF2-40B4-BE49-F238E27FC236}">
                <a16:creationId xmlns:a16="http://schemas.microsoft.com/office/drawing/2014/main" id="{63E2A44A-27D4-429F-B86C-868D084B6E84}"/>
              </a:ext>
            </a:extLst>
          </p:cNvPr>
          <p:cNvSpPr>
            <a:spLocks xmlns:a="http://schemas.openxmlformats.org/drawingml/2006/main" noGrp="1"/>
          </p:cNvSpPr>
          <p:nvPr/>
        </p:nvSpPr>
        <p:spPr>
          <a:xfrm xmlns:a="http://schemas.openxmlformats.org/drawingml/2006/main">
            <a:off x="32670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PLAN</a:t>
            </a:r>
          </a:p>
        </p:txBody>
      </p:sp>
      <p:sp>
        <p:nvSpPr>
          <p:cNvPr id="34" name="">
            <a:extLst xmlns:a="http://schemas.openxmlformats.org/drawingml/2006/main">
              <a:ext uri="{FF2B5EF4-FFF2-40B4-BE49-F238E27FC236}">
                <a16:creationId xmlns:a16="http://schemas.microsoft.com/office/drawing/2014/main" id="{879B3848-EB7E-4262-A716-8B0210F5FC4A}"/>
              </a:ext>
            </a:extLst>
          </p:cNvPr>
          <p:cNvSpPr>
            <a:spLocks xmlns:a="http://schemas.openxmlformats.org/drawingml/2006/main" noGrp="1"/>
          </p:cNvSpPr>
          <p:nvPr/>
        </p:nvSpPr>
        <p:spPr>
          <a:xfrm xmlns:a="http://schemas.openxmlformats.org/drawingml/2006/main">
            <a:off x="46053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35" name="">
            <a:extLst xmlns:a="http://schemas.openxmlformats.org/drawingml/2006/main">
              <a:ext uri="{FF2B5EF4-FFF2-40B4-BE49-F238E27FC236}">
                <a16:creationId xmlns:a16="http://schemas.microsoft.com/office/drawing/2014/main" id="{6502E39D-3463-468B-A976-6927EA98D28D}"/>
              </a:ext>
            </a:extLst>
          </p:cNvPr>
          <p:cNvSpPr>
            <a:spLocks xmlns:a="http://schemas.openxmlformats.org/drawingml/2006/main" noGrp="1"/>
          </p:cNvSpPr>
          <p:nvPr/>
        </p:nvSpPr>
        <p:spPr>
          <a:xfrm xmlns:a="http://schemas.openxmlformats.org/drawingml/2006/main">
            <a:off x="42386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DESIGN</a:t>
            </a:r>
          </a:p>
        </p:txBody>
      </p:sp>
      <p:sp>
        <p:nvSpPr>
          <p:cNvPr id="36" name="">
            <a:extLst xmlns:a="http://schemas.openxmlformats.org/drawingml/2006/main">
              <a:ext uri="{FF2B5EF4-FFF2-40B4-BE49-F238E27FC236}">
                <a16:creationId xmlns:a16="http://schemas.microsoft.com/office/drawing/2014/main" id="{90BEA050-F72E-4D21-86C5-212B5CFA1835}"/>
              </a:ext>
            </a:extLst>
          </p:cNvPr>
          <p:cNvSpPr>
            <a:spLocks xmlns:a="http://schemas.openxmlformats.org/drawingml/2006/main" noGrp="1"/>
          </p:cNvSpPr>
          <p:nvPr/>
        </p:nvSpPr>
        <p:spPr>
          <a:xfrm xmlns:a="http://schemas.openxmlformats.org/drawingml/2006/main">
            <a:off x="55768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37" name="">
            <a:extLst xmlns:a="http://schemas.openxmlformats.org/drawingml/2006/main">
              <a:ext uri="{FF2B5EF4-FFF2-40B4-BE49-F238E27FC236}">
                <a16:creationId xmlns:a16="http://schemas.microsoft.com/office/drawing/2014/main" id="{1AF31A17-F3E0-4368-9A3A-E62B93140ECE}"/>
              </a:ext>
            </a:extLst>
          </p:cNvPr>
          <p:cNvSpPr>
            <a:spLocks xmlns:a="http://schemas.openxmlformats.org/drawingml/2006/main" noGrp="1"/>
          </p:cNvSpPr>
          <p:nvPr/>
        </p:nvSpPr>
        <p:spPr>
          <a:xfrm xmlns:a="http://schemas.openxmlformats.org/drawingml/2006/main">
            <a:off x="52101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BUILD</a:t>
            </a:r>
          </a:p>
        </p:txBody>
      </p:sp>
      <p:sp>
        <p:nvSpPr>
          <p:cNvPr id="38" name="">
            <a:extLst xmlns:a="http://schemas.openxmlformats.org/drawingml/2006/main">
              <a:ext uri="{FF2B5EF4-FFF2-40B4-BE49-F238E27FC236}">
                <a16:creationId xmlns:a16="http://schemas.microsoft.com/office/drawing/2014/main" id="{0D8D81F6-1583-4204-A151-9078DCA619ED}"/>
              </a:ext>
            </a:extLst>
          </p:cNvPr>
          <p:cNvSpPr>
            <a:spLocks xmlns:a="http://schemas.openxmlformats.org/drawingml/2006/main" noGrp="1"/>
          </p:cNvSpPr>
          <p:nvPr/>
        </p:nvSpPr>
        <p:spPr>
          <a:xfrm xmlns:a="http://schemas.openxmlformats.org/drawingml/2006/main">
            <a:off x="65484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39" name="">
            <a:extLst xmlns:a="http://schemas.openxmlformats.org/drawingml/2006/main">
              <a:ext uri="{FF2B5EF4-FFF2-40B4-BE49-F238E27FC236}">
                <a16:creationId xmlns:a16="http://schemas.microsoft.com/office/drawing/2014/main" id="{CA032930-59B7-4B66-AAC6-FE537BDB5025}"/>
              </a:ext>
            </a:extLst>
          </p:cNvPr>
          <p:cNvSpPr>
            <a:spLocks xmlns:a="http://schemas.openxmlformats.org/drawingml/2006/main" noGrp="1"/>
          </p:cNvSpPr>
          <p:nvPr/>
        </p:nvSpPr>
        <p:spPr>
          <a:xfrm xmlns:a="http://schemas.openxmlformats.org/drawingml/2006/main">
            <a:off x="61817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TEST</a:t>
            </a:r>
          </a:p>
        </p:txBody>
      </p:sp>
      <p:sp>
        <p:nvSpPr>
          <p:cNvPr id="40" name="">
            <a:extLst xmlns:a="http://schemas.openxmlformats.org/drawingml/2006/main">
              <a:ext uri="{FF2B5EF4-FFF2-40B4-BE49-F238E27FC236}">
                <a16:creationId xmlns:a16="http://schemas.microsoft.com/office/drawing/2014/main" id="{3BE133F1-73D6-4B4D-9FB6-3B6385C64C7E}"/>
              </a:ext>
            </a:extLst>
          </p:cNvPr>
          <p:cNvSpPr>
            <a:spLocks xmlns:a="http://schemas.openxmlformats.org/drawingml/2006/main" noGrp="1"/>
          </p:cNvSpPr>
          <p:nvPr/>
        </p:nvSpPr>
        <p:spPr>
          <a:xfrm xmlns:a="http://schemas.openxmlformats.org/drawingml/2006/main">
            <a:off x="75199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41" name="">
            <a:extLst xmlns:a="http://schemas.openxmlformats.org/drawingml/2006/main">
              <a:ext uri="{FF2B5EF4-FFF2-40B4-BE49-F238E27FC236}">
                <a16:creationId xmlns:a16="http://schemas.microsoft.com/office/drawing/2014/main" id="{553C46D4-3CAE-4780-B47C-8EB6BCB0A003}"/>
              </a:ext>
            </a:extLst>
          </p:cNvPr>
          <p:cNvSpPr>
            <a:spLocks xmlns:a="http://schemas.openxmlformats.org/drawingml/2006/main" noGrp="1"/>
          </p:cNvSpPr>
          <p:nvPr/>
        </p:nvSpPr>
        <p:spPr>
          <a:xfrm xmlns:a="http://schemas.openxmlformats.org/drawingml/2006/main">
            <a:off x="71532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DEPLOY</a:t>
            </a:r>
          </a:p>
        </p:txBody>
      </p:sp>
      <p:sp>
        <p:nvSpPr>
          <p:cNvPr id="42" name="">
            <a:extLst xmlns:a="http://schemas.openxmlformats.org/drawingml/2006/main">
              <a:ext uri="{FF2B5EF4-FFF2-40B4-BE49-F238E27FC236}">
                <a16:creationId xmlns:a16="http://schemas.microsoft.com/office/drawing/2014/main" id="{3C5D7294-A8F9-43D5-BBF7-BAC5F9EF81D5}"/>
              </a:ext>
            </a:extLst>
          </p:cNvPr>
          <p:cNvSpPr>
            <a:spLocks xmlns:a="http://schemas.openxmlformats.org/drawingml/2006/main" noGrp="1"/>
          </p:cNvSpPr>
          <p:nvPr/>
        </p:nvSpPr>
        <p:spPr>
          <a:xfrm xmlns:a="http://schemas.openxmlformats.org/drawingml/2006/main">
            <a:off x="84915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43" name="">
            <a:extLst xmlns:a="http://schemas.openxmlformats.org/drawingml/2006/main">
              <a:ext uri="{FF2B5EF4-FFF2-40B4-BE49-F238E27FC236}">
                <a16:creationId xmlns:a16="http://schemas.microsoft.com/office/drawing/2014/main" id="{7920DD92-A114-4548-A2E9-4D8CB92933B4}"/>
              </a:ext>
            </a:extLst>
          </p:cNvPr>
          <p:cNvSpPr>
            <a:spLocks xmlns:a="http://schemas.openxmlformats.org/drawingml/2006/main" noGrp="1"/>
          </p:cNvSpPr>
          <p:nvPr/>
        </p:nvSpPr>
        <p:spPr>
          <a:xfrm xmlns:a="http://schemas.openxmlformats.org/drawingml/2006/main">
            <a:off x="81248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MAINTAIN</a:t>
            </a:r>
          </a:p>
        </p:txBody>
      </p:sp>
    </p:spTree>
    <p:extLst>
      <p:ext uri="{BB962C8B-B14F-4D97-AF65-F5344CB8AC3E}">
        <p14:creationId xmlns:p14="http://schemas.microsoft.com/office/powerpoint/2010/main" val="139641374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A38E5555-63F6-4CB3-B7CD-3260CCCBFF6C}"/>
              </a:ext>
            </a:extLst>
          </p:cNvPr>
          <p:cNvPicPr>
            <a:picLocks xmlns:a="http://schemas.openxmlformats.org/drawingml/2006/main" noChangeAspect="1"/>
          </p:cNvPicPr>
          <p:nvPr/>
        </p:nvPicPr>
        <p:blipFill>
          <a:blip xmlns:r="http://schemas.openxmlformats.org/officeDocument/2006/relationships" xmlns:a="http://schemas.openxmlformats.org/drawingml/2006/main" r:embed="R51d065af4f23411c"/>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9354713F-B1AE-4A46-B501-350DD162DD3C}"/>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18 / 63</a:t>
            </a:r>
            <a:endParaRPr sz="900"/>
          </a:p>
        </p:txBody>
      </p:sp>
      <p:sp>
        <p:nvSpPr>
          <p:cNvPr id="4" name="">
            <a:extLst xmlns:a="http://schemas.openxmlformats.org/drawingml/2006/main">
              <a:ext uri="{FF2B5EF4-FFF2-40B4-BE49-F238E27FC236}">
                <a16:creationId xmlns:a16="http://schemas.microsoft.com/office/drawing/2014/main" id="{0F94AF71-6B0C-4492-98A8-F16C7D02ACFA}"/>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307FE2"/>
                </a:solidFill>
                <a:latin typeface="Montserrat"/>
                <a:ea typeface="Montserrat"/>
                <a:cs typeface="Montserrat"/>
              </a:defRPr>
            </a:defPPr>
            <a:lvl1pPr algn="l">
              <a:defRPr sz="1050" b="1">
                <a:solidFill>
                  <a:srgbClr val="307FE2"/>
                </a:solidFill>
                <a:latin typeface="Montserrat"/>
                <a:ea typeface="Montserrat"/>
                <a:cs typeface="Montserrat"/>
              </a:defRPr>
            </a:lvl1pPr>
            <a:lvl2pPr algn="l">
              <a:defRPr sz="1050" b="1">
                <a:solidFill>
                  <a:srgbClr val="307FE2"/>
                </a:solidFill>
                <a:latin typeface="Montserrat"/>
                <a:ea typeface="Montserrat"/>
                <a:cs typeface="Montserrat"/>
              </a:defRPr>
            </a:lvl2pPr>
            <a:lvl3pPr algn="l">
              <a:defRPr sz="1050" b="1">
                <a:solidFill>
                  <a:srgbClr val="307FE2"/>
                </a:solidFill>
                <a:latin typeface="Montserrat"/>
                <a:ea typeface="Montserrat"/>
                <a:cs typeface="Montserrat"/>
              </a:defRPr>
            </a:lvl3pPr>
            <a:lvl4pPr algn="l">
              <a:defRPr sz="1050" b="1">
                <a:solidFill>
                  <a:srgbClr val="307FE2"/>
                </a:solidFill>
                <a:latin typeface="Montserrat"/>
                <a:ea typeface="Montserrat"/>
                <a:cs typeface="Montserrat"/>
              </a:defRPr>
            </a:lvl4pPr>
            <a:lvl5pPr algn="l">
              <a:defRPr sz="1050" b="1">
                <a:solidFill>
                  <a:srgbClr val="307FE2"/>
                </a:solidFill>
                <a:latin typeface="Montserrat"/>
                <a:ea typeface="Montserrat"/>
                <a:cs typeface="Montserrat"/>
              </a:defRPr>
            </a:lvl5pPr>
            <a:lvl6pPr algn="l">
              <a:defRPr sz="1050" b="1">
                <a:solidFill>
                  <a:srgbClr val="307FE2"/>
                </a:solidFill>
                <a:latin typeface="Montserrat"/>
                <a:ea typeface="Montserrat"/>
                <a:cs typeface="Montserrat"/>
              </a:defRPr>
            </a:lvl6pPr>
            <a:lvl7pPr algn="l">
              <a:defRPr sz="1050" b="1">
                <a:solidFill>
                  <a:srgbClr val="307FE2"/>
                </a:solidFill>
                <a:latin typeface="Montserrat"/>
                <a:ea typeface="Montserrat"/>
                <a:cs typeface="Montserrat"/>
              </a:defRPr>
            </a:lvl7pPr>
            <a:lvl8pPr algn="l">
              <a:defRPr sz="1050" b="1">
                <a:solidFill>
                  <a:srgbClr val="307FE2"/>
                </a:solidFill>
                <a:latin typeface="Montserrat"/>
                <a:ea typeface="Montserrat"/>
                <a:cs typeface="Montserrat"/>
              </a:defRPr>
            </a:lvl8pPr>
            <a:lvl9pPr algn="l">
              <a:defRPr sz="1050" b="1">
                <a:solidFill>
                  <a:srgbClr val="307FE2"/>
                </a:solidFill>
                <a:latin typeface="Montserrat"/>
                <a:ea typeface="Montserrat"/>
                <a:cs typeface="Montserrat"/>
              </a:defRPr>
            </a:lvl9pPr>
          </a:lstStyle>
          <a:p xmlns:a="http://schemas.openxmlformats.org/drawingml/2006/main">
            <a:pPr algn="l">
              <a:defRPr sz="1050" b="1">
                <a:solidFill>
                  <a:srgbClr val="307FE2"/>
                </a:solidFill>
                <a:latin typeface="Montserrat"/>
                <a:ea typeface="Montserrat"/>
                <a:cs typeface="Montserrat"/>
              </a:defRPr>
            </a:pPr>
            <a:r>
              <a:rPr sz="1050" b="1">
                <a:solidFill>
                  <a:srgbClr val="307FE2"/>
                </a:solidFill>
                <a:latin typeface="Montserrat"/>
                <a:ea typeface="Montserrat"/>
                <a:cs typeface="Montserrat"/>
              </a:rPr>
              <a:t>// BEFORE WE BUILD · TWO STARTING POINTS</a:t>
            </a:r>
          </a:p>
        </p:txBody>
      </p:sp>
      <p:sp>
        <p:nvSpPr>
          <p:cNvPr id="5" name="">
            <a:extLst xmlns:a="http://schemas.openxmlformats.org/drawingml/2006/main">
              <a:ext uri="{FF2B5EF4-FFF2-40B4-BE49-F238E27FC236}">
                <a16:creationId xmlns:a16="http://schemas.microsoft.com/office/drawing/2014/main" id="{73C335D6-765A-4773-8FF9-4A5E1C1FC96A}"/>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94A3B8"/>
                </a:solidFill>
                <a:latin typeface="Montserrat"/>
                <a:ea typeface="Montserrat"/>
                <a:cs typeface="Montserrat"/>
              </a:defRPr>
            </a:defPPr>
            <a:lvl1pPr algn="r">
              <a:defRPr sz="900" b="0">
                <a:solidFill>
                  <a:srgbClr val="94A3B8"/>
                </a:solidFill>
                <a:latin typeface="Montserrat"/>
                <a:ea typeface="Montserrat"/>
                <a:cs typeface="Montserrat"/>
              </a:defRPr>
            </a:lvl1pPr>
            <a:lvl2pPr algn="r">
              <a:defRPr sz="900" b="0">
                <a:solidFill>
                  <a:srgbClr val="94A3B8"/>
                </a:solidFill>
                <a:latin typeface="Montserrat"/>
                <a:ea typeface="Montserrat"/>
                <a:cs typeface="Montserrat"/>
              </a:defRPr>
            </a:lvl2pPr>
            <a:lvl3pPr algn="r">
              <a:defRPr sz="900" b="0">
                <a:solidFill>
                  <a:srgbClr val="94A3B8"/>
                </a:solidFill>
                <a:latin typeface="Montserrat"/>
                <a:ea typeface="Montserrat"/>
                <a:cs typeface="Montserrat"/>
              </a:defRPr>
            </a:lvl3pPr>
            <a:lvl4pPr algn="r">
              <a:defRPr sz="900" b="0">
                <a:solidFill>
                  <a:srgbClr val="94A3B8"/>
                </a:solidFill>
                <a:latin typeface="Montserrat"/>
                <a:ea typeface="Montserrat"/>
                <a:cs typeface="Montserrat"/>
              </a:defRPr>
            </a:lvl4pPr>
            <a:lvl5pPr algn="r">
              <a:defRPr sz="900" b="0">
                <a:solidFill>
                  <a:srgbClr val="94A3B8"/>
                </a:solidFill>
                <a:latin typeface="Montserrat"/>
                <a:ea typeface="Montserrat"/>
                <a:cs typeface="Montserrat"/>
              </a:defRPr>
            </a:lvl5pPr>
            <a:lvl6pPr algn="r">
              <a:defRPr sz="900" b="0">
                <a:solidFill>
                  <a:srgbClr val="94A3B8"/>
                </a:solidFill>
                <a:latin typeface="Montserrat"/>
                <a:ea typeface="Montserrat"/>
                <a:cs typeface="Montserrat"/>
              </a:defRPr>
            </a:lvl6pPr>
            <a:lvl7pPr algn="r">
              <a:defRPr sz="900" b="0">
                <a:solidFill>
                  <a:srgbClr val="94A3B8"/>
                </a:solidFill>
                <a:latin typeface="Montserrat"/>
                <a:ea typeface="Montserrat"/>
                <a:cs typeface="Montserrat"/>
              </a:defRPr>
            </a:lvl7pPr>
            <a:lvl8pPr algn="r">
              <a:defRPr sz="900" b="0">
                <a:solidFill>
                  <a:srgbClr val="94A3B8"/>
                </a:solidFill>
                <a:latin typeface="Montserrat"/>
                <a:ea typeface="Montserrat"/>
                <a:cs typeface="Montserrat"/>
              </a:defRPr>
            </a:lvl8pPr>
            <a:lvl9pPr algn="r">
              <a:defRPr sz="900" b="0">
                <a:solidFill>
                  <a:srgbClr val="94A3B8"/>
                </a:solidFill>
                <a:latin typeface="Montserrat"/>
                <a:ea typeface="Montserrat"/>
                <a:cs typeface="Montserrat"/>
              </a:defRPr>
            </a:lvl9pPr>
          </a:lstStyle>
          <a:p xmlns:a="http://schemas.openxmlformats.org/drawingml/2006/main">
            <a:pPr algn="r">
              <a:defRPr sz="900" b="0">
                <a:solidFill>
                  <a:srgbClr val="94A3B8"/>
                </a:solidFill>
                <a:latin typeface="Montserrat"/>
                <a:ea typeface="Montserrat"/>
                <a:cs typeface="Montserrat"/>
              </a:defRPr>
            </a:pPr>
            <a:r>
              <a:rPr sz="900" b="0">
                <a:solidFill>
                  <a:srgbClr val="94A3B8"/>
                </a:solidFill>
                <a:latin typeface="Montserrat"/>
                <a:ea typeface="Montserrat"/>
                <a:cs typeface="Montserrat"/>
              </a:rPr>
              <a:t>0:58–0:59</a:t>
            </a:r>
          </a:p>
        </p:txBody>
      </p:sp>
      <p:sp>
        <p:nvSpPr>
          <p:cNvPr id="6" name="">
            <a:extLst xmlns:a="http://schemas.openxmlformats.org/drawingml/2006/main">
              <a:ext uri="{FF2B5EF4-FFF2-40B4-BE49-F238E27FC236}">
                <a16:creationId xmlns:a16="http://schemas.microsoft.com/office/drawing/2014/main" id="{A697C9F4-5B5A-4324-8E69-7D9E38458B45}"/>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Two ways to start</a:t>
            </a:r>
          </a:p>
        </p:txBody>
      </p:sp>
      <p:sp>
        <p:nvSpPr>
          <p:cNvPr id="7" name="">
            <a:extLst xmlns:a="http://schemas.openxmlformats.org/drawingml/2006/main">
              <a:ext uri="{FF2B5EF4-FFF2-40B4-BE49-F238E27FC236}">
                <a16:creationId xmlns:a16="http://schemas.microsoft.com/office/drawing/2014/main" id="{FEA80799-65D7-4A9F-B2CE-D4735BA34D3E}"/>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LOVABLE · BOLT.NEW · BASE44 · REPLIT · AND OTHERS</a:t>
            </a:r>
          </a:p>
        </p:txBody>
      </p:sp>
      <p:sp>
        <p:nvSpPr>
          <p:cNvPr id="8" name="">
            <a:extLst xmlns:a="http://schemas.openxmlformats.org/drawingml/2006/main">
              <a:ext uri="{FF2B5EF4-FFF2-40B4-BE49-F238E27FC236}">
                <a16:creationId xmlns:a16="http://schemas.microsoft.com/office/drawing/2014/main" id="{6679CC85-504D-467E-8AC4-D32B57A2F1B8}"/>
              </a:ext>
            </a:extLst>
          </p:cNvPr>
          <p:cNvSpPr>
            <a:spLocks xmlns:a="http://schemas.openxmlformats.org/drawingml/2006/main" noGrp="1"/>
          </p:cNvSpPr>
          <p:nvPr/>
        </p:nvSpPr>
        <p:spPr>
          <a:xfrm xmlns:a="http://schemas.openxmlformats.org/drawingml/2006/main">
            <a:off x="742950" y="21145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1">
                <a:solidFill>
                  <a:srgbClr val="B93800"/>
                </a:solidFill>
                <a:latin typeface="Courier New"/>
                <a:ea typeface="Courier New"/>
                <a:cs typeface="Courier New"/>
              </a:defRPr>
            </a:defPPr>
            <a:lvl1pPr algn="l">
              <a:defRPr sz="975" b="1">
                <a:solidFill>
                  <a:srgbClr val="B93800"/>
                </a:solidFill>
                <a:latin typeface="Courier New"/>
                <a:ea typeface="Courier New"/>
                <a:cs typeface="Courier New"/>
              </a:defRPr>
            </a:lvl1pPr>
            <a:lvl2pPr algn="l">
              <a:defRPr sz="975" b="1">
                <a:solidFill>
                  <a:srgbClr val="B93800"/>
                </a:solidFill>
                <a:latin typeface="Courier New"/>
                <a:ea typeface="Courier New"/>
                <a:cs typeface="Courier New"/>
              </a:defRPr>
            </a:lvl2pPr>
            <a:lvl3pPr algn="l">
              <a:defRPr sz="975" b="1">
                <a:solidFill>
                  <a:srgbClr val="B93800"/>
                </a:solidFill>
                <a:latin typeface="Courier New"/>
                <a:ea typeface="Courier New"/>
                <a:cs typeface="Courier New"/>
              </a:defRPr>
            </a:lvl3pPr>
            <a:lvl4pPr algn="l">
              <a:defRPr sz="975" b="1">
                <a:solidFill>
                  <a:srgbClr val="B93800"/>
                </a:solidFill>
                <a:latin typeface="Courier New"/>
                <a:ea typeface="Courier New"/>
                <a:cs typeface="Courier New"/>
              </a:defRPr>
            </a:lvl4pPr>
            <a:lvl5pPr algn="l">
              <a:defRPr sz="975" b="1">
                <a:solidFill>
                  <a:srgbClr val="B93800"/>
                </a:solidFill>
                <a:latin typeface="Courier New"/>
                <a:ea typeface="Courier New"/>
                <a:cs typeface="Courier New"/>
              </a:defRPr>
            </a:lvl5pPr>
            <a:lvl6pPr algn="l">
              <a:defRPr sz="975" b="1">
                <a:solidFill>
                  <a:srgbClr val="B93800"/>
                </a:solidFill>
                <a:latin typeface="Courier New"/>
                <a:ea typeface="Courier New"/>
                <a:cs typeface="Courier New"/>
              </a:defRPr>
            </a:lvl6pPr>
            <a:lvl7pPr algn="l">
              <a:defRPr sz="975" b="1">
                <a:solidFill>
                  <a:srgbClr val="B93800"/>
                </a:solidFill>
                <a:latin typeface="Courier New"/>
                <a:ea typeface="Courier New"/>
                <a:cs typeface="Courier New"/>
              </a:defRPr>
            </a:lvl7pPr>
            <a:lvl8pPr algn="l">
              <a:defRPr sz="975" b="1">
                <a:solidFill>
                  <a:srgbClr val="B93800"/>
                </a:solidFill>
                <a:latin typeface="Courier New"/>
                <a:ea typeface="Courier New"/>
                <a:cs typeface="Courier New"/>
              </a:defRPr>
            </a:lvl8pPr>
            <a:lvl9pPr algn="l">
              <a:defRPr sz="975" b="1">
                <a:solidFill>
                  <a:srgbClr val="B93800"/>
                </a:solidFill>
                <a:latin typeface="Courier New"/>
                <a:ea typeface="Courier New"/>
                <a:cs typeface="Courier New"/>
              </a:defRPr>
            </a:lvl9pPr>
          </a:lstStyle>
          <a:p xmlns:a="http://schemas.openxmlformats.org/drawingml/2006/main">
            <a:pPr algn="l">
              <a:defRPr sz="975" b="1">
                <a:solidFill>
                  <a:srgbClr val="B93800"/>
                </a:solidFill>
                <a:latin typeface="Courier New"/>
                <a:ea typeface="Courier New"/>
                <a:cs typeface="Courier New"/>
              </a:defRPr>
            </a:pPr>
            <a:r>
              <a:rPr sz="975" b="1">
                <a:solidFill>
                  <a:srgbClr val="B93800"/>
                </a:solidFill>
                <a:latin typeface="Courier New"/>
                <a:ea typeface="Courier New"/>
                <a:cs typeface="Courier New"/>
              </a:rPr>
              <a:t>PROMPT-FIRST HOSTED BUILDER</a:t>
            </a:r>
          </a:p>
        </p:txBody>
      </p:sp>
      <p:sp>
        <p:nvSpPr>
          <p:cNvPr id="9" name="">
            <a:extLst xmlns:a="http://schemas.openxmlformats.org/drawingml/2006/main">
              <a:ext uri="{FF2B5EF4-FFF2-40B4-BE49-F238E27FC236}">
                <a16:creationId xmlns:a16="http://schemas.microsoft.com/office/drawing/2014/main" id="{F8A5C8D2-305E-4477-B96F-192A54F1BC68}"/>
              </a:ext>
            </a:extLst>
          </p:cNvPr>
          <p:cNvSpPr>
            <a:spLocks xmlns:a="http://schemas.openxmlformats.org/drawingml/2006/main" noGrp="1"/>
          </p:cNvSpPr>
          <p:nvPr/>
        </p:nvSpPr>
        <p:spPr>
          <a:xfrm xmlns:a="http://schemas.openxmlformats.org/drawingml/2006/main">
            <a:off x="742950" y="253365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00" b="1">
                <a:solidFill>
                  <a:srgbClr val="0F172A"/>
                </a:solidFill>
                <a:latin typeface="Montserrat"/>
                <a:ea typeface="Montserrat"/>
                <a:cs typeface="Montserrat"/>
              </a:defRPr>
            </a:defPPr>
            <a:lvl1pPr algn="l">
              <a:defRPr sz="1800" b="1">
                <a:solidFill>
                  <a:srgbClr val="0F172A"/>
                </a:solidFill>
                <a:latin typeface="Montserrat"/>
                <a:ea typeface="Montserrat"/>
                <a:cs typeface="Montserrat"/>
              </a:defRPr>
            </a:lvl1pPr>
            <a:lvl2pPr algn="l">
              <a:defRPr sz="1800" b="1">
                <a:solidFill>
                  <a:srgbClr val="0F172A"/>
                </a:solidFill>
                <a:latin typeface="Montserrat"/>
                <a:ea typeface="Montserrat"/>
                <a:cs typeface="Montserrat"/>
              </a:defRPr>
            </a:lvl2pPr>
            <a:lvl3pPr algn="l">
              <a:defRPr sz="1800" b="1">
                <a:solidFill>
                  <a:srgbClr val="0F172A"/>
                </a:solidFill>
                <a:latin typeface="Montserrat"/>
                <a:ea typeface="Montserrat"/>
                <a:cs typeface="Montserrat"/>
              </a:defRPr>
            </a:lvl3pPr>
            <a:lvl4pPr algn="l">
              <a:defRPr sz="1800" b="1">
                <a:solidFill>
                  <a:srgbClr val="0F172A"/>
                </a:solidFill>
                <a:latin typeface="Montserrat"/>
                <a:ea typeface="Montserrat"/>
                <a:cs typeface="Montserrat"/>
              </a:defRPr>
            </a:lvl4pPr>
            <a:lvl5pPr algn="l">
              <a:defRPr sz="1800" b="1">
                <a:solidFill>
                  <a:srgbClr val="0F172A"/>
                </a:solidFill>
                <a:latin typeface="Montserrat"/>
                <a:ea typeface="Montserrat"/>
                <a:cs typeface="Montserrat"/>
              </a:defRPr>
            </a:lvl5pPr>
            <a:lvl6pPr algn="l">
              <a:defRPr sz="1800" b="1">
                <a:solidFill>
                  <a:srgbClr val="0F172A"/>
                </a:solidFill>
                <a:latin typeface="Montserrat"/>
                <a:ea typeface="Montserrat"/>
                <a:cs typeface="Montserrat"/>
              </a:defRPr>
            </a:lvl6pPr>
            <a:lvl7pPr algn="l">
              <a:defRPr sz="1800" b="1">
                <a:solidFill>
                  <a:srgbClr val="0F172A"/>
                </a:solidFill>
                <a:latin typeface="Montserrat"/>
                <a:ea typeface="Montserrat"/>
                <a:cs typeface="Montserrat"/>
              </a:defRPr>
            </a:lvl7pPr>
            <a:lvl8pPr algn="l">
              <a:defRPr sz="1800" b="1">
                <a:solidFill>
                  <a:srgbClr val="0F172A"/>
                </a:solidFill>
                <a:latin typeface="Montserrat"/>
                <a:ea typeface="Montserrat"/>
                <a:cs typeface="Montserrat"/>
              </a:defRPr>
            </a:lvl8pPr>
            <a:lvl9pPr algn="l">
              <a:defRPr sz="1800" b="1">
                <a:solidFill>
                  <a:srgbClr val="0F172A"/>
                </a:solidFill>
                <a:latin typeface="Montserrat"/>
                <a:ea typeface="Montserrat"/>
                <a:cs typeface="Montserrat"/>
              </a:defRPr>
            </a:lvl9pPr>
          </a:lstStyle>
          <a:p xmlns:a="http://schemas.openxmlformats.org/drawingml/2006/main">
            <a:pPr algn="l">
              <a:defRPr sz="1800" b="1">
                <a:solidFill>
                  <a:srgbClr val="0F172A"/>
                </a:solidFill>
                <a:latin typeface="Montserrat"/>
                <a:ea typeface="Montserrat"/>
                <a:cs typeface="Montserrat"/>
              </a:defRPr>
            </a:pPr>
            <a:r>
              <a:rPr sz="1800" b="1">
                <a:solidFill>
                  <a:srgbClr val="0F172A"/>
                </a:solidFill>
                <a:latin typeface="Montserrat"/>
                <a:ea typeface="Montserrat"/>
                <a:cs typeface="Montserrat"/>
              </a:rPr>
              <a:t>Prompt → preview → publish</a:t>
            </a:r>
          </a:p>
        </p:txBody>
      </p:sp>
      <p:sp>
        <p:nvSpPr>
          <p:cNvPr id="10" name="">
            <a:extLst xmlns:a="http://schemas.openxmlformats.org/drawingml/2006/main">
              <a:ext uri="{FF2B5EF4-FFF2-40B4-BE49-F238E27FC236}">
                <a16:creationId xmlns:a16="http://schemas.microsoft.com/office/drawing/2014/main" id="{45FF12CE-5ABC-40FA-A0D1-7F04285C53F6}"/>
              </a:ext>
            </a:extLst>
          </p:cNvPr>
          <p:cNvSpPr>
            <a:spLocks xmlns:a="http://schemas.openxmlformats.org/drawingml/2006/main" noGrp="1"/>
          </p:cNvSpPr>
          <p:nvPr/>
        </p:nvSpPr>
        <p:spPr>
          <a:xfrm xmlns:a="http://schemas.openxmlformats.org/drawingml/2006/main">
            <a:off x="742950" y="3124200"/>
            <a:ext cx="4667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0">
                <a:solidFill>
                  <a:srgbClr val="475569"/>
                </a:solidFill>
                <a:latin typeface="Montserrat"/>
                <a:ea typeface="Montserrat"/>
                <a:cs typeface="Montserrat"/>
              </a:defRPr>
            </a:defPPr>
            <a:lvl1pPr algn="l">
              <a:defRPr sz="1350" b="0">
                <a:solidFill>
                  <a:srgbClr val="475569"/>
                </a:solidFill>
                <a:latin typeface="Montserrat"/>
                <a:ea typeface="Montserrat"/>
                <a:cs typeface="Montserrat"/>
              </a:defRPr>
            </a:lvl1pPr>
            <a:lvl2pPr algn="l">
              <a:defRPr sz="1350" b="0">
                <a:solidFill>
                  <a:srgbClr val="475569"/>
                </a:solidFill>
                <a:latin typeface="Montserrat"/>
                <a:ea typeface="Montserrat"/>
                <a:cs typeface="Montserrat"/>
              </a:defRPr>
            </a:lvl2pPr>
            <a:lvl3pPr algn="l">
              <a:defRPr sz="1350" b="0">
                <a:solidFill>
                  <a:srgbClr val="475569"/>
                </a:solidFill>
                <a:latin typeface="Montserrat"/>
                <a:ea typeface="Montserrat"/>
                <a:cs typeface="Montserrat"/>
              </a:defRPr>
            </a:lvl3pPr>
            <a:lvl4pPr algn="l">
              <a:defRPr sz="1350" b="0">
                <a:solidFill>
                  <a:srgbClr val="475569"/>
                </a:solidFill>
                <a:latin typeface="Montserrat"/>
                <a:ea typeface="Montserrat"/>
                <a:cs typeface="Montserrat"/>
              </a:defRPr>
            </a:lvl4pPr>
            <a:lvl5pPr algn="l">
              <a:defRPr sz="1350" b="0">
                <a:solidFill>
                  <a:srgbClr val="475569"/>
                </a:solidFill>
                <a:latin typeface="Montserrat"/>
                <a:ea typeface="Montserrat"/>
                <a:cs typeface="Montserrat"/>
              </a:defRPr>
            </a:lvl5pPr>
            <a:lvl6pPr algn="l">
              <a:defRPr sz="1350" b="0">
                <a:solidFill>
                  <a:srgbClr val="475569"/>
                </a:solidFill>
                <a:latin typeface="Montserrat"/>
                <a:ea typeface="Montserrat"/>
                <a:cs typeface="Montserrat"/>
              </a:defRPr>
            </a:lvl6pPr>
            <a:lvl7pPr algn="l">
              <a:defRPr sz="1350" b="0">
                <a:solidFill>
                  <a:srgbClr val="475569"/>
                </a:solidFill>
                <a:latin typeface="Montserrat"/>
                <a:ea typeface="Montserrat"/>
                <a:cs typeface="Montserrat"/>
              </a:defRPr>
            </a:lvl7pPr>
            <a:lvl8pPr algn="l">
              <a:defRPr sz="1350" b="0">
                <a:solidFill>
                  <a:srgbClr val="475569"/>
                </a:solidFill>
                <a:latin typeface="Montserrat"/>
                <a:ea typeface="Montserrat"/>
                <a:cs typeface="Montserrat"/>
              </a:defRPr>
            </a:lvl8pPr>
            <a:lvl9pPr algn="l">
              <a:defRPr sz="1350" b="0">
                <a:solidFill>
                  <a:srgbClr val="475569"/>
                </a:solidFill>
                <a:latin typeface="Montserrat"/>
                <a:ea typeface="Montserrat"/>
                <a:cs typeface="Montserrat"/>
              </a:defRPr>
            </a:lvl9pPr>
          </a:lstStyle>
          <a:p xmlns:a="http://schemas.openxmlformats.org/drawingml/2006/main">
            <a:pPr algn="l">
              <a:defRPr sz="1350" b="0">
                <a:solidFill>
                  <a:srgbClr val="475569"/>
                </a:solidFill>
                <a:latin typeface="Montserrat"/>
                <a:ea typeface="Montserrat"/>
                <a:cs typeface="Montserrat"/>
              </a:defRPr>
            </a:pPr>
            <a:r>
              <a:rPr sz="1350" b="0">
                <a:solidFill>
                  <a:srgbClr val="475569"/>
                </a:solidFill>
                <a:latin typeface="Montserrat"/>
                <a:ea typeface="Montserrat"/>
                <a:cs typeface="Montserrat"/>
              </a:rPr>
              <a:t>Gets to a convincing first version quickly. Hosting and common services stay close at hand. Many now connect to GitHub too.</a:t>
            </a:r>
          </a:p>
        </p:txBody>
      </p:sp>
      <p:sp>
        <p:nvSpPr>
          <p:cNvPr id="11" name="">
            <a:extLst xmlns:a="http://schemas.openxmlformats.org/drawingml/2006/main">
              <a:ext uri="{FF2B5EF4-FFF2-40B4-BE49-F238E27FC236}">
                <a16:creationId xmlns:a16="http://schemas.microsoft.com/office/drawing/2014/main" id="{4E9A978F-0E13-44B4-A9B4-CCFFA4C4CCCA}"/>
              </a:ext>
            </a:extLst>
          </p:cNvPr>
          <p:cNvSpPr>
            <a:spLocks xmlns:a="http://schemas.openxmlformats.org/drawingml/2006/main" noGrp="1"/>
          </p:cNvSpPr>
          <p:nvPr/>
        </p:nvSpPr>
        <p:spPr>
          <a:xfrm xmlns:a="http://schemas.openxmlformats.org/drawingml/2006/main">
            <a:off x="6096000" y="2076450"/>
            <a:ext cx="0" cy="2524125"/>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12" name="">
            <a:extLst xmlns:a="http://schemas.openxmlformats.org/drawingml/2006/main">
              <a:ext uri="{FF2B5EF4-FFF2-40B4-BE49-F238E27FC236}">
                <a16:creationId xmlns:a16="http://schemas.microsoft.com/office/drawing/2014/main" id="{BD5F94CB-3B2C-4EFF-A43A-299B75328101}"/>
              </a:ext>
            </a:extLst>
          </p:cNvPr>
          <p:cNvSpPr>
            <a:spLocks xmlns:a="http://schemas.openxmlformats.org/drawingml/2006/main" noGrp="1"/>
          </p:cNvSpPr>
          <p:nvPr/>
        </p:nvSpPr>
        <p:spPr>
          <a:xfrm xmlns:a="http://schemas.openxmlformats.org/drawingml/2006/main">
            <a:off x="6800850" y="21145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1">
                <a:solidFill>
                  <a:srgbClr val="307FE2"/>
                </a:solidFill>
                <a:latin typeface="Courier New"/>
                <a:ea typeface="Courier New"/>
                <a:cs typeface="Courier New"/>
              </a:defRPr>
            </a:defPPr>
            <a:lvl1pPr algn="l">
              <a:defRPr sz="975" b="1">
                <a:solidFill>
                  <a:srgbClr val="307FE2"/>
                </a:solidFill>
                <a:latin typeface="Courier New"/>
                <a:ea typeface="Courier New"/>
                <a:cs typeface="Courier New"/>
              </a:defRPr>
            </a:lvl1pPr>
            <a:lvl2pPr algn="l">
              <a:defRPr sz="975" b="1">
                <a:solidFill>
                  <a:srgbClr val="307FE2"/>
                </a:solidFill>
                <a:latin typeface="Courier New"/>
                <a:ea typeface="Courier New"/>
                <a:cs typeface="Courier New"/>
              </a:defRPr>
            </a:lvl2pPr>
            <a:lvl3pPr algn="l">
              <a:defRPr sz="975" b="1">
                <a:solidFill>
                  <a:srgbClr val="307FE2"/>
                </a:solidFill>
                <a:latin typeface="Courier New"/>
                <a:ea typeface="Courier New"/>
                <a:cs typeface="Courier New"/>
              </a:defRPr>
            </a:lvl3pPr>
            <a:lvl4pPr algn="l">
              <a:defRPr sz="975" b="1">
                <a:solidFill>
                  <a:srgbClr val="307FE2"/>
                </a:solidFill>
                <a:latin typeface="Courier New"/>
                <a:ea typeface="Courier New"/>
                <a:cs typeface="Courier New"/>
              </a:defRPr>
            </a:lvl4pPr>
            <a:lvl5pPr algn="l">
              <a:defRPr sz="975" b="1">
                <a:solidFill>
                  <a:srgbClr val="307FE2"/>
                </a:solidFill>
                <a:latin typeface="Courier New"/>
                <a:ea typeface="Courier New"/>
                <a:cs typeface="Courier New"/>
              </a:defRPr>
            </a:lvl5pPr>
            <a:lvl6pPr algn="l">
              <a:defRPr sz="975" b="1">
                <a:solidFill>
                  <a:srgbClr val="307FE2"/>
                </a:solidFill>
                <a:latin typeface="Courier New"/>
                <a:ea typeface="Courier New"/>
                <a:cs typeface="Courier New"/>
              </a:defRPr>
            </a:lvl6pPr>
            <a:lvl7pPr algn="l">
              <a:defRPr sz="975" b="1">
                <a:solidFill>
                  <a:srgbClr val="307FE2"/>
                </a:solidFill>
                <a:latin typeface="Courier New"/>
                <a:ea typeface="Courier New"/>
                <a:cs typeface="Courier New"/>
              </a:defRPr>
            </a:lvl7pPr>
            <a:lvl8pPr algn="l">
              <a:defRPr sz="975" b="1">
                <a:solidFill>
                  <a:srgbClr val="307FE2"/>
                </a:solidFill>
                <a:latin typeface="Courier New"/>
                <a:ea typeface="Courier New"/>
                <a:cs typeface="Courier New"/>
              </a:defRPr>
            </a:lvl8pPr>
            <a:lvl9pPr algn="l">
              <a:defRPr sz="975" b="1">
                <a:solidFill>
                  <a:srgbClr val="307FE2"/>
                </a:solidFill>
                <a:latin typeface="Courier New"/>
                <a:ea typeface="Courier New"/>
                <a:cs typeface="Courier New"/>
              </a:defRPr>
            </a:lvl9pPr>
          </a:lstStyle>
          <a:p xmlns:a="http://schemas.openxmlformats.org/drawingml/2006/main">
            <a:pPr algn="l">
              <a:defRPr sz="975" b="1">
                <a:solidFill>
                  <a:srgbClr val="307FE2"/>
                </a:solidFill>
                <a:latin typeface="Courier New"/>
                <a:ea typeface="Courier New"/>
                <a:cs typeface="Courier New"/>
              </a:defRPr>
            </a:pPr>
            <a:r>
              <a:rPr sz="975" b="1">
                <a:solidFill>
                  <a:srgbClr val="307FE2"/>
                </a:solidFill>
                <a:latin typeface="Courier New"/>
                <a:ea typeface="Courier New"/>
                <a:cs typeface="Courier New"/>
              </a:rPr>
              <a:t>REPO-FIRST AGENT + SIX STEPS</a:t>
            </a:r>
          </a:p>
        </p:txBody>
      </p:sp>
      <p:sp>
        <p:nvSpPr>
          <p:cNvPr id="13" name="">
            <a:extLst xmlns:a="http://schemas.openxmlformats.org/drawingml/2006/main">
              <a:ext uri="{FF2B5EF4-FFF2-40B4-BE49-F238E27FC236}">
                <a16:creationId xmlns:a16="http://schemas.microsoft.com/office/drawing/2014/main" id="{CA4B0C69-E9B9-4D81-9C1A-ACB46FD441AA}"/>
              </a:ext>
            </a:extLst>
          </p:cNvPr>
          <p:cNvSpPr>
            <a:spLocks xmlns:a="http://schemas.openxmlformats.org/drawingml/2006/main" noGrp="1"/>
          </p:cNvSpPr>
          <p:nvPr/>
        </p:nvSpPr>
        <p:spPr>
          <a:xfrm xmlns:a="http://schemas.openxmlformats.org/drawingml/2006/main">
            <a:off x="6800850" y="253365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00" b="1">
                <a:solidFill>
                  <a:srgbClr val="0F172A"/>
                </a:solidFill>
                <a:latin typeface="Montserrat"/>
                <a:ea typeface="Montserrat"/>
                <a:cs typeface="Montserrat"/>
              </a:defRPr>
            </a:defPPr>
            <a:lvl1pPr algn="l">
              <a:defRPr sz="1800" b="1">
                <a:solidFill>
                  <a:srgbClr val="0F172A"/>
                </a:solidFill>
                <a:latin typeface="Montserrat"/>
                <a:ea typeface="Montserrat"/>
                <a:cs typeface="Montserrat"/>
              </a:defRPr>
            </a:lvl1pPr>
            <a:lvl2pPr algn="l">
              <a:defRPr sz="1800" b="1">
                <a:solidFill>
                  <a:srgbClr val="0F172A"/>
                </a:solidFill>
                <a:latin typeface="Montserrat"/>
                <a:ea typeface="Montserrat"/>
                <a:cs typeface="Montserrat"/>
              </a:defRPr>
            </a:lvl2pPr>
            <a:lvl3pPr algn="l">
              <a:defRPr sz="1800" b="1">
                <a:solidFill>
                  <a:srgbClr val="0F172A"/>
                </a:solidFill>
                <a:latin typeface="Montserrat"/>
                <a:ea typeface="Montserrat"/>
                <a:cs typeface="Montserrat"/>
              </a:defRPr>
            </a:lvl3pPr>
            <a:lvl4pPr algn="l">
              <a:defRPr sz="1800" b="1">
                <a:solidFill>
                  <a:srgbClr val="0F172A"/>
                </a:solidFill>
                <a:latin typeface="Montserrat"/>
                <a:ea typeface="Montserrat"/>
                <a:cs typeface="Montserrat"/>
              </a:defRPr>
            </a:lvl4pPr>
            <a:lvl5pPr algn="l">
              <a:defRPr sz="1800" b="1">
                <a:solidFill>
                  <a:srgbClr val="0F172A"/>
                </a:solidFill>
                <a:latin typeface="Montserrat"/>
                <a:ea typeface="Montserrat"/>
                <a:cs typeface="Montserrat"/>
              </a:defRPr>
            </a:lvl5pPr>
            <a:lvl6pPr algn="l">
              <a:defRPr sz="1800" b="1">
                <a:solidFill>
                  <a:srgbClr val="0F172A"/>
                </a:solidFill>
                <a:latin typeface="Montserrat"/>
                <a:ea typeface="Montserrat"/>
                <a:cs typeface="Montserrat"/>
              </a:defRPr>
            </a:lvl6pPr>
            <a:lvl7pPr algn="l">
              <a:defRPr sz="1800" b="1">
                <a:solidFill>
                  <a:srgbClr val="0F172A"/>
                </a:solidFill>
                <a:latin typeface="Montserrat"/>
                <a:ea typeface="Montserrat"/>
                <a:cs typeface="Montserrat"/>
              </a:defRPr>
            </a:lvl7pPr>
            <a:lvl8pPr algn="l">
              <a:defRPr sz="1800" b="1">
                <a:solidFill>
                  <a:srgbClr val="0F172A"/>
                </a:solidFill>
                <a:latin typeface="Montserrat"/>
                <a:ea typeface="Montserrat"/>
                <a:cs typeface="Montserrat"/>
              </a:defRPr>
            </a:lvl8pPr>
            <a:lvl9pPr algn="l">
              <a:defRPr sz="1800" b="1">
                <a:solidFill>
                  <a:srgbClr val="0F172A"/>
                </a:solidFill>
                <a:latin typeface="Montserrat"/>
                <a:ea typeface="Montserrat"/>
                <a:cs typeface="Montserrat"/>
              </a:defRPr>
            </a:lvl9pPr>
          </a:lstStyle>
          <a:p xmlns:a="http://schemas.openxmlformats.org/drawingml/2006/main">
            <a:pPr algn="l">
              <a:defRPr sz="1800" b="1">
                <a:solidFill>
                  <a:srgbClr val="0F172A"/>
                </a:solidFill>
                <a:latin typeface="Montserrat"/>
                <a:ea typeface="Montserrat"/>
                <a:cs typeface="Montserrat"/>
              </a:defRPr>
            </a:pPr>
            <a:r>
              <a:rPr sz="1800" b="1">
                <a:solidFill>
                  <a:srgbClr val="0F172A"/>
                </a:solidFill>
                <a:latin typeface="Montserrat"/>
                <a:ea typeface="Montserrat"/>
                <a:cs typeface="Montserrat"/>
              </a:rPr>
              <a:t>Brief → repo → check → review → publish</a:t>
            </a:r>
          </a:p>
        </p:txBody>
      </p:sp>
      <p:sp>
        <p:nvSpPr>
          <p:cNvPr id="14" name="">
            <a:extLst xmlns:a="http://schemas.openxmlformats.org/drawingml/2006/main">
              <a:ext uri="{FF2B5EF4-FFF2-40B4-BE49-F238E27FC236}">
                <a16:creationId xmlns:a16="http://schemas.microsoft.com/office/drawing/2014/main" id="{4A8211BB-41DC-454B-B3C9-A8033E4CAB2F}"/>
              </a:ext>
            </a:extLst>
          </p:cNvPr>
          <p:cNvSpPr>
            <a:spLocks xmlns:a="http://schemas.openxmlformats.org/drawingml/2006/main" noGrp="1"/>
          </p:cNvSpPr>
          <p:nvPr/>
        </p:nvSpPr>
        <p:spPr>
          <a:xfrm xmlns:a="http://schemas.openxmlformats.org/drawingml/2006/main">
            <a:off x="6800850" y="3124200"/>
            <a:ext cx="4476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0">
                <a:solidFill>
                  <a:srgbClr val="475569"/>
                </a:solidFill>
                <a:latin typeface="Montserrat"/>
                <a:ea typeface="Montserrat"/>
                <a:cs typeface="Montserrat"/>
              </a:defRPr>
            </a:defPPr>
            <a:lvl1pPr algn="l">
              <a:defRPr sz="1350" b="0">
                <a:solidFill>
                  <a:srgbClr val="475569"/>
                </a:solidFill>
                <a:latin typeface="Montserrat"/>
                <a:ea typeface="Montserrat"/>
                <a:cs typeface="Montserrat"/>
              </a:defRPr>
            </a:lvl1pPr>
            <a:lvl2pPr algn="l">
              <a:defRPr sz="1350" b="0">
                <a:solidFill>
                  <a:srgbClr val="475569"/>
                </a:solidFill>
                <a:latin typeface="Montserrat"/>
                <a:ea typeface="Montserrat"/>
                <a:cs typeface="Montserrat"/>
              </a:defRPr>
            </a:lvl2pPr>
            <a:lvl3pPr algn="l">
              <a:defRPr sz="1350" b="0">
                <a:solidFill>
                  <a:srgbClr val="475569"/>
                </a:solidFill>
                <a:latin typeface="Montserrat"/>
                <a:ea typeface="Montserrat"/>
                <a:cs typeface="Montserrat"/>
              </a:defRPr>
            </a:lvl3pPr>
            <a:lvl4pPr algn="l">
              <a:defRPr sz="1350" b="0">
                <a:solidFill>
                  <a:srgbClr val="475569"/>
                </a:solidFill>
                <a:latin typeface="Montserrat"/>
                <a:ea typeface="Montserrat"/>
                <a:cs typeface="Montserrat"/>
              </a:defRPr>
            </a:lvl4pPr>
            <a:lvl5pPr algn="l">
              <a:defRPr sz="1350" b="0">
                <a:solidFill>
                  <a:srgbClr val="475569"/>
                </a:solidFill>
                <a:latin typeface="Montserrat"/>
                <a:ea typeface="Montserrat"/>
                <a:cs typeface="Montserrat"/>
              </a:defRPr>
            </a:lvl5pPr>
            <a:lvl6pPr algn="l">
              <a:defRPr sz="1350" b="0">
                <a:solidFill>
                  <a:srgbClr val="475569"/>
                </a:solidFill>
                <a:latin typeface="Montserrat"/>
                <a:ea typeface="Montserrat"/>
                <a:cs typeface="Montserrat"/>
              </a:defRPr>
            </a:lvl6pPr>
            <a:lvl7pPr algn="l">
              <a:defRPr sz="1350" b="0">
                <a:solidFill>
                  <a:srgbClr val="475569"/>
                </a:solidFill>
                <a:latin typeface="Montserrat"/>
                <a:ea typeface="Montserrat"/>
                <a:cs typeface="Montserrat"/>
              </a:defRPr>
            </a:lvl7pPr>
            <a:lvl8pPr algn="l">
              <a:defRPr sz="1350" b="0">
                <a:solidFill>
                  <a:srgbClr val="475569"/>
                </a:solidFill>
                <a:latin typeface="Montserrat"/>
                <a:ea typeface="Montserrat"/>
                <a:cs typeface="Montserrat"/>
              </a:defRPr>
            </a:lvl8pPr>
            <a:lvl9pPr algn="l">
              <a:defRPr sz="1350" b="0">
                <a:solidFill>
                  <a:srgbClr val="475569"/>
                </a:solidFill>
                <a:latin typeface="Montserrat"/>
                <a:ea typeface="Montserrat"/>
                <a:cs typeface="Montserrat"/>
              </a:defRPr>
            </a:lvl9pPr>
          </a:lstStyle>
          <a:p xmlns:a="http://schemas.openxmlformats.org/drawingml/2006/main">
            <a:pPr algn="l">
              <a:defRPr sz="1350" b="0">
                <a:solidFill>
                  <a:srgbClr val="475569"/>
                </a:solidFill>
                <a:latin typeface="Montserrat"/>
                <a:ea typeface="Montserrat"/>
                <a:cs typeface="Montserrat"/>
              </a:defRPr>
            </a:pPr>
            <a:r>
              <a:rPr sz="1350" b="0">
                <a:solidFill>
                  <a:srgbClr val="475569"/>
                </a:solidFill>
                <a:latin typeface="Montserrat"/>
                <a:ea typeface="Montserrat"/>
                <a:cs typeface="Montserrat"/>
              </a:rPr>
              <a:t>Takes a little longer at the start. The brief, files, versions, checks, second look, hosting project, and live URL stay visible.</a:t>
            </a:r>
          </a:p>
        </p:txBody>
      </p:sp>
      <p:sp>
        <p:nvSpPr>
          <p:cNvPr id="15" name="">
            <a:extLst xmlns:a="http://schemas.openxmlformats.org/drawingml/2006/main">
              <a:ext uri="{FF2B5EF4-FFF2-40B4-BE49-F238E27FC236}">
                <a16:creationId xmlns:a16="http://schemas.microsoft.com/office/drawing/2014/main" id="{194F45C4-04D3-446F-968E-74A5055F4C62}"/>
              </a:ext>
            </a:extLst>
          </p:cNvPr>
          <p:cNvSpPr>
            <a:spLocks xmlns:a="http://schemas.openxmlformats.org/drawingml/2006/main" noGrp="1"/>
          </p:cNvSpPr>
          <p:nvPr/>
        </p:nvSpPr>
        <p:spPr>
          <a:xfrm xmlns:a="http://schemas.openxmlformats.org/drawingml/2006/main">
            <a:off x="647700" y="470535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16" name="">
            <a:extLst xmlns:a="http://schemas.openxmlformats.org/drawingml/2006/main">
              <a:ext uri="{FF2B5EF4-FFF2-40B4-BE49-F238E27FC236}">
                <a16:creationId xmlns:a16="http://schemas.microsoft.com/office/drawing/2014/main" id="{2716456E-3C1B-46FD-AF9C-9438D5517194}"/>
              </a:ext>
            </a:extLst>
          </p:cNvPr>
          <p:cNvSpPr>
            <a:spLocks xmlns:a="http://schemas.openxmlformats.org/drawingml/2006/main" noGrp="1"/>
          </p:cNvSpPr>
          <p:nvPr/>
        </p:nvSpPr>
        <p:spPr>
          <a:xfrm xmlns:a="http://schemas.openxmlformats.org/drawingml/2006/main">
            <a:off x="742950" y="49530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0F172A"/>
                </a:solidFill>
                <a:latin typeface="Montserrat"/>
                <a:ea typeface="Montserrat"/>
                <a:cs typeface="Montserrat"/>
              </a:defRPr>
            </a:defPPr>
            <a:lvl1pPr algn="l">
              <a:defRPr sz="1275" b="1">
                <a:solidFill>
                  <a:srgbClr val="0F172A"/>
                </a:solidFill>
                <a:latin typeface="Montserrat"/>
                <a:ea typeface="Montserrat"/>
                <a:cs typeface="Montserrat"/>
              </a:defRPr>
            </a:lvl1pPr>
            <a:lvl2pPr algn="l">
              <a:defRPr sz="1275" b="1">
                <a:solidFill>
                  <a:srgbClr val="0F172A"/>
                </a:solidFill>
                <a:latin typeface="Montserrat"/>
                <a:ea typeface="Montserrat"/>
                <a:cs typeface="Montserrat"/>
              </a:defRPr>
            </a:lvl2pPr>
            <a:lvl3pPr algn="l">
              <a:defRPr sz="1275" b="1">
                <a:solidFill>
                  <a:srgbClr val="0F172A"/>
                </a:solidFill>
                <a:latin typeface="Montserrat"/>
                <a:ea typeface="Montserrat"/>
                <a:cs typeface="Montserrat"/>
              </a:defRPr>
            </a:lvl3pPr>
            <a:lvl4pPr algn="l">
              <a:defRPr sz="1275" b="1">
                <a:solidFill>
                  <a:srgbClr val="0F172A"/>
                </a:solidFill>
                <a:latin typeface="Montserrat"/>
                <a:ea typeface="Montserrat"/>
                <a:cs typeface="Montserrat"/>
              </a:defRPr>
            </a:lvl4pPr>
            <a:lvl5pPr algn="l">
              <a:defRPr sz="1275" b="1">
                <a:solidFill>
                  <a:srgbClr val="0F172A"/>
                </a:solidFill>
                <a:latin typeface="Montserrat"/>
                <a:ea typeface="Montserrat"/>
                <a:cs typeface="Montserrat"/>
              </a:defRPr>
            </a:lvl5pPr>
            <a:lvl6pPr algn="l">
              <a:defRPr sz="1275" b="1">
                <a:solidFill>
                  <a:srgbClr val="0F172A"/>
                </a:solidFill>
                <a:latin typeface="Montserrat"/>
                <a:ea typeface="Montserrat"/>
                <a:cs typeface="Montserrat"/>
              </a:defRPr>
            </a:lvl6pPr>
            <a:lvl7pPr algn="l">
              <a:defRPr sz="1275" b="1">
                <a:solidFill>
                  <a:srgbClr val="0F172A"/>
                </a:solidFill>
                <a:latin typeface="Montserrat"/>
                <a:ea typeface="Montserrat"/>
                <a:cs typeface="Montserrat"/>
              </a:defRPr>
            </a:lvl7pPr>
            <a:lvl8pPr algn="l">
              <a:defRPr sz="1275" b="1">
                <a:solidFill>
                  <a:srgbClr val="0F172A"/>
                </a:solidFill>
                <a:latin typeface="Montserrat"/>
                <a:ea typeface="Montserrat"/>
                <a:cs typeface="Montserrat"/>
              </a:defRPr>
            </a:lvl8pPr>
            <a:lvl9pPr algn="l">
              <a:defRPr sz="1275" b="1">
                <a:solidFill>
                  <a:srgbClr val="0F172A"/>
                </a:solidFill>
                <a:latin typeface="Montserrat"/>
                <a:ea typeface="Montserrat"/>
                <a:cs typeface="Montserrat"/>
              </a:defRPr>
            </a:lvl9pPr>
          </a:lstStyle>
          <a:p xmlns:a="http://schemas.openxmlformats.org/drawingml/2006/main">
            <a:pPr algn="l">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Builders make the first version fast. The lifecycle makes later changes easier to test, deploy, and recover.</a:t>
            </a:r>
          </a:p>
        </p:txBody>
      </p:sp>
      <p:sp>
        <p:nvSpPr>
          <p:cNvPr id="17" name="">
            <a:extLst xmlns:a="http://schemas.openxmlformats.org/drawingml/2006/main">
              <a:ext uri="{FF2B5EF4-FFF2-40B4-BE49-F238E27FC236}">
                <a16:creationId xmlns:a16="http://schemas.microsoft.com/office/drawing/2014/main" id="{46302092-99A6-4588-8E0C-2C6380BD81AF}"/>
              </a:ext>
            </a:extLst>
          </p:cNvPr>
          <p:cNvSpPr>
            <a:spLocks xmlns:a="http://schemas.openxmlformats.org/drawingml/2006/main" noGrp="1"/>
          </p:cNvSpPr>
          <p:nvPr/>
        </p:nvSpPr>
        <p:spPr>
          <a:xfrm xmlns:a="http://schemas.openxmlformats.org/drawingml/2006/main">
            <a:off x="3667125" y="6381750"/>
            <a:ext cx="4857750" cy="0"/>
          </a:xfrm>
          <a:prstGeom xmlns:a="http://schemas.openxmlformats.org/drawingml/2006/main" prst="line">
            <a:avLst/>
          </a:prstGeom>
          <a:noFill xmlns:a="http://schemas.openxmlformats.org/drawingml/2006/main"/>
          <a:ln xmlns:a="http://schemas.openxmlformats.org/drawingml/2006/main" w="5715">
            <a:solidFill>
              <a:srgbClr val="D8E2EF"/>
            </a:solidFill>
            <a:prstDash val="solid"/>
          </a:ln>
        </p:spPr>
      </p:sp>
      <p:sp>
        <p:nvSpPr>
          <p:cNvPr id="18" name="">
            <a:extLst xmlns:a="http://schemas.openxmlformats.org/drawingml/2006/main">
              <a:ext uri="{FF2B5EF4-FFF2-40B4-BE49-F238E27FC236}">
                <a16:creationId xmlns:a16="http://schemas.microsoft.com/office/drawing/2014/main" id="{0E472017-CA19-4AAE-BB3B-FE096CF76157}"/>
              </a:ext>
            </a:extLst>
          </p:cNvPr>
          <p:cNvSpPr>
            <a:spLocks xmlns:a="http://schemas.openxmlformats.org/drawingml/2006/main" noGrp="1"/>
          </p:cNvSpPr>
          <p:nvPr/>
        </p:nvSpPr>
        <p:spPr>
          <a:xfrm xmlns:a="http://schemas.openxmlformats.org/drawingml/2006/main">
            <a:off x="36337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9" name="">
            <a:extLst xmlns:a="http://schemas.openxmlformats.org/drawingml/2006/main">
              <a:ext uri="{FF2B5EF4-FFF2-40B4-BE49-F238E27FC236}">
                <a16:creationId xmlns:a16="http://schemas.microsoft.com/office/drawing/2014/main" id="{662C0E9D-84A6-406D-99FD-8DC0AAF61C35}"/>
              </a:ext>
            </a:extLst>
          </p:cNvPr>
          <p:cNvSpPr>
            <a:spLocks xmlns:a="http://schemas.openxmlformats.org/drawingml/2006/main" noGrp="1"/>
          </p:cNvSpPr>
          <p:nvPr/>
        </p:nvSpPr>
        <p:spPr>
          <a:xfrm xmlns:a="http://schemas.openxmlformats.org/drawingml/2006/main">
            <a:off x="32670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PLAN</a:t>
            </a:r>
          </a:p>
        </p:txBody>
      </p:sp>
      <p:sp>
        <p:nvSpPr>
          <p:cNvPr id="20" name="">
            <a:extLst xmlns:a="http://schemas.openxmlformats.org/drawingml/2006/main">
              <a:ext uri="{FF2B5EF4-FFF2-40B4-BE49-F238E27FC236}">
                <a16:creationId xmlns:a16="http://schemas.microsoft.com/office/drawing/2014/main" id="{C95A9DF5-D16F-4BA7-89C2-AA43EF079D7A}"/>
              </a:ext>
            </a:extLst>
          </p:cNvPr>
          <p:cNvSpPr>
            <a:spLocks xmlns:a="http://schemas.openxmlformats.org/drawingml/2006/main" noGrp="1"/>
          </p:cNvSpPr>
          <p:nvPr/>
        </p:nvSpPr>
        <p:spPr>
          <a:xfrm xmlns:a="http://schemas.openxmlformats.org/drawingml/2006/main">
            <a:off x="46053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21" name="">
            <a:extLst xmlns:a="http://schemas.openxmlformats.org/drawingml/2006/main">
              <a:ext uri="{FF2B5EF4-FFF2-40B4-BE49-F238E27FC236}">
                <a16:creationId xmlns:a16="http://schemas.microsoft.com/office/drawing/2014/main" id="{605F54AA-0D72-4F57-AF76-46852EE8CDAA}"/>
              </a:ext>
            </a:extLst>
          </p:cNvPr>
          <p:cNvSpPr>
            <a:spLocks xmlns:a="http://schemas.openxmlformats.org/drawingml/2006/main" noGrp="1"/>
          </p:cNvSpPr>
          <p:nvPr/>
        </p:nvSpPr>
        <p:spPr>
          <a:xfrm xmlns:a="http://schemas.openxmlformats.org/drawingml/2006/main">
            <a:off x="42386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DESIGN</a:t>
            </a:r>
          </a:p>
        </p:txBody>
      </p:sp>
      <p:sp>
        <p:nvSpPr>
          <p:cNvPr id="22" name="">
            <a:extLst xmlns:a="http://schemas.openxmlformats.org/drawingml/2006/main">
              <a:ext uri="{FF2B5EF4-FFF2-40B4-BE49-F238E27FC236}">
                <a16:creationId xmlns:a16="http://schemas.microsoft.com/office/drawing/2014/main" id="{20AA6034-B8AD-4A19-AD5D-69F22DAE5DDF}"/>
              </a:ext>
            </a:extLst>
          </p:cNvPr>
          <p:cNvSpPr>
            <a:spLocks xmlns:a="http://schemas.openxmlformats.org/drawingml/2006/main" noGrp="1"/>
          </p:cNvSpPr>
          <p:nvPr/>
        </p:nvSpPr>
        <p:spPr>
          <a:xfrm xmlns:a="http://schemas.openxmlformats.org/drawingml/2006/main">
            <a:off x="55768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23" name="">
            <a:extLst xmlns:a="http://schemas.openxmlformats.org/drawingml/2006/main">
              <a:ext uri="{FF2B5EF4-FFF2-40B4-BE49-F238E27FC236}">
                <a16:creationId xmlns:a16="http://schemas.microsoft.com/office/drawing/2014/main" id="{61788B68-636B-4523-A89A-499662C7BCD7}"/>
              </a:ext>
            </a:extLst>
          </p:cNvPr>
          <p:cNvSpPr>
            <a:spLocks xmlns:a="http://schemas.openxmlformats.org/drawingml/2006/main" noGrp="1"/>
          </p:cNvSpPr>
          <p:nvPr/>
        </p:nvSpPr>
        <p:spPr>
          <a:xfrm xmlns:a="http://schemas.openxmlformats.org/drawingml/2006/main">
            <a:off x="52101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BUILD</a:t>
            </a:r>
          </a:p>
        </p:txBody>
      </p:sp>
      <p:sp>
        <p:nvSpPr>
          <p:cNvPr id="24" name="">
            <a:extLst xmlns:a="http://schemas.openxmlformats.org/drawingml/2006/main">
              <a:ext uri="{FF2B5EF4-FFF2-40B4-BE49-F238E27FC236}">
                <a16:creationId xmlns:a16="http://schemas.microsoft.com/office/drawing/2014/main" id="{ADE9FF78-7AD0-4F14-9C38-8CA6FD399EBE}"/>
              </a:ext>
            </a:extLst>
          </p:cNvPr>
          <p:cNvSpPr>
            <a:spLocks xmlns:a="http://schemas.openxmlformats.org/drawingml/2006/main" noGrp="1"/>
          </p:cNvSpPr>
          <p:nvPr/>
        </p:nvSpPr>
        <p:spPr>
          <a:xfrm xmlns:a="http://schemas.openxmlformats.org/drawingml/2006/main">
            <a:off x="65484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25" name="">
            <a:extLst xmlns:a="http://schemas.openxmlformats.org/drawingml/2006/main">
              <a:ext uri="{FF2B5EF4-FFF2-40B4-BE49-F238E27FC236}">
                <a16:creationId xmlns:a16="http://schemas.microsoft.com/office/drawing/2014/main" id="{5359695F-F376-424F-90AD-E509E6BD6BB4}"/>
              </a:ext>
            </a:extLst>
          </p:cNvPr>
          <p:cNvSpPr>
            <a:spLocks xmlns:a="http://schemas.openxmlformats.org/drawingml/2006/main" noGrp="1"/>
          </p:cNvSpPr>
          <p:nvPr/>
        </p:nvSpPr>
        <p:spPr>
          <a:xfrm xmlns:a="http://schemas.openxmlformats.org/drawingml/2006/main">
            <a:off x="61817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TEST</a:t>
            </a:r>
          </a:p>
        </p:txBody>
      </p:sp>
      <p:sp>
        <p:nvSpPr>
          <p:cNvPr id="26" name="">
            <a:extLst xmlns:a="http://schemas.openxmlformats.org/drawingml/2006/main">
              <a:ext uri="{FF2B5EF4-FFF2-40B4-BE49-F238E27FC236}">
                <a16:creationId xmlns:a16="http://schemas.microsoft.com/office/drawing/2014/main" id="{44D8075A-9673-4F07-9CAD-2092A9F53439}"/>
              </a:ext>
            </a:extLst>
          </p:cNvPr>
          <p:cNvSpPr>
            <a:spLocks xmlns:a="http://schemas.openxmlformats.org/drawingml/2006/main" noGrp="1"/>
          </p:cNvSpPr>
          <p:nvPr/>
        </p:nvSpPr>
        <p:spPr>
          <a:xfrm xmlns:a="http://schemas.openxmlformats.org/drawingml/2006/main">
            <a:off x="75199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27" name="">
            <a:extLst xmlns:a="http://schemas.openxmlformats.org/drawingml/2006/main">
              <a:ext uri="{FF2B5EF4-FFF2-40B4-BE49-F238E27FC236}">
                <a16:creationId xmlns:a16="http://schemas.microsoft.com/office/drawing/2014/main" id="{1EF8F6A4-09ED-4A5A-A195-2522E65FC2EA}"/>
              </a:ext>
            </a:extLst>
          </p:cNvPr>
          <p:cNvSpPr>
            <a:spLocks xmlns:a="http://schemas.openxmlformats.org/drawingml/2006/main" noGrp="1"/>
          </p:cNvSpPr>
          <p:nvPr/>
        </p:nvSpPr>
        <p:spPr>
          <a:xfrm xmlns:a="http://schemas.openxmlformats.org/drawingml/2006/main">
            <a:off x="71532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DEPLOY</a:t>
            </a:r>
          </a:p>
        </p:txBody>
      </p:sp>
      <p:sp>
        <p:nvSpPr>
          <p:cNvPr id="28" name="">
            <a:extLst xmlns:a="http://schemas.openxmlformats.org/drawingml/2006/main">
              <a:ext uri="{FF2B5EF4-FFF2-40B4-BE49-F238E27FC236}">
                <a16:creationId xmlns:a16="http://schemas.microsoft.com/office/drawing/2014/main" id="{A8CF0E71-07C1-490D-AC41-76B432C1B47E}"/>
              </a:ext>
            </a:extLst>
          </p:cNvPr>
          <p:cNvSpPr>
            <a:spLocks xmlns:a="http://schemas.openxmlformats.org/drawingml/2006/main" noGrp="1"/>
          </p:cNvSpPr>
          <p:nvPr/>
        </p:nvSpPr>
        <p:spPr>
          <a:xfrm xmlns:a="http://schemas.openxmlformats.org/drawingml/2006/main">
            <a:off x="84915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29" name="">
            <a:extLst xmlns:a="http://schemas.openxmlformats.org/drawingml/2006/main">
              <a:ext uri="{FF2B5EF4-FFF2-40B4-BE49-F238E27FC236}">
                <a16:creationId xmlns:a16="http://schemas.microsoft.com/office/drawing/2014/main" id="{43ED590C-7013-4371-89FF-9F84ABAF9736}"/>
              </a:ext>
            </a:extLst>
          </p:cNvPr>
          <p:cNvSpPr>
            <a:spLocks xmlns:a="http://schemas.openxmlformats.org/drawingml/2006/main" noGrp="1"/>
          </p:cNvSpPr>
          <p:nvPr/>
        </p:nvSpPr>
        <p:spPr>
          <a:xfrm xmlns:a="http://schemas.openxmlformats.org/drawingml/2006/main">
            <a:off x="81248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MAINTAIN</a:t>
            </a:r>
          </a:p>
        </p:txBody>
      </p:sp>
    </p:spTree>
    <p:extLst>
      <p:ext uri="{BB962C8B-B14F-4D97-AF65-F5344CB8AC3E}">
        <p14:creationId xmlns:p14="http://schemas.microsoft.com/office/powerpoint/2010/main" val="208764425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D0FFA249-4511-45E2-A678-4D225AB59BCA}"/>
              </a:ext>
            </a:extLst>
          </p:cNvPr>
          <p:cNvPicPr>
            <a:picLocks xmlns:a="http://schemas.openxmlformats.org/drawingml/2006/main" noChangeAspect="1"/>
          </p:cNvPicPr>
          <p:nvPr/>
        </p:nvPicPr>
        <p:blipFill>
          <a:blip xmlns:r="http://schemas.openxmlformats.org/officeDocument/2006/relationships" xmlns:a="http://schemas.openxmlformats.org/drawingml/2006/main" r:embed="R8111904c809044c6"/>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E9956D7E-7A27-4AEB-B651-9E2B37FB6922}"/>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19 / 63</a:t>
            </a:r>
            <a:endParaRPr sz="900"/>
          </a:p>
        </p:txBody>
      </p:sp>
      <p:sp>
        <p:nvSpPr>
          <p:cNvPr id="40" name="">
            <a:extLst xmlns:a="http://schemas.openxmlformats.org/drawingml/2006/main">
              <a:ext uri="{FF2B5EF4-FFF2-40B4-BE49-F238E27FC236}">
                <a16:creationId xmlns:a16="http://schemas.microsoft.com/office/drawing/2014/main" id="{EE82D3CC-09C9-4BD2-AEA9-F7F7F1FC46AA}"/>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307FE2"/>
                </a:solidFill>
                <a:latin typeface="Montserrat"/>
                <a:ea typeface="Montserrat"/>
                <a:cs typeface="Montserrat"/>
              </a:defRPr>
            </a:defPPr>
            <a:lvl1pPr algn="l">
              <a:defRPr sz="1050" b="1">
                <a:solidFill>
                  <a:srgbClr val="307FE2"/>
                </a:solidFill>
                <a:latin typeface="Montserrat"/>
                <a:ea typeface="Montserrat"/>
                <a:cs typeface="Montserrat"/>
              </a:defRPr>
            </a:lvl1pPr>
            <a:lvl2pPr algn="l">
              <a:defRPr sz="1050" b="1">
                <a:solidFill>
                  <a:srgbClr val="307FE2"/>
                </a:solidFill>
                <a:latin typeface="Montserrat"/>
                <a:ea typeface="Montserrat"/>
                <a:cs typeface="Montserrat"/>
              </a:defRPr>
            </a:lvl2pPr>
            <a:lvl3pPr algn="l">
              <a:defRPr sz="1050" b="1">
                <a:solidFill>
                  <a:srgbClr val="307FE2"/>
                </a:solidFill>
                <a:latin typeface="Montserrat"/>
                <a:ea typeface="Montserrat"/>
                <a:cs typeface="Montserrat"/>
              </a:defRPr>
            </a:lvl3pPr>
            <a:lvl4pPr algn="l">
              <a:defRPr sz="1050" b="1">
                <a:solidFill>
                  <a:srgbClr val="307FE2"/>
                </a:solidFill>
                <a:latin typeface="Montserrat"/>
                <a:ea typeface="Montserrat"/>
                <a:cs typeface="Montserrat"/>
              </a:defRPr>
            </a:lvl4pPr>
            <a:lvl5pPr algn="l">
              <a:defRPr sz="1050" b="1">
                <a:solidFill>
                  <a:srgbClr val="307FE2"/>
                </a:solidFill>
                <a:latin typeface="Montserrat"/>
                <a:ea typeface="Montserrat"/>
                <a:cs typeface="Montserrat"/>
              </a:defRPr>
            </a:lvl5pPr>
            <a:lvl6pPr algn="l">
              <a:defRPr sz="1050" b="1">
                <a:solidFill>
                  <a:srgbClr val="307FE2"/>
                </a:solidFill>
                <a:latin typeface="Montserrat"/>
                <a:ea typeface="Montserrat"/>
                <a:cs typeface="Montserrat"/>
              </a:defRPr>
            </a:lvl6pPr>
            <a:lvl7pPr algn="l">
              <a:defRPr sz="1050" b="1">
                <a:solidFill>
                  <a:srgbClr val="307FE2"/>
                </a:solidFill>
                <a:latin typeface="Montserrat"/>
                <a:ea typeface="Montserrat"/>
                <a:cs typeface="Montserrat"/>
              </a:defRPr>
            </a:lvl7pPr>
            <a:lvl8pPr algn="l">
              <a:defRPr sz="1050" b="1">
                <a:solidFill>
                  <a:srgbClr val="307FE2"/>
                </a:solidFill>
                <a:latin typeface="Montserrat"/>
                <a:ea typeface="Montserrat"/>
                <a:cs typeface="Montserrat"/>
              </a:defRPr>
            </a:lvl8pPr>
            <a:lvl9pPr algn="l">
              <a:defRPr sz="1050" b="1">
                <a:solidFill>
                  <a:srgbClr val="307FE2"/>
                </a:solidFill>
                <a:latin typeface="Montserrat"/>
                <a:ea typeface="Montserrat"/>
                <a:cs typeface="Montserrat"/>
              </a:defRPr>
            </a:lvl9pPr>
          </a:lstStyle>
          <a:p xmlns:a="http://schemas.openxmlformats.org/drawingml/2006/main">
            <a:pPr algn="l">
              <a:defRPr sz="1050" b="1">
                <a:solidFill>
                  <a:srgbClr val="307FE2"/>
                </a:solidFill>
                <a:latin typeface="Montserrat"/>
                <a:ea typeface="Montserrat"/>
                <a:cs typeface="Montserrat"/>
              </a:defRPr>
            </a:pPr>
            <a:r>
              <a:rPr sz="1050" b="1">
                <a:solidFill>
                  <a:srgbClr val="307FE2"/>
                </a:solidFill>
                <a:latin typeface="Montserrat"/>
                <a:ea typeface="Montserrat"/>
                <a:cs typeface="Montserrat"/>
              </a:rPr>
              <a:t>// START HERE · THE DAY</a:t>
            </a:r>
          </a:p>
        </p:txBody>
      </p:sp>
      <p:sp>
        <p:nvSpPr>
          <p:cNvPr id="41" name="">
            <a:extLst xmlns:a="http://schemas.openxmlformats.org/drawingml/2006/main">
              <a:ext uri="{FF2B5EF4-FFF2-40B4-BE49-F238E27FC236}">
                <a16:creationId xmlns:a16="http://schemas.microsoft.com/office/drawing/2014/main" id="{A7E0DCB2-EC73-4431-B6C7-1B2B34143CFF}"/>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94A3B8"/>
                </a:solidFill>
                <a:latin typeface="Montserrat"/>
                <a:ea typeface="Montserrat"/>
                <a:cs typeface="Montserrat"/>
              </a:defRPr>
            </a:defPPr>
            <a:lvl1pPr algn="r">
              <a:defRPr sz="900" b="0">
                <a:solidFill>
                  <a:srgbClr val="94A3B8"/>
                </a:solidFill>
                <a:latin typeface="Montserrat"/>
                <a:ea typeface="Montserrat"/>
                <a:cs typeface="Montserrat"/>
              </a:defRPr>
            </a:lvl1pPr>
            <a:lvl2pPr algn="r">
              <a:defRPr sz="900" b="0">
                <a:solidFill>
                  <a:srgbClr val="94A3B8"/>
                </a:solidFill>
                <a:latin typeface="Montserrat"/>
                <a:ea typeface="Montserrat"/>
                <a:cs typeface="Montserrat"/>
              </a:defRPr>
            </a:lvl2pPr>
            <a:lvl3pPr algn="r">
              <a:defRPr sz="900" b="0">
                <a:solidFill>
                  <a:srgbClr val="94A3B8"/>
                </a:solidFill>
                <a:latin typeface="Montserrat"/>
                <a:ea typeface="Montserrat"/>
                <a:cs typeface="Montserrat"/>
              </a:defRPr>
            </a:lvl3pPr>
            <a:lvl4pPr algn="r">
              <a:defRPr sz="900" b="0">
                <a:solidFill>
                  <a:srgbClr val="94A3B8"/>
                </a:solidFill>
                <a:latin typeface="Montserrat"/>
                <a:ea typeface="Montserrat"/>
                <a:cs typeface="Montserrat"/>
              </a:defRPr>
            </a:lvl4pPr>
            <a:lvl5pPr algn="r">
              <a:defRPr sz="900" b="0">
                <a:solidFill>
                  <a:srgbClr val="94A3B8"/>
                </a:solidFill>
                <a:latin typeface="Montserrat"/>
                <a:ea typeface="Montserrat"/>
                <a:cs typeface="Montserrat"/>
              </a:defRPr>
            </a:lvl5pPr>
            <a:lvl6pPr algn="r">
              <a:defRPr sz="900" b="0">
                <a:solidFill>
                  <a:srgbClr val="94A3B8"/>
                </a:solidFill>
                <a:latin typeface="Montserrat"/>
                <a:ea typeface="Montserrat"/>
                <a:cs typeface="Montserrat"/>
              </a:defRPr>
            </a:lvl6pPr>
            <a:lvl7pPr algn="r">
              <a:defRPr sz="900" b="0">
                <a:solidFill>
                  <a:srgbClr val="94A3B8"/>
                </a:solidFill>
                <a:latin typeface="Montserrat"/>
                <a:ea typeface="Montserrat"/>
                <a:cs typeface="Montserrat"/>
              </a:defRPr>
            </a:lvl7pPr>
            <a:lvl8pPr algn="r">
              <a:defRPr sz="900" b="0">
                <a:solidFill>
                  <a:srgbClr val="94A3B8"/>
                </a:solidFill>
                <a:latin typeface="Montserrat"/>
                <a:ea typeface="Montserrat"/>
                <a:cs typeface="Montserrat"/>
              </a:defRPr>
            </a:lvl8pPr>
            <a:lvl9pPr algn="r">
              <a:defRPr sz="900" b="0">
                <a:solidFill>
                  <a:srgbClr val="94A3B8"/>
                </a:solidFill>
                <a:latin typeface="Montserrat"/>
                <a:ea typeface="Montserrat"/>
                <a:cs typeface="Montserrat"/>
              </a:defRPr>
            </a:lvl9pPr>
          </a:lstStyle>
          <a:p xmlns:a="http://schemas.openxmlformats.org/drawingml/2006/main">
            <a:pPr algn="r">
              <a:defRPr sz="900" b="0">
                <a:solidFill>
                  <a:srgbClr val="94A3B8"/>
                </a:solidFill>
                <a:latin typeface="Montserrat"/>
                <a:ea typeface="Montserrat"/>
                <a:cs typeface="Montserrat"/>
              </a:defRPr>
            </a:pPr>
            <a:r>
              <a:rPr sz="900" b="0">
                <a:solidFill>
                  <a:srgbClr val="94A3B8"/>
                </a:solidFill>
                <a:latin typeface="Montserrat"/>
                <a:ea typeface="Montserrat"/>
                <a:cs typeface="Montserrat"/>
              </a:rPr>
              <a:t>0:59–1:00</a:t>
            </a:r>
          </a:p>
        </p:txBody>
      </p:sp>
      <p:sp>
        <p:nvSpPr>
          <p:cNvPr id="42" name="">
            <a:extLst xmlns:a="http://schemas.openxmlformats.org/drawingml/2006/main">
              <a:ext uri="{FF2B5EF4-FFF2-40B4-BE49-F238E27FC236}">
                <a16:creationId xmlns:a16="http://schemas.microsoft.com/office/drawing/2014/main" id="{DB0A2FFA-231A-499C-AC80-D2B969F277DC}"/>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The workshop plan</a:t>
            </a:r>
          </a:p>
        </p:txBody>
      </p:sp>
      <p:sp>
        <p:nvSpPr>
          <p:cNvPr id="43" name="">
            <a:extLst xmlns:a="http://schemas.openxmlformats.org/drawingml/2006/main">
              <a:ext uri="{FF2B5EF4-FFF2-40B4-BE49-F238E27FC236}">
                <a16:creationId xmlns:a16="http://schemas.microsoft.com/office/drawing/2014/main" id="{7070A2AA-A0FB-4158-B4DF-6F11A408D5A5}"/>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FOUR PARTS · TWO COMPLETE BUILDS</a:t>
            </a:r>
          </a:p>
        </p:txBody>
      </p:sp>
      <p:sp>
        <p:nvSpPr>
          <p:cNvPr id="44" name="">
            <a:extLst xmlns:a="http://schemas.openxmlformats.org/drawingml/2006/main">
              <a:ext uri="{FF2B5EF4-FFF2-40B4-BE49-F238E27FC236}">
                <a16:creationId xmlns:a16="http://schemas.microsoft.com/office/drawing/2014/main" id="{2613B9A1-26C7-4039-9858-F17D847A99B5}"/>
              </a:ext>
            </a:extLst>
          </p:cNvPr>
          <p:cNvSpPr>
            <a:spLocks xmlns:a="http://schemas.openxmlformats.org/drawingml/2006/main" noGrp="1"/>
          </p:cNvSpPr>
          <p:nvPr/>
        </p:nvSpPr>
        <p:spPr>
          <a:xfrm xmlns:a="http://schemas.openxmlformats.org/drawingml/2006/main">
            <a:off x="647700" y="2009775"/>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45" name="">
            <a:extLst xmlns:a="http://schemas.openxmlformats.org/drawingml/2006/main">
              <a:ext uri="{FF2B5EF4-FFF2-40B4-BE49-F238E27FC236}">
                <a16:creationId xmlns:a16="http://schemas.microsoft.com/office/drawing/2014/main" id="{46D37CE3-5AF9-471A-A81D-5D6A23708BFE}"/>
              </a:ext>
            </a:extLst>
          </p:cNvPr>
          <p:cNvSpPr>
            <a:spLocks xmlns:a="http://schemas.openxmlformats.org/drawingml/2006/main" noGrp="1"/>
          </p:cNvSpPr>
          <p:nvPr/>
        </p:nvSpPr>
        <p:spPr>
          <a:xfrm xmlns:a="http://schemas.openxmlformats.org/drawingml/2006/main">
            <a:off x="742950"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01</a:t>
            </a:r>
          </a:p>
        </p:txBody>
      </p:sp>
      <p:sp>
        <p:nvSpPr>
          <p:cNvPr id="46" name="">
            <a:extLst xmlns:a="http://schemas.openxmlformats.org/drawingml/2006/main">
              <a:ext uri="{FF2B5EF4-FFF2-40B4-BE49-F238E27FC236}">
                <a16:creationId xmlns:a16="http://schemas.microsoft.com/office/drawing/2014/main" id="{7B7A76F8-BC65-4F8F-A648-7E262424160C}"/>
              </a:ext>
            </a:extLst>
          </p:cNvPr>
          <p:cNvSpPr>
            <a:spLocks xmlns:a="http://schemas.openxmlformats.org/drawingml/2006/main" noGrp="1"/>
          </p:cNvSpPr>
          <p:nvPr/>
        </p:nvSpPr>
        <p:spPr>
          <a:xfrm xmlns:a="http://schemas.openxmlformats.org/drawingml/2006/main">
            <a:off x="742950"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Learn the loop</a:t>
            </a:r>
          </a:p>
        </p:txBody>
      </p:sp>
      <p:sp>
        <p:nvSpPr>
          <p:cNvPr id="47" name="">
            <a:extLst xmlns:a="http://schemas.openxmlformats.org/drawingml/2006/main">
              <a:ext uri="{FF2B5EF4-FFF2-40B4-BE49-F238E27FC236}">
                <a16:creationId xmlns:a16="http://schemas.microsoft.com/office/drawing/2014/main" id="{BECB6923-589B-4A32-8CC2-E29A0ED1E3C8}"/>
              </a:ext>
            </a:extLst>
          </p:cNvPr>
          <p:cNvSpPr>
            <a:spLocks xmlns:a="http://schemas.openxmlformats.org/drawingml/2006/main" noGrp="1"/>
          </p:cNvSpPr>
          <p:nvPr/>
        </p:nvSpPr>
        <p:spPr>
          <a:xfrm xmlns:a="http://schemas.openxmlformats.org/drawingml/2006/main">
            <a:off x="742950"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Use the six steps once so every later screen has a purpose.</a:t>
            </a:r>
          </a:p>
        </p:txBody>
      </p:sp>
      <p:sp>
        <p:nvSpPr>
          <p:cNvPr id="48" name="">
            <a:extLst xmlns:a="http://schemas.openxmlformats.org/drawingml/2006/main">
              <a:ext uri="{FF2B5EF4-FFF2-40B4-BE49-F238E27FC236}">
                <a16:creationId xmlns:a16="http://schemas.microsoft.com/office/drawing/2014/main" id="{9E680B26-647F-4391-A033-D723BC89C790}"/>
              </a:ext>
            </a:extLst>
          </p:cNvPr>
          <p:cNvSpPr>
            <a:spLocks xmlns:a="http://schemas.openxmlformats.org/drawingml/2006/main" noGrp="1"/>
          </p:cNvSpPr>
          <p:nvPr/>
        </p:nvSpPr>
        <p:spPr>
          <a:xfrm xmlns:a="http://schemas.openxmlformats.org/drawingml/2006/main">
            <a:off x="3362325"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49" name="">
            <a:extLst xmlns:a="http://schemas.openxmlformats.org/drawingml/2006/main">
              <a:ext uri="{FF2B5EF4-FFF2-40B4-BE49-F238E27FC236}">
                <a16:creationId xmlns:a16="http://schemas.microsoft.com/office/drawing/2014/main" id="{8948DC0F-1B85-4B24-A356-DA8357613071}"/>
              </a:ext>
            </a:extLst>
          </p:cNvPr>
          <p:cNvSpPr>
            <a:spLocks xmlns:a="http://schemas.openxmlformats.org/drawingml/2006/main" noGrp="1"/>
          </p:cNvSpPr>
          <p:nvPr/>
        </p:nvSpPr>
        <p:spPr>
          <a:xfrm xmlns:a="http://schemas.openxmlformats.org/drawingml/2006/main">
            <a:off x="3476625"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02</a:t>
            </a:r>
          </a:p>
        </p:txBody>
      </p:sp>
      <p:sp>
        <p:nvSpPr>
          <p:cNvPr id="50" name="">
            <a:extLst xmlns:a="http://schemas.openxmlformats.org/drawingml/2006/main">
              <a:ext uri="{FF2B5EF4-FFF2-40B4-BE49-F238E27FC236}">
                <a16:creationId xmlns:a16="http://schemas.microsoft.com/office/drawing/2014/main" id="{D6DABD52-A47F-4D4C-AD44-E61040AF647F}"/>
              </a:ext>
            </a:extLst>
          </p:cNvPr>
          <p:cNvSpPr>
            <a:spLocks xmlns:a="http://schemas.openxmlformats.org/drawingml/2006/main" noGrp="1"/>
          </p:cNvSpPr>
          <p:nvPr/>
        </p:nvSpPr>
        <p:spPr>
          <a:xfrm xmlns:a="http://schemas.openxmlformats.org/drawingml/2006/main">
            <a:off x="3476625"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Set up the homes</a:t>
            </a:r>
          </a:p>
        </p:txBody>
      </p:sp>
      <p:sp>
        <p:nvSpPr>
          <p:cNvPr id="51" name="">
            <a:extLst xmlns:a="http://schemas.openxmlformats.org/drawingml/2006/main">
              <a:ext uri="{FF2B5EF4-FFF2-40B4-BE49-F238E27FC236}">
                <a16:creationId xmlns:a16="http://schemas.microsoft.com/office/drawing/2014/main" id="{BB473129-8838-40D4-8C7A-71F07AEF49BA}"/>
              </a:ext>
            </a:extLst>
          </p:cNvPr>
          <p:cNvSpPr>
            <a:spLocks xmlns:a="http://schemas.openxmlformats.org/drawingml/2006/main" noGrp="1"/>
          </p:cNvSpPr>
          <p:nvPr/>
        </p:nvSpPr>
        <p:spPr>
          <a:xfrm xmlns:a="http://schemas.openxmlformats.org/drawingml/2006/main">
            <a:off x="3476625"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Create GitHub and Vercel accounts. Connect them before the first build.</a:t>
            </a:r>
          </a:p>
        </p:txBody>
      </p:sp>
      <p:sp>
        <p:nvSpPr>
          <p:cNvPr id="52" name="">
            <a:extLst xmlns:a="http://schemas.openxmlformats.org/drawingml/2006/main">
              <a:ext uri="{FF2B5EF4-FFF2-40B4-BE49-F238E27FC236}">
                <a16:creationId xmlns:a16="http://schemas.microsoft.com/office/drawing/2014/main" id="{9C0147CD-D21A-4670-BB8E-1F99169275D8}"/>
              </a:ext>
            </a:extLst>
          </p:cNvPr>
          <p:cNvSpPr>
            <a:spLocks xmlns:a="http://schemas.openxmlformats.org/drawingml/2006/main" noGrp="1"/>
          </p:cNvSpPr>
          <p:nvPr/>
        </p:nvSpPr>
        <p:spPr>
          <a:xfrm xmlns:a="http://schemas.openxmlformats.org/drawingml/2006/main">
            <a:off x="6096000"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53" name="">
            <a:extLst xmlns:a="http://schemas.openxmlformats.org/drawingml/2006/main">
              <a:ext uri="{FF2B5EF4-FFF2-40B4-BE49-F238E27FC236}">
                <a16:creationId xmlns:a16="http://schemas.microsoft.com/office/drawing/2014/main" id="{7C27376F-DA4F-4273-9AD1-08C0F1DB0227}"/>
              </a:ext>
            </a:extLst>
          </p:cNvPr>
          <p:cNvSpPr>
            <a:spLocks xmlns:a="http://schemas.openxmlformats.org/drawingml/2006/main" noGrp="1"/>
          </p:cNvSpPr>
          <p:nvPr/>
        </p:nvSpPr>
        <p:spPr>
          <a:xfrm xmlns:a="http://schemas.openxmlformats.org/drawingml/2006/main">
            <a:off x="6210300"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03</a:t>
            </a:r>
          </a:p>
        </p:txBody>
      </p:sp>
      <p:sp>
        <p:nvSpPr>
          <p:cNvPr id="54" name="">
            <a:extLst xmlns:a="http://schemas.openxmlformats.org/drawingml/2006/main">
              <a:ext uri="{FF2B5EF4-FFF2-40B4-BE49-F238E27FC236}">
                <a16:creationId xmlns:a16="http://schemas.microsoft.com/office/drawing/2014/main" id="{A1C1FCC0-4009-4C4E-B593-65CA79A32413}"/>
              </a:ext>
            </a:extLst>
          </p:cNvPr>
          <p:cNvSpPr>
            <a:spLocks xmlns:a="http://schemas.openxmlformats.org/drawingml/2006/main" noGrp="1"/>
          </p:cNvSpPr>
          <p:nvPr/>
        </p:nvSpPr>
        <p:spPr>
          <a:xfrm xmlns:a="http://schemas.openxmlformats.org/drawingml/2006/main">
            <a:off x="6210300"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Build twice</a:t>
            </a:r>
          </a:p>
        </p:txBody>
      </p:sp>
      <p:sp>
        <p:nvSpPr>
          <p:cNvPr id="55" name="">
            <a:extLst xmlns:a="http://schemas.openxmlformats.org/drawingml/2006/main">
              <a:ext uri="{FF2B5EF4-FFF2-40B4-BE49-F238E27FC236}">
                <a16:creationId xmlns:a16="http://schemas.microsoft.com/office/drawing/2014/main" id="{8D70F688-9B35-4105-A115-BAC2EBF3A377}"/>
              </a:ext>
            </a:extLst>
          </p:cNvPr>
          <p:cNvSpPr>
            <a:spLocks xmlns:a="http://schemas.openxmlformats.org/drawingml/2006/main" noGrp="1"/>
          </p:cNvSpPr>
          <p:nvPr/>
        </p:nvSpPr>
        <p:spPr>
          <a:xfrm xmlns:a="http://schemas.openxmlformats.org/drawingml/2006/main">
            <a:off x="6210300"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Make a website, then a game. Each project travels through the full loop.</a:t>
            </a:r>
          </a:p>
        </p:txBody>
      </p:sp>
      <p:sp>
        <p:nvSpPr>
          <p:cNvPr id="56" name="">
            <a:extLst xmlns:a="http://schemas.openxmlformats.org/drawingml/2006/main">
              <a:ext uri="{FF2B5EF4-FFF2-40B4-BE49-F238E27FC236}">
                <a16:creationId xmlns:a16="http://schemas.microsoft.com/office/drawing/2014/main" id="{F78323E7-525F-4A10-8407-00F4BFEFE871}"/>
              </a:ext>
            </a:extLst>
          </p:cNvPr>
          <p:cNvSpPr>
            <a:spLocks xmlns:a="http://schemas.openxmlformats.org/drawingml/2006/main" noGrp="1"/>
          </p:cNvSpPr>
          <p:nvPr/>
        </p:nvSpPr>
        <p:spPr>
          <a:xfrm xmlns:a="http://schemas.openxmlformats.org/drawingml/2006/main">
            <a:off x="8829675"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57" name="">
            <a:extLst xmlns:a="http://schemas.openxmlformats.org/drawingml/2006/main">
              <a:ext uri="{FF2B5EF4-FFF2-40B4-BE49-F238E27FC236}">
                <a16:creationId xmlns:a16="http://schemas.microsoft.com/office/drawing/2014/main" id="{4142141E-8519-49C9-ABE3-7C38BD58118B}"/>
              </a:ext>
            </a:extLst>
          </p:cNvPr>
          <p:cNvSpPr>
            <a:spLocks xmlns:a="http://schemas.openxmlformats.org/drawingml/2006/main" noGrp="1"/>
          </p:cNvSpPr>
          <p:nvPr/>
        </p:nvSpPr>
        <p:spPr>
          <a:xfrm xmlns:a="http://schemas.openxmlformats.org/drawingml/2006/main">
            <a:off x="8943975"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04</a:t>
            </a:r>
          </a:p>
        </p:txBody>
      </p:sp>
      <p:sp>
        <p:nvSpPr>
          <p:cNvPr id="58" name="">
            <a:extLst xmlns:a="http://schemas.openxmlformats.org/drawingml/2006/main">
              <a:ext uri="{FF2B5EF4-FFF2-40B4-BE49-F238E27FC236}">
                <a16:creationId xmlns:a16="http://schemas.microsoft.com/office/drawing/2014/main" id="{C8113F4D-3EE9-4274-9B22-AF9B22230699}"/>
              </a:ext>
            </a:extLst>
          </p:cNvPr>
          <p:cNvSpPr>
            <a:spLocks xmlns:a="http://schemas.openxmlformats.org/drawingml/2006/main" noGrp="1"/>
          </p:cNvSpPr>
          <p:nvPr/>
        </p:nvSpPr>
        <p:spPr>
          <a:xfrm xmlns:a="http://schemas.openxmlformats.org/drawingml/2006/main">
            <a:off x="8943975"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Show the proof</a:t>
            </a:r>
          </a:p>
        </p:txBody>
      </p:sp>
      <p:sp>
        <p:nvSpPr>
          <p:cNvPr id="59" name="">
            <a:extLst xmlns:a="http://schemas.openxmlformats.org/drawingml/2006/main">
              <a:ext uri="{FF2B5EF4-FFF2-40B4-BE49-F238E27FC236}">
                <a16:creationId xmlns:a16="http://schemas.microsoft.com/office/drawing/2014/main" id="{272E2924-0EB3-4B9A-91A7-007D58CC731D}"/>
              </a:ext>
            </a:extLst>
          </p:cNvPr>
          <p:cNvSpPr>
            <a:spLocks xmlns:a="http://schemas.openxmlformats.org/drawingml/2006/main" noGrp="1"/>
          </p:cNvSpPr>
          <p:nvPr/>
        </p:nvSpPr>
        <p:spPr>
          <a:xfrm xmlns:a="http://schemas.openxmlformats.org/drawingml/2006/main">
            <a:off x="8943975"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Leave with two repositories, two Vercel projects, and two URLs.</a:t>
            </a:r>
          </a:p>
        </p:txBody>
      </p:sp>
      <p:sp>
        <p:nvSpPr>
          <p:cNvPr id="60" name="">
            <a:extLst xmlns:a="http://schemas.openxmlformats.org/drawingml/2006/main">
              <a:ext uri="{FF2B5EF4-FFF2-40B4-BE49-F238E27FC236}">
                <a16:creationId xmlns:a16="http://schemas.microsoft.com/office/drawing/2014/main" id="{1F435F3E-96EA-4283-B640-C35EC10A5A07}"/>
              </a:ext>
            </a:extLst>
          </p:cNvPr>
          <p:cNvSpPr>
            <a:spLocks xmlns:a="http://schemas.openxmlformats.org/drawingml/2006/main" noGrp="1"/>
          </p:cNvSpPr>
          <p:nvPr/>
        </p:nvSpPr>
        <p:spPr>
          <a:xfrm xmlns:a="http://schemas.openxmlformats.org/drawingml/2006/main">
            <a:off x="647700" y="470535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61" name="">
            <a:extLst xmlns:a="http://schemas.openxmlformats.org/drawingml/2006/main">
              <a:ext uri="{FF2B5EF4-FFF2-40B4-BE49-F238E27FC236}">
                <a16:creationId xmlns:a16="http://schemas.microsoft.com/office/drawing/2014/main" id="{F78B1FB5-8D08-49B4-9827-2E68DE04D581}"/>
              </a:ext>
            </a:extLst>
          </p:cNvPr>
          <p:cNvSpPr>
            <a:spLocks xmlns:a="http://schemas.openxmlformats.org/drawingml/2006/main" noGrp="1"/>
          </p:cNvSpPr>
          <p:nvPr/>
        </p:nvSpPr>
        <p:spPr>
          <a:xfrm xmlns:a="http://schemas.openxmlformats.org/drawingml/2006/main">
            <a:off x="742950" y="49530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Every exercise starts with what you will learn and ends with a review.</a:t>
            </a:r>
          </a:p>
        </p:txBody>
      </p:sp>
      <p:sp>
        <p:nvSpPr>
          <p:cNvPr id="62" name="">
            <a:extLst xmlns:a="http://schemas.openxmlformats.org/drawingml/2006/main">
              <a:ext uri="{FF2B5EF4-FFF2-40B4-BE49-F238E27FC236}">
                <a16:creationId xmlns:a16="http://schemas.microsoft.com/office/drawing/2014/main" id="{5FA9345C-A9D4-4CD8-8720-33680279C705}"/>
              </a:ext>
            </a:extLst>
          </p:cNvPr>
          <p:cNvSpPr>
            <a:spLocks xmlns:a="http://schemas.openxmlformats.org/drawingml/2006/main" noGrp="1"/>
          </p:cNvSpPr>
          <p:nvPr/>
        </p:nvSpPr>
        <p:spPr>
          <a:xfrm xmlns:a="http://schemas.openxmlformats.org/drawingml/2006/main">
            <a:off x="3667125" y="6381750"/>
            <a:ext cx="4857750" cy="0"/>
          </a:xfrm>
          <a:prstGeom xmlns:a="http://schemas.openxmlformats.org/drawingml/2006/main" prst="line">
            <a:avLst/>
          </a:prstGeom>
          <a:noFill xmlns:a="http://schemas.openxmlformats.org/drawingml/2006/main"/>
          <a:ln xmlns:a="http://schemas.openxmlformats.org/drawingml/2006/main" w="5715">
            <a:solidFill>
              <a:srgbClr val="D8E2EF"/>
            </a:solidFill>
            <a:prstDash val="solid"/>
          </a:ln>
        </p:spPr>
      </p:sp>
      <p:sp>
        <p:nvSpPr>
          <p:cNvPr id="63" name="">
            <a:extLst xmlns:a="http://schemas.openxmlformats.org/drawingml/2006/main">
              <a:ext uri="{FF2B5EF4-FFF2-40B4-BE49-F238E27FC236}">
                <a16:creationId xmlns:a16="http://schemas.microsoft.com/office/drawing/2014/main" id="{37B51A1C-D1A6-431A-931B-4D099CB94089}"/>
              </a:ext>
            </a:extLst>
          </p:cNvPr>
          <p:cNvSpPr>
            <a:spLocks xmlns:a="http://schemas.openxmlformats.org/drawingml/2006/main" noGrp="1"/>
          </p:cNvSpPr>
          <p:nvPr/>
        </p:nvSpPr>
        <p:spPr>
          <a:xfrm xmlns:a="http://schemas.openxmlformats.org/drawingml/2006/main">
            <a:off x="36337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64" name="">
            <a:extLst xmlns:a="http://schemas.openxmlformats.org/drawingml/2006/main">
              <a:ext uri="{FF2B5EF4-FFF2-40B4-BE49-F238E27FC236}">
                <a16:creationId xmlns:a16="http://schemas.microsoft.com/office/drawing/2014/main" id="{AB193DB1-21CF-4661-AE30-DC8B6647545A}"/>
              </a:ext>
            </a:extLst>
          </p:cNvPr>
          <p:cNvSpPr>
            <a:spLocks xmlns:a="http://schemas.openxmlformats.org/drawingml/2006/main" noGrp="1"/>
          </p:cNvSpPr>
          <p:nvPr/>
        </p:nvSpPr>
        <p:spPr>
          <a:xfrm xmlns:a="http://schemas.openxmlformats.org/drawingml/2006/main">
            <a:off x="32670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PLAN</a:t>
            </a:r>
          </a:p>
        </p:txBody>
      </p:sp>
      <p:sp>
        <p:nvSpPr>
          <p:cNvPr id="65" name="">
            <a:extLst xmlns:a="http://schemas.openxmlformats.org/drawingml/2006/main">
              <a:ext uri="{FF2B5EF4-FFF2-40B4-BE49-F238E27FC236}">
                <a16:creationId xmlns:a16="http://schemas.microsoft.com/office/drawing/2014/main" id="{88A5E538-7DB9-419D-B768-8EF93143345A}"/>
              </a:ext>
            </a:extLst>
          </p:cNvPr>
          <p:cNvSpPr>
            <a:spLocks xmlns:a="http://schemas.openxmlformats.org/drawingml/2006/main" noGrp="1"/>
          </p:cNvSpPr>
          <p:nvPr/>
        </p:nvSpPr>
        <p:spPr>
          <a:xfrm xmlns:a="http://schemas.openxmlformats.org/drawingml/2006/main">
            <a:off x="46053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66" name="">
            <a:extLst xmlns:a="http://schemas.openxmlformats.org/drawingml/2006/main">
              <a:ext uri="{FF2B5EF4-FFF2-40B4-BE49-F238E27FC236}">
                <a16:creationId xmlns:a16="http://schemas.microsoft.com/office/drawing/2014/main" id="{35305C14-4C32-48AB-8E93-8A68A8B287FC}"/>
              </a:ext>
            </a:extLst>
          </p:cNvPr>
          <p:cNvSpPr>
            <a:spLocks xmlns:a="http://schemas.openxmlformats.org/drawingml/2006/main" noGrp="1"/>
          </p:cNvSpPr>
          <p:nvPr/>
        </p:nvSpPr>
        <p:spPr>
          <a:xfrm xmlns:a="http://schemas.openxmlformats.org/drawingml/2006/main">
            <a:off x="42386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DESIGN</a:t>
            </a:r>
          </a:p>
        </p:txBody>
      </p:sp>
      <p:sp>
        <p:nvSpPr>
          <p:cNvPr id="67" name="">
            <a:extLst xmlns:a="http://schemas.openxmlformats.org/drawingml/2006/main">
              <a:ext uri="{FF2B5EF4-FFF2-40B4-BE49-F238E27FC236}">
                <a16:creationId xmlns:a16="http://schemas.microsoft.com/office/drawing/2014/main" id="{279B91E7-41FA-41E7-960F-1EA7EA880ACC}"/>
              </a:ext>
            </a:extLst>
          </p:cNvPr>
          <p:cNvSpPr>
            <a:spLocks xmlns:a="http://schemas.openxmlformats.org/drawingml/2006/main" noGrp="1"/>
          </p:cNvSpPr>
          <p:nvPr/>
        </p:nvSpPr>
        <p:spPr>
          <a:xfrm xmlns:a="http://schemas.openxmlformats.org/drawingml/2006/main">
            <a:off x="55768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68" name="">
            <a:extLst xmlns:a="http://schemas.openxmlformats.org/drawingml/2006/main">
              <a:ext uri="{FF2B5EF4-FFF2-40B4-BE49-F238E27FC236}">
                <a16:creationId xmlns:a16="http://schemas.microsoft.com/office/drawing/2014/main" id="{B9F42CBD-2E36-48D7-8F05-05C35F57695F}"/>
              </a:ext>
            </a:extLst>
          </p:cNvPr>
          <p:cNvSpPr>
            <a:spLocks xmlns:a="http://schemas.openxmlformats.org/drawingml/2006/main" noGrp="1"/>
          </p:cNvSpPr>
          <p:nvPr/>
        </p:nvSpPr>
        <p:spPr>
          <a:xfrm xmlns:a="http://schemas.openxmlformats.org/drawingml/2006/main">
            <a:off x="52101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BUILD</a:t>
            </a:r>
          </a:p>
        </p:txBody>
      </p:sp>
      <p:sp>
        <p:nvSpPr>
          <p:cNvPr id="69" name="">
            <a:extLst xmlns:a="http://schemas.openxmlformats.org/drawingml/2006/main">
              <a:ext uri="{FF2B5EF4-FFF2-40B4-BE49-F238E27FC236}">
                <a16:creationId xmlns:a16="http://schemas.microsoft.com/office/drawing/2014/main" id="{2A41691E-D81A-41B7-B9B1-E4DDBBE17CFB}"/>
              </a:ext>
            </a:extLst>
          </p:cNvPr>
          <p:cNvSpPr>
            <a:spLocks xmlns:a="http://schemas.openxmlformats.org/drawingml/2006/main" noGrp="1"/>
          </p:cNvSpPr>
          <p:nvPr/>
        </p:nvSpPr>
        <p:spPr>
          <a:xfrm xmlns:a="http://schemas.openxmlformats.org/drawingml/2006/main">
            <a:off x="65484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70" name="">
            <a:extLst xmlns:a="http://schemas.openxmlformats.org/drawingml/2006/main">
              <a:ext uri="{FF2B5EF4-FFF2-40B4-BE49-F238E27FC236}">
                <a16:creationId xmlns:a16="http://schemas.microsoft.com/office/drawing/2014/main" id="{FA470E69-BA95-45C2-B456-FED69F1A5CA0}"/>
              </a:ext>
            </a:extLst>
          </p:cNvPr>
          <p:cNvSpPr>
            <a:spLocks xmlns:a="http://schemas.openxmlformats.org/drawingml/2006/main" noGrp="1"/>
          </p:cNvSpPr>
          <p:nvPr/>
        </p:nvSpPr>
        <p:spPr>
          <a:xfrm xmlns:a="http://schemas.openxmlformats.org/drawingml/2006/main">
            <a:off x="61817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TEST</a:t>
            </a:r>
          </a:p>
        </p:txBody>
      </p:sp>
      <p:sp>
        <p:nvSpPr>
          <p:cNvPr id="71" name="">
            <a:extLst xmlns:a="http://schemas.openxmlformats.org/drawingml/2006/main">
              <a:ext uri="{FF2B5EF4-FFF2-40B4-BE49-F238E27FC236}">
                <a16:creationId xmlns:a16="http://schemas.microsoft.com/office/drawing/2014/main" id="{38380689-437E-48B7-874D-DD1B6F267761}"/>
              </a:ext>
            </a:extLst>
          </p:cNvPr>
          <p:cNvSpPr>
            <a:spLocks xmlns:a="http://schemas.openxmlformats.org/drawingml/2006/main" noGrp="1"/>
          </p:cNvSpPr>
          <p:nvPr/>
        </p:nvSpPr>
        <p:spPr>
          <a:xfrm xmlns:a="http://schemas.openxmlformats.org/drawingml/2006/main">
            <a:off x="75199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72" name="">
            <a:extLst xmlns:a="http://schemas.openxmlformats.org/drawingml/2006/main">
              <a:ext uri="{FF2B5EF4-FFF2-40B4-BE49-F238E27FC236}">
                <a16:creationId xmlns:a16="http://schemas.microsoft.com/office/drawing/2014/main" id="{F9814B58-943F-4184-9599-2BE27B83E362}"/>
              </a:ext>
            </a:extLst>
          </p:cNvPr>
          <p:cNvSpPr>
            <a:spLocks xmlns:a="http://schemas.openxmlformats.org/drawingml/2006/main" noGrp="1"/>
          </p:cNvSpPr>
          <p:nvPr/>
        </p:nvSpPr>
        <p:spPr>
          <a:xfrm xmlns:a="http://schemas.openxmlformats.org/drawingml/2006/main">
            <a:off x="71532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DEPLOY</a:t>
            </a:r>
          </a:p>
        </p:txBody>
      </p:sp>
      <p:sp>
        <p:nvSpPr>
          <p:cNvPr id="73" name="">
            <a:extLst xmlns:a="http://schemas.openxmlformats.org/drawingml/2006/main">
              <a:ext uri="{FF2B5EF4-FFF2-40B4-BE49-F238E27FC236}">
                <a16:creationId xmlns:a16="http://schemas.microsoft.com/office/drawing/2014/main" id="{77EEF547-B929-4019-8870-9756143C928F}"/>
              </a:ext>
            </a:extLst>
          </p:cNvPr>
          <p:cNvSpPr>
            <a:spLocks xmlns:a="http://schemas.openxmlformats.org/drawingml/2006/main" noGrp="1"/>
          </p:cNvSpPr>
          <p:nvPr/>
        </p:nvSpPr>
        <p:spPr>
          <a:xfrm xmlns:a="http://schemas.openxmlformats.org/drawingml/2006/main">
            <a:off x="84915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74" name="">
            <a:extLst xmlns:a="http://schemas.openxmlformats.org/drawingml/2006/main">
              <a:ext uri="{FF2B5EF4-FFF2-40B4-BE49-F238E27FC236}">
                <a16:creationId xmlns:a16="http://schemas.microsoft.com/office/drawing/2014/main" id="{FB71C791-D367-47B4-B8E8-CABD5884CCAE}"/>
              </a:ext>
            </a:extLst>
          </p:cNvPr>
          <p:cNvSpPr>
            <a:spLocks xmlns:a="http://schemas.openxmlformats.org/drawingml/2006/main" noGrp="1"/>
          </p:cNvSpPr>
          <p:nvPr/>
        </p:nvSpPr>
        <p:spPr>
          <a:xfrm xmlns:a="http://schemas.openxmlformats.org/drawingml/2006/main">
            <a:off x="81248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MAINTAIN</a:t>
            </a:r>
          </a:p>
        </p:txBody>
      </p:sp>
    </p:spTree>
    <p:extLst>
      <p:ext uri="{BB962C8B-B14F-4D97-AF65-F5344CB8AC3E}">
        <p14:creationId xmlns:p14="http://schemas.microsoft.com/office/powerpoint/2010/main" val="151214052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DB6B68D8-1C4E-4FB5-833D-B38C876E8B99}"/>
              </a:ext>
            </a:extLst>
          </p:cNvPr>
          <p:cNvPicPr>
            <a:picLocks xmlns:a="http://schemas.openxmlformats.org/drawingml/2006/main" noChangeAspect="1"/>
          </p:cNvPicPr>
          <p:nvPr/>
        </p:nvPicPr>
        <p:blipFill>
          <a:blip xmlns:r="http://schemas.openxmlformats.org/officeDocument/2006/relationships" xmlns:a="http://schemas.openxmlformats.org/drawingml/2006/main" r:embed="R27f4082bc9f44bb2"/>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62B6DD0A-C823-4CBE-AF36-B8651BDF6446}"/>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20 / 63</a:t>
            </a:r>
            <a:endParaRPr sz="900"/>
          </a:p>
        </p:txBody>
      </p:sp>
      <p:sp>
        <p:nvSpPr>
          <p:cNvPr id="79" name="">
            <a:extLst xmlns:a="http://schemas.openxmlformats.org/drawingml/2006/main">
              <a:ext uri="{FF2B5EF4-FFF2-40B4-BE49-F238E27FC236}">
                <a16:creationId xmlns:a16="http://schemas.microsoft.com/office/drawing/2014/main" id="{8397BEA1-C133-40B3-832A-16BA97F8E97C}"/>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307FE2"/>
                </a:solidFill>
                <a:latin typeface="Montserrat"/>
                <a:ea typeface="Montserrat"/>
                <a:cs typeface="Montserrat"/>
              </a:defRPr>
            </a:defPPr>
            <a:lvl1pPr algn="l">
              <a:defRPr sz="1050" b="1">
                <a:solidFill>
                  <a:srgbClr val="307FE2"/>
                </a:solidFill>
                <a:latin typeface="Montserrat"/>
                <a:ea typeface="Montserrat"/>
                <a:cs typeface="Montserrat"/>
              </a:defRPr>
            </a:lvl1pPr>
            <a:lvl2pPr algn="l">
              <a:defRPr sz="1050" b="1">
                <a:solidFill>
                  <a:srgbClr val="307FE2"/>
                </a:solidFill>
                <a:latin typeface="Montserrat"/>
                <a:ea typeface="Montserrat"/>
                <a:cs typeface="Montserrat"/>
              </a:defRPr>
            </a:lvl2pPr>
            <a:lvl3pPr algn="l">
              <a:defRPr sz="1050" b="1">
                <a:solidFill>
                  <a:srgbClr val="307FE2"/>
                </a:solidFill>
                <a:latin typeface="Montserrat"/>
                <a:ea typeface="Montserrat"/>
                <a:cs typeface="Montserrat"/>
              </a:defRPr>
            </a:lvl3pPr>
            <a:lvl4pPr algn="l">
              <a:defRPr sz="1050" b="1">
                <a:solidFill>
                  <a:srgbClr val="307FE2"/>
                </a:solidFill>
                <a:latin typeface="Montserrat"/>
                <a:ea typeface="Montserrat"/>
                <a:cs typeface="Montserrat"/>
              </a:defRPr>
            </a:lvl4pPr>
            <a:lvl5pPr algn="l">
              <a:defRPr sz="1050" b="1">
                <a:solidFill>
                  <a:srgbClr val="307FE2"/>
                </a:solidFill>
                <a:latin typeface="Montserrat"/>
                <a:ea typeface="Montserrat"/>
                <a:cs typeface="Montserrat"/>
              </a:defRPr>
            </a:lvl5pPr>
            <a:lvl6pPr algn="l">
              <a:defRPr sz="1050" b="1">
                <a:solidFill>
                  <a:srgbClr val="307FE2"/>
                </a:solidFill>
                <a:latin typeface="Montserrat"/>
                <a:ea typeface="Montserrat"/>
                <a:cs typeface="Montserrat"/>
              </a:defRPr>
            </a:lvl6pPr>
            <a:lvl7pPr algn="l">
              <a:defRPr sz="1050" b="1">
                <a:solidFill>
                  <a:srgbClr val="307FE2"/>
                </a:solidFill>
                <a:latin typeface="Montserrat"/>
                <a:ea typeface="Montserrat"/>
                <a:cs typeface="Montserrat"/>
              </a:defRPr>
            </a:lvl7pPr>
            <a:lvl8pPr algn="l">
              <a:defRPr sz="1050" b="1">
                <a:solidFill>
                  <a:srgbClr val="307FE2"/>
                </a:solidFill>
                <a:latin typeface="Montserrat"/>
                <a:ea typeface="Montserrat"/>
                <a:cs typeface="Montserrat"/>
              </a:defRPr>
            </a:lvl8pPr>
            <a:lvl9pPr algn="l">
              <a:defRPr sz="1050" b="1">
                <a:solidFill>
                  <a:srgbClr val="307FE2"/>
                </a:solidFill>
                <a:latin typeface="Montserrat"/>
                <a:ea typeface="Montserrat"/>
                <a:cs typeface="Montserrat"/>
              </a:defRPr>
            </a:lvl9pPr>
          </a:lstStyle>
          <a:p xmlns:a="http://schemas.openxmlformats.org/drawingml/2006/main">
            <a:pPr algn="l">
              <a:defRPr sz="1050" b="1">
                <a:solidFill>
                  <a:srgbClr val="307FE2"/>
                </a:solidFill>
                <a:latin typeface="Montserrat"/>
                <a:ea typeface="Montserrat"/>
                <a:cs typeface="Montserrat"/>
              </a:defRPr>
            </a:pPr>
            <a:r>
              <a:rPr sz="1050" b="1">
                <a:solidFill>
                  <a:srgbClr val="307FE2"/>
                </a:solidFill>
                <a:latin typeface="Montserrat"/>
                <a:ea typeface="Montserrat"/>
                <a:cs typeface="Montserrat"/>
              </a:rPr>
              <a:t>// SETUP · THE TOOLCHAIN</a:t>
            </a:r>
          </a:p>
        </p:txBody>
      </p:sp>
      <p:sp>
        <p:nvSpPr>
          <p:cNvPr id="80" name="">
            <a:extLst xmlns:a="http://schemas.openxmlformats.org/drawingml/2006/main">
              <a:ext uri="{FF2B5EF4-FFF2-40B4-BE49-F238E27FC236}">
                <a16:creationId xmlns:a16="http://schemas.microsoft.com/office/drawing/2014/main" id="{5BF6C628-AFE9-4560-808F-C6E8D50EB068}"/>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94A3B8"/>
                </a:solidFill>
                <a:latin typeface="Montserrat"/>
                <a:ea typeface="Montserrat"/>
                <a:cs typeface="Montserrat"/>
              </a:defRPr>
            </a:defPPr>
            <a:lvl1pPr algn="r">
              <a:defRPr sz="900" b="0">
                <a:solidFill>
                  <a:srgbClr val="94A3B8"/>
                </a:solidFill>
                <a:latin typeface="Montserrat"/>
                <a:ea typeface="Montserrat"/>
                <a:cs typeface="Montserrat"/>
              </a:defRPr>
            </a:lvl1pPr>
            <a:lvl2pPr algn="r">
              <a:defRPr sz="900" b="0">
                <a:solidFill>
                  <a:srgbClr val="94A3B8"/>
                </a:solidFill>
                <a:latin typeface="Montserrat"/>
                <a:ea typeface="Montserrat"/>
                <a:cs typeface="Montserrat"/>
              </a:defRPr>
            </a:lvl2pPr>
            <a:lvl3pPr algn="r">
              <a:defRPr sz="900" b="0">
                <a:solidFill>
                  <a:srgbClr val="94A3B8"/>
                </a:solidFill>
                <a:latin typeface="Montserrat"/>
                <a:ea typeface="Montserrat"/>
                <a:cs typeface="Montserrat"/>
              </a:defRPr>
            </a:lvl3pPr>
            <a:lvl4pPr algn="r">
              <a:defRPr sz="900" b="0">
                <a:solidFill>
                  <a:srgbClr val="94A3B8"/>
                </a:solidFill>
                <a:latin typeface="Montserrat"/>
                <a:ea typeface="Montserrat"/>
                <a:cs typeface="Montserrat"/>
              </a:defRPr>
            </a:lvl4pPr>
            <a:lvl5pPr algn="r">
              <a:defRPr sz="900" b="0">
                <a:solidFill>
                  <a:srgbClr val="94A3B8"/>
                </a:solidFill>
                <a:latin typeface="Montserrat"/>
                <a:ea typeface="Montserrat"/>
                <a:cs typeface="Montserrat"/>
              </a:defRPr>
            </a:lvl5pPr>
            <a:lvl6pPr algn="r">
              <a:defRPr sz="900" b="0">
                <a:solidFill>
                  <a:srgbClr val="94A3B8"/>
                </a:solidFill>
                <a:latin typeface="Montserrat"/>
                <a:ea typeface="Montserrat"/>
                <a:cs typeface="Montserrat"/>
              </a:defRPr>
            </a:lvl6pPr>
            <a:lvl7pPr algn="r">
              <a:defRPr sz="900" b="0">
                <a:solidFill>
                  <a:srgbClr val="94A3B8"/>
                </a:solidFill>
                <a:latin typeface="Montserrat"/>
                <a:ea typeface="Montserrat"/>
                <a:cs typeface="Montserrat"/>
              </a:defRPr>
            </a:lvl7pPr>
            <a:lvl8pPr algn="r">
              <a:defRPr sz="900" b="0">
                <a:solidFill>
                  <a:srgbClr val="94A3B8"/>
                </a:solidFill>
                <a:latin typeface="Montserrat"/>
                <a:ea typeface="Montserrat"/>
                <a:cs typeface="Montserrat"/>
              </a:defRPr>
            </a:lvl8pPr>
            <a:lvl9pPr algn="r">
              <a:defRPr sz="900" b="0">
                <a:solidFill>
                  <a:srgbClr val="94A3B8"/>
                </a:solidFill>
                <a:latin typeface="Montserrat"/>
                <a:ea typeface="Montserrat"/>
                <a:cs typeface="Montserrat"/>
              </a:defRPr>
            </a:lvl9pPr>
          </a:lstStyle>
          <a:p xmlns:a="http://schemas.openxmlformats.org/drawingml/2006/main">
            <a:pPr algn="r">
              <a:defRPr sz="900" b="0">
                <a:solidFill>
                  <a:srgbClr val="94A3B8"/>
                </a:solidFill>
                <a:latin typeface="Montserrat"/>
                <a:ea typeface="Montserrat"/>
                <a:cs typeface="Montserrat"/>
              </a:defRPr>
            </a:pPr>
            <a:r>
              <a:rPr sz="900" b="0">
                <a:solidFill>
                  <a:srgbClr val="94A3B8"/>
                </a:solidFill>
                <a:latin typeface="Montserrat"/>
                <a:ea typeface="Montserrat"/>
                <a:cs typeface="Montserrat"/>
              </a:rPr>
              <a:t>1:00–1:05</a:t>
            </a:r>
          </a:p>
        </p:txBody>
      </p:sp>
      <p:sp>
        <p:nvSpPr>
          <p:cNvPr id="81" name="">
            <a:extLst xmlns:a="http://schemas.openxmlformats.org/drawingml/2006/main">
              <a:ext uri="{FF2B5EF4-FFF2-40B4-BE49-F238E27FC236}">
                <a16:creationId xmlns:a16="http://schemas.microsoft.com/office/drawing/2014/main" id="{FA4EBC9A-57C2-46FD-86B4-5C09A4402A15}"/>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Git, GitHub, and Vercel</a:t>
            </a:r>
          </a:p>
        </p:txBody>
      </p:sp>
      <p:sp>
        <p:nvSpPr>
          <p:cNvPr id="82" name="">
            <a:extLst xmlns:a="http://schemas.openxmlformats.org/drawingml/2006/main">
              <a:ext uri="{FF2B5EF4-FFF2-40B4-BE49-F238E27FC236}">
                <a16:creationId xmlns:a16="http://schemas.microsoft.com/office/drawing/2014/main" id="{1D7B2666-7F1A-4831-8B9F-C47B13515986}"/>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THREE JOBS · ONE LIVE URL</a:t>
            </a:r>
          </a:p>
        </p:txBody>
      </p:sp>
      <p:pic>
        <p:nvPicPr>
          <p:cNvPr id="83" name="">
            <a:extLst xmlns:a="http://schemas.openxmlformats.org/drawingml/2006/main">
              <a:ext uri="{FF2B5EF4-FFF2-40B4-BE49-F238E27FC236}">
                <a16:creationId xmlns:a16="http://schemas.microsoft.com/office/drawing/2014/main" id="{2F40B047-2414-4A52-8039-1B49DCADBEF0}"/>
              </a:ext>
            </a:extLst>
          </p:cNvPr>
          <p:cNvPicPr>
            <a:picLocks xmlns:a="http://schemas.openxmlformats.org/drawingml/2006/main" noChangeAspect="1"/>
          </p:cNvPicPr>
          <p:nvPr/>
        </p:nvPicPr>
        <p:blipFill>
          <a:blip xmlns:r="http://schemas.openxmlformats.org/officeDocument/2006/relationships" xmlns:a="http://schemas.openxmlformats.org/drawingml/2006/main" r:embed="R2c1115e60c6f4e2d"/>
          <a:stretch xmlns:a="http://schemas.openxmlformats.org/drawingml/2006/main"/>
        </p:blipFill>
        <p:spPr>
          <a:xfrm xmlns:a="http://schemas.openxmlformats.org/drawingml/2006/main">
            <a:off x="1047750" y="2190750"/>
            <a:ext cx="781050" cy="781050"/>
          </a:xfrm>
          <a:prstGeom xmlns:a="http://schemas.openxmlformats.org/drawingml/2006/main" prst="rect">
            <a:avLst/>
          </a:prstGeom>
        </p:spPr>
      </p:pic>
      <p:sp>
        <p:nvSpPr>
          <p:cNvPr id="84" name="">
            <a:extLst xmlns:a="http://schemas.openxmlformats.org/drawingml/2006/main">
              <a:ext uri="{FF2B5EF4-FFF2-40B4-BE49-F238E27FC236}">
                <a16:creationId xmlns:a16="http://schemas.microsoft.com/office/drawing/2014/main" id="{BD49DDBA-D2CB-42A9-BC5D-A09226E14F64}"/>
              </a:ext>
            </a:extLst>
          </p:cNvPr>
          <p:cNvSpPr>
            <a:spLocks xmlns:a="http://schemas.openxmlformats.org/drawingml/2006/main" noGrp="1"/>
          </p:cNvSpPr>
          <p:nvPr/>
        </p:nvSpPr>
        <p:spPr>
          <a:xfrm xmlns:a="http://schemas.openxmlformats.org/drawingml/2006/main">
            <a:off x="876300" y="3143250"/>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0F172A"/>
                </a:solidFill>
                <a:latin typeface="Montserrat"/>
                <a:ea typeface="Montserrat"/>
                <a:cs typeface="Montserrat"/>
              </a:defRPr>
            </a:defPPr>
            <a:lvl1pPr algn="l">
              <a:defRPr sz="1650" b="1">
                <a:solidFill>
                  <a:srgbClr val="0F172A"/>
                </a:solidFill>
                <a:latin typeface="Montserrat"/>
                <a:ea typeface="Montserrat"/>
                <a:cs typeface="Montserrat"/>
              </a:defRPr>
            </a:lvl1pPr>
            <a:lvl2pPr algn="l">
              <a:defRPr sz="1650" b="1">
                <a:solidFill>
                  <a:srgbClr val="0F172A"/>
                </a:solidFill>
                <a:latin typeface="Montserrat"/>
                <a:ea typeface="Montserrat"/>
                <a:cs typeface="Montserrat"/>
              </a:defRPr>
            </a:lvl2pPr>
            <a:lvl3pPr algn="l">
              <a:defRPr sz="1650" b="1">
                <a:solidFill>
                  <a:srgbClr val="0F172A"/>
                </a:solidFill>
                <a:latin typeface="Montserrat"/>
                <a:ea typeface="Montserrat"/>
                <a:cs typeface="Montserrat"/>
              </a:defRPr>
            </a:lvl3pPr>
            <a:lvl4pPr algn="l">
              <a:defRPr sz="1650" b="1">
                <a:solidFill>
                  <a:srgbClr val="0F172A"/>
                </a:solidFill>
                <a:latin typeface="Montserrat"/>
                <a:ea typeface="Montserrat"/>
                <a:cs typeface="Montserrat"/>
              </a:defRPr>
            </a:lvl4pPr>
            <a:lvl5pPr algn="l">
              <a:defRPr sz="1650" b="1">
                <a:solidFill>
                  <a:srgbClr val="0F172A"/>
                </a:solidFill>
                <a:latin typeface="Montserrat"/>
                <a:ea typeface="Montserrat"/>
                <a:cs typeface="Montserrat"/>
              </a:defRPr>
            </a:lvl5pPr>
            <a:lvl6pPr algn="l">
              <a:defRPr sz="1650" b="1">
                <a:solidFill>
                  <a:srgbClr val="0F172A"/>
                </a:solidFill>
                <a:latin typeface="Montserrat"/>
                <a:ea typeface="Montserrat"/>
                <a:cs typeface="Montserrat"/>
              </a:defRPr>
            </a:lvl6pPr>
            <a:lvl7pPr algn="l">
              <a:defRPr sz="1650" b="1">
                <a:solidFill>
                  <a:srgbClr val="0F172A"/>
                </a:solidFill>
                <a:latin typeface="Montserrat"/>
                <a:ea typeface="Montserrat"/>
                <a:cs typeface="Montserrat"/>
              </a:defRPr>
            </a:lvl7pPr>
            <a:lvl8pPr algn="l">
              <a:defRPr sz="1650" b="1">
                <a:solidFill>
                  <a:srgbClr val="0F172A"/>
                </a:solidFill>
                <a:latin typeface="Montserrat"/>
                <a:ea typeface="Montserrat"/>
                <a:cs typeface="Montserrat"/>
              </a:defRPr>
            </a:lvl8pPr>
            <a:lvl9pPr algn="l">
              <a:defRPr sz="1650" b="1">
                <a:solidFill>
                  <a:srgbClr val="0F172A"/>
                </a:solidFill>
                <a:latin typeface="Montserrat"/>
                <a:ea typeface="Montserrat"/>
                <a:cs typeface="Montserrat"/>
              </a:defRPr>
            </a:lvl9pPr>
          </a:lstStyle>
          <a:p xmlns:a="http://schemas.openxmlformats.org/drawingml/2006/main">
            <a:pPr algn="l">
              <a:defRPr sz="1650" b="1">
                <a:solidFill>
                  <a:srgbClr val="0F172A"/>
                </a:solidFill>
                <a:latin typeface="Montserrat"/>
                <a:ea typeface="Montserrat"/>
                <a:cs typeface="Montserrat"/>
              </a:defRPr>
            </a:pPr>
            <a:r>
              <a:rPr sz="1650" b="1">
                <a:solidFill>
                  <a:srgbClr val="0F172A"/>
                </a:solidFill>
                <a:latin typeface="Montserrat"/>
                <a:ea typeface="Montserrat"/>
                <a:cs typeface="Montserrat"/>
              </a:rPr>
              <a:t>Git</a:t>
            </a:r>
          </a:p>
        </p:txBody>
      </p:sp>
      <p:sp>
        <p:nvSpPr>
          <p:cNvPr id="85" name="">
            <a:extLst xmlns:a="http://schemas.openxmlformats.org/drawingml/2006/main">
              <a:ext uri="{FF2B5EF4-FFF2-40B4-BE49-F238E27FC236}">
                <a16:creationId xmlns:a16="http://schemas.microsoft.com/office/drawing/2014/main" id="{B0E769F3-8443-4E09-9FC2-D66EFE78B68E}"/>
              </a:ext>
            </a:extLst>
          </p:cNvPr>
          <p:cNvSpPr>
            <a:spLocks xmlns:a="http://schemas.openxmlformats.org/drawingml/2006/main" noGrp="1"/>
          </p:cNvSpPr>
          <p:nvPr/>
        </p:nvSpPr>
        <p:spPr>
          <a:xfrm xmlns:a="http://schemas.openxmlformats.org/drawingml/2006/main">
            <a:off x="876300" y="3600450"/>
            <a:ext cx="2667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0">
                <a:solidFill>
                  <a:srgbClr val="475569"/>
                </a:solidFill>
                <a:latin typeface="Montserrat"/>
                <a:ea typeface="Montserrat"/>
                <a:cs typeface="Montserrat"/>
              </a:defRPr>
            </a:defPPr>
            <a:lvl1pPr algn="l">
              <a:defRPr sz="1275" b="0">
                <a:solidFill>
                  <a:srgbClr val="475569"/>
                </a:solidFill>
                <a:latin typeface="Montserrat"/>
                <a:ea typeface="Montserrat"/>
                <a:cs typeface="Montserrat"/>
              </a:defRPr>
            </a:lvl1pPr>
            <a:lvl2pPr algn="l">
              <a:defRPr sz="1275" b="0">
                <a:solidFill>
                  <a:srgbClr val="475569"/>
                </a:solidFill>
                <a:latin typeface="Montserrat"/>
                <a:ea typeface="Montserrat"/>
                <a:cs typeface="Montserrat"/>
              </a:defRPr>
            </a:lvl2pPr>
            <a:lvl3pPr algn="l">
              <a:defRPr sz="1275" b="0">
                <a:solidFill>
                  <a:srgbClr val="475569"/>
                </a:solidFill>
                <a:latin typeface="Montserrat"/>
                <a:ea typeface="Montserrat"/>
                <a:cs typeface="Montserrat"/>
              </a:defRPr>
            </a:lvl3pPr>
            <a:lvl4pPr algn="l">
              <a:defRPr sz="1275" b="0">
                <a:solidFill>
                  <a:srgbClr val="475569"/>
                </a:solidFill>
                <a:latin typeface="Montserrat"/>
                <a:ea typeface="Montserrat"/>
                <a:cs typeface="Montserrat"/>
              </a:defRPr>
            </a:lvl4pPr>
            <a:lvl5pPr algn="l">
              <a:defRPr sz="1275" b="0">
                <a:solidFill>
                  <a:srgbClr val="475569"/>
                </a:solidFill>
                <a:latin typeface="Montserrat"/>
                <a:ea typeface="Montserrat"/>
                <a:cs typeface="Montserrat"/>
              </a:defRPr>
            </a:lvl5pPr>
            <a:lvl6pPr algn="l">
              <a:defRPr sz="1275" b="0">
                <a:solidFill>
                  <a:srgbClr val="475569"/>
                </a:solidFill>
                <a:latin typeface="Montserrat"/>
                <a:ea typeface="Montserrat"/>
                <a:cs typeface="Montserrat"/>
              </a:defRPr>
            </a:lvl6pPr>
            <a:lvl7pPr algn="l">
              <a:defRPr sz="1275" b="0">
                <a:solidFill>
                  <a:srgbClr val="475569"/>
                </a:solidFill>
                <a:latin typeface="Montserrat"/>
                <a:ea typeface="Montserrat"/>
                <a:cs typeface="Montserrat"/>
              </a:defRPr>
            </a:lvl7pPr>
            <a:lvl8pPr algn="l">
              <a:defRPr sz="1275" b="0">
                <a:solidFill>
                  <a:srgbClr val="475569"/>
                </a:solidFill>
                <a:latin typeface="Montserrat"/>
                <a:ea typeface="Montserrat"/>
                <a:cs typeface="Montserrat"/>
              </a:defRPr>
            </a:lvl8pPr>
            <a:lvl9pPr algn="l">
              <a:defRPr sz="1275" b="0">
                <a:solidFill>
                  <a:srgbClr val="475569"/>
                </a:solidFill>
                <a:latin typeface="Montserrat"/>
                <a:ea typeface="Montserrat"/>
                <a:cs typeface="Montserrat"/>
              </a:defRPr>
            </a:lvl9pPr>
          </a:lstStyle>
          <a:p xmlns:a="http://schemas.openxmlformats.org/drawingml/2006/main">
            <a:pPr algn="l">
              <a:defRPr sz="1275" b="0">
                <a:solidFill>
                  <a:srgbClr val="475569"/>
                </a:solidFill>
                <a:latin typeface="Montserrat"/>
                <a:ea typeface="Montserrat"/>
                <a:cs typeface="Montserrat"/>
              </a:defRPr>
            </a:pPr>
            <a:r>
              <a:rPr sz="1275" b="0">
                <a:solidFill>
                  <a:srgbClr val="475569"/>
                </a:solidFill>
                <a:latin typeface="Montserrat"/>
                <a:ea typeface="Montserrat"/>
                <a:cs typeface="Montserrat"/>
              </a:rPr>
              <a:t>Remembers every deliberate saved version inside the project.</a:t>
            </a:r>
          </a:p>
        </p:txBody>
      </p:sp>
      <p:sp>
        <p:nvSpPr>
          <p:cNvPr id="86" name="">
            <a:extLst xmlns:a="http://schemas.openxmlformats.org/drawingml/2006/main">
              <a:ext uri="{FF2B5EF4-FFF2-40B4-BE49-F238E27FC236}">
                <a16:creationId xmlns:a16="http://schemas.microsoft.com/office/drawing/2014/main" id="{E068ED44-7738-4607-AC9C-560A45DAE8C9}"/>
              </a:ext>
            </a:extLst>
          </p:cNvPr>
          <p:cNvSpPr>
            <a:spLocks xmlns:a="http://schemas.openxmlformats.org/drawingml/2006/main" noGrp="1"/>
          </p:cNvSpPr>
          <p:nvPr/>
        </p:nvSpPr>
        <p:spPr>
          <a:xfrm xmlns:a="http://schemas.openxmlformats.org/drawingml/2006/main">
            <a:off x="3771900" y="2247900"/>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pic>
        <p:nvPicPr>
          <p:cNvPr id="87" name="">
            <a:extLst xmlns:a="http://schemas.openxmlformats.org/drawingml/2006/main">
              <a:ext uri="{FF2B5EF4-FFF2-40B4-BE49-F238E27FC236}">
                <a16:creationId xmlns:a16="http://schemas.microsoft.com/office/drawing/2014/main" id="{EB58152E-AD17-4BA5-9016-FE0845F59971}"/>
              </a:ext>
            </a:extLst>
          </p:cNvPr>
          <p:cNvPicPr>
            <a:picLocks xmlns:a="http://schemas.openxmlformats.org/drawingml/2006/main" noChangeAspect="1"/>
          </p:cNvPicPr>
          <p:nvPr/>
        </p:nvPicPr>
        <p:blipFill>
          <a:blip xmlns:r="http://schemas.openxmlformats.org/officeDocument/2006/relationships" xmlns:a="http://schemas.openxmlformats.org/drawingml/2006/main" r:embed="Re7fcb1bdc579498d"/>
          <a:stretch xmlns:a="http://schemas.openxmlformats.org/drawingml/2006/main"/>
        </p:blipFill>
        <p:spPr>
          <a:xfrm xmlns:a="http://schemas.openxmlformats.org/drawingml/2006/main">
            <a:off x="4411464" y="2190750"/>
            <a:ext cx="797322" cy="781050"/>
          </a:xfrm>
          <a:prstGeom xmlns:a="http://schemas.openxmlformats.org/drawingml/2006/main" prst="rect">
            <a:avLst/>
          </a:prstGeom>
        </p:spPr>
      </p:pic>
      <p:sp>
        <p:nvSpPr>
          <p:cNvPr id="88" name="">
            <a:extLst xmlns:a="http://schemas.openxmlformats.org/drawingml/2006/main">
              <a:ext uri="{FF2B5EF4-FFF2-40B4-BE49-F238E27FC236}">
                <a16:creationId xmlns:a16="http://schemas.microsoft.com/office/drawing/2014/main" id="{709B7866-8D42-4C02-901E-4C6CE133C139}"/>
              </a:ext>
            </a:extLst>
          </p:cNvPr>
          <p:cNvSpPr>
            <a:spLocks xmlns:a="http://schemas.openxmlformats.org/drawingml/2006/main" noGrp="1"/>
          </p:cNvSpPr>
          <p:nvPr/>
        </p:nvSpPr>
        <p:spPr>
          <a:xfrm xmlns:a="http://schemas.openxmlformats.org/drawingml/2006/main">
            <a:off x="4248150" y="3143250"/>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0F172A"/>
                </a:solidFill>
                <a:latin typeface="Montserrat"/>
                <a:ea typeface="Montserrat"/>
                <a:cs typeface="Montserrat"/>
              </a:defRPr>
            </a:defPPr>
            <a:lvl1pPr algn="l">
              <a:defRPr sz="1650" b="1">
                <a:solidFill>
                  <a:srgbClr val="0F172A"/>
                </a:solidFill>
                <a:latin typeface="Montserrat"/>
                <a:ea typeface="Montserrat"/>
                <a:cs typeface="Montserrat"/>
              </a:defRPr>
            </a:lvl1pPr>
            <a:lvl2pPr algn="l">
              <a:defRPr sz="1650" b="1">
                <a:solidFill>
                  <a:srgbClr val="0F172A"/>
                </a:solidFill>
                <a:latin typeface="Montserrat"/>
                <a:ea typeface="Montserrat"/>
                <a:cs typeface="Montserrat"/>
              </a:defRPr>
            </a:lvl2pPr>
            <a:lvl3pPr algn="l">
              <a:defRPr sz="1650" b="1">
                <a:solidFill>
                  <a:srgbClr val="0F172A"/>
                </a:solidFill>
                <a:latin typeface="Montserrat"/>
                <a:ea typeface="Montserrat"/>
                <a:cs typeface="Montserrat"/>
              </a:defRPr>
            </a:lvl3pPr>
            <a:lvl4pPr algn="l">
              <a:defRPr sz="1650" b="1">
                <a:solidFill>
                  <a:srgbClr val="0F172A"/>
                </a:solidFill>
                <a:latin typeface="Montserrat"/>
                <a:ea typeface="Montserrat"/>
                <a:cs typeface="Montserrat"/>
              </a:defRPr>
            </a:lvl4pPr>
            <a:lvl5pPr algn="l">
              <a:defRPr sz="1650" b="1">
                <a:solidFill>
                  <a:srgbClr val="0F172A"/>
                </a:solidFill>
                <a:latin typeface="Montserrat"/>
                <a:ea typeface="Montserrat"/>
                <a:cs typeface="Montserrat"/>
              </a:defRPr>
            </a:lvl5pPr>
            <a:lvl6pPr algn="l">
              <a:defRPr sz="1650" b="1">
                <a:solidFill>
                  <a:srgbClr val="0F172A"/>
                </a:solidFill>
                <a:latin typeface="Montserrat"/>
                <a:ea typeface="Montserrat"/>
                <a:cs typeface="Montserrat"/>
              </a:defRPr>
            </a:lvl6pPr>
            <a:lvl7pPr algn="l">
              <a:defRPr sz="1650" b="1">
                <a:solidFill>
                  <a:srgbClr val="0F172A"/>
                </a:solidFill>
                <a:latin typeface="Montserrat"/>
                <a:ea typeface="Montserrat"/>
                <a:cs typeface="Montserrat"/>
              </a:defRPr>
            </a:lvl7pPr>
            <a:lvl8pPr algn="l">
              <a:defRPr sz="1650" b="1">
                <a:solidFill>
                  <a:srgbClr val="0F172A"/>
                </a:solidFill>
                <a:latin typeface="Montserrat"/>
                <a:ea typeface="Montserrat"/>
                <a:cs typeface="Montserrat"/>
              </a:defRPr>
            </a:lvl8pPr>
            <a:lvl9pPr algn="l">
              <a:defRPr sz="1650" b="1">
                <a:solidFill>
                  <a:srgbClr val="0F172A"/>
                </a:solidFill>
                <a:latin typeface="Montserrat"/>
                <a:ea typeface="Montserrat"/>
                <a:cs typeface="Montserrat"/>
              </a:defRPr>
            </a:lvl9pPr>
          </a:lstStyle>
          <a:p xmlns:a="http://schemas.openxmlformats.org/drawingml/2006/main">
            <a:pPr algn="l">
              <a:defRPr sz="1650" b="1">
                <a:solidFill>
                  <a:srgbClr val="0F172A"/>
                </a:solidFill>
                <a:latin typeface="Montserrat"/>
                <a:ea typeface="Montserrat"/>
                <a:cs typeface="Montserrat"/>
              </a:defRPr>
            </a:pPr>
            <a:r>
              <a:rPr sz="1650" b="1">
                <a:solidFill>
                  <a:srgbClr val="0F172A"/>
                </a:solidFill>
                <a:latin typeface="Montserrat"/>
                <a:ea typeface="Montserrat"/>
                <a:cs typeface="Montserrat"/>
              </a:rPr>
              <a:t>GitHub</a:t>
            </a:r>
          </a:p>
        </p:txBody>
      </p:sp>
      <p:sp>
        <p:nvSpPr>
          <p:cNvPr id="89" name="">
            <a:extLst xmlns:a="http://schemas.openxmlformats.org/drawingml/2006/main">
              <a:ext uri="{FF2B5EF4-FFF2-40B4-BE49-F238E27FC236}">
                <a16:creationId xmlns:a16="http://schemas.microsoft.com/office/drawing/2014/main" id="{31DBA238-F88C-492A-82D3-A8E157AA0481}"/>
              </a:ext>
            </a:extLst>
          </p:cNvPr>
          <p:cNvSpPr>
            <a:spLocks xmlns:a="http://schemas.openxmlformats.org/drawingml/2006/main" noGrp="1"/>
          </p:cNvSpPr>
          <p:nvPr/>
        </p:nvSpPr>
        <p:spPr>
          <a:xfrm xmlns:a="http://schemas.openxmlformats.org/drawingml/2006/main">
            <a:off x="4248150" y="3600450"/>
            <a:ext cx="2667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0">
                <a:solidFill>
                  <a:srgbClr val="475569"/>
                </a:solidFill>
                <a:latin typeface="Montserrat"/>
                <a:ea typeface="Montserrat"/>
                <a:cs typeface="Montserrat"/>
              </a:defRPr>
            </a:defPPr>
            <a:lvl1pPr algn="l">
              <a:defRPr sz="1275" b="0">
                <a:solidFill>
                  <a:srgbClr val="475569"/>
                </a:solidFill>
                <a:latin typeface="Montserrat"/>
                <a:ea typeface="Montserrat"/>
                <a:cs typeface="Montserrat"/>
              </a:defRPr>
            </a:lvl1pPr>
            <a:lvl2pPr algn="l">
              <a:defRPr sz="1275" b="0">
                <a:solidFill>
                  <a:srgbClr val="475569"/>
                </a:solidFill>
                <a:latin typeface="Montserrat"/>
                <a:ea typeface="Montserrat"/>
                <a:cs typeface="Montserrat"/>
              </a:defRPr>
            </a:lvl2pPr>
            <a:lvl3pPr algn="l">
              <a:defRPr sz="1275" b="0">
                <a:solidFill>
                  <a:srgbClr val="475569"/>
                </a:solidFill>
                <a:latin typeface="Montserrat"/>
                <a:ea typeface="Montserrat"/>
                <a:cs typeface="Montserrat"/>
              </a:defRPr>
            </a:lvl3pPr>
            <a:lvl4pPr algn="l">
              <a:defRPr sz="1275" b="0">
                <a:solidFill>
                  <a:srgbClr val="475569"/>
                </a:solidFill>
                <a:latin typeface="Montserrat"/>
                <a:ea typeface="Montserrat"/>
                <a:cs typeface="Montserrat"/>
              </a:defRPr>
            </a:lvl4pPr>
            <a:lvl5pPr algn="l">
              <a:defRPr sz="1275" b="0">
                <a:solidFill>
                  <a:srgbClr val="475569"/>
                </a:solidFill>
                <a:latin typeface="Montserrat"/>
                <a:ea typeface="Montserrat"/>
                <a:cs typeface="Montserrat"/>
              </a:defRPr>
            </a:lvl5pPr>
            <a:lvl6pPr algn="l">
              <a:defRPr sz="1275" b="0">
                <a:solidFill>
                  <a:srgbClr val="475569"/>
                </a:solidFill>
                <a:latin typeface="Montserrat"/>
                <a:ea typeface="Montserrat"/>
                <a:cs typeface="Montserrat"/>
              </a:defRPr>
            </a:lvl6pPr>
            <a:lvl7pPr algn="l">
              <a:defRPr sz="1275" b="0">
                <a:solidFill>
                  <a:srgbClr val="475569"/>
                </a:solidFill>
                <a:latin typeface="Montserrat"/>
                <a:ea typeface="Montserrat"/>
                <a:cs typeface="Montserrat"/>
              </a:defRPr>
            </a:lvl7pPr>
            <a:lvl8pPr algn="l">
              <a:defRPr sz="1275" b="0">
                <a:solidFill>
                  <a:srgbClr val="475569"/>
                </a:solidFill>
                <a:latin typeface="Montserrat"/>
                <a:ea typeface="Montserrat"/>
                <a:cs typeface="Montserrat"/>
              </a:defRPr>
            </a:lvl8pPr>
            <a:lvl9pPr algn="l">
              <a:defRPr sz="1275" b="0">
                <a:solidFill>
                  <a:srgbClr val="475569"/>
                </a:solidFill>
                <a:latin typeface="Montserrat"/>
                <a:ea typeface="Montserrat"/>
                <a:cs typeface="Montserrat"/>
              </a:defRPr>
            </a:lvl9pPr>
          </a:lstStyle>
          <a:p xmlns:a="http://schemas.openxmlformats.org/drawingml/2006/main">
            <a:pPr algn="l">
              <a:defRPr sz="1275" b="0">
                <a:solidFill>
                  <a:srgbClr val="475569"/>
                </a:solidFill>
                <a:latin typeface="Montserrat"/>
                <a:ea typeface="Montserrat"/>
                <a:cs typeface="Montserrat"/>
              </a:defRPr>
            </a:pPr>
            <a:r>
              <a:rPr sz="1275" b="0">
                <a:solidFill>
                  <a:srgbClr val="475569"/>
                </a:solidFill>
                <a:latin typeface="Montserrat"/>
                <a:ea typeface="Montserrat"/>
                <a:cs typeface="Montserrat"/>
              </a:rPr>
              <a:t>Keeps the files and their history online under your account.</a:t>
            </a:r>
          </a:p>
        </p:txBody>
      </p:sp>
      <p:sp>
        <p:nvSpPr>
          <p:cNvPr id="90" name="">
            <a:extLst xmlns:a="http://schemas.openxmlformats.org/drawingml/2006/main">
              <a:ext uri="{FF2B5EF4-FFF2-40B4-BE49-F238E27FC236}">
                <a16:creationId xmlns:a16="http://schemas.microsoft.com/office/drawing/2014/main" id="{BDF788D4-8DCB-43BA-B6BB-6219DC7AEC29}"/>
              </a:ext>
            </a:extLst>
          </p:cNvPr>
          <p:cNvSpPr>
            <a:spLocks xmlns:a="http://schemas.openxmlformats.org/drawingml/2006/main" noGrp="1"/>
          </p:cNvSpPr>
          <p:nvPr/>
        </p:nvSpPr>
        <p:spPr>
          <a:xfrm xmlns:a="http://schemas.openxmlformats.org/drawingml/2006/main">
            <a:off x="7143750" y="2247900"/>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pic>
        <p:nvPicPr>
          <p:cNvPr id="91" name="">
            <a:extLst xmlns:a="http://schemas.openxmlformats.org/drawingml/2006/main">
              <a:ext uri="{FF2B5EF4-FFF2-40B4-BE49-F238E27FC236}">
                <a16:creationId xmlns:a16="http://schemas.microsoft.com/office/drawing/2014/main" id="{B1A1471B-35CB-4678-B98B-B44973B9050A}"/>
              </a:ext>
            </a:extLst>
          </p:cNvPr>
          <p:cNvPicPr>
            <a:picLocks xmlns:a="http://schemas.openxmlformats.org/drawingml/2006/main" noChangeAspect="1"/>
          </p:cNvPicPr>
          <p:nvPr/>
        </p:nvPicPr>
        <p:blipFill>
          <a:blip xmlns:r="http://schemas.openxmlformats.org/officeDocument/2006/relationships" xmlns:a="http://schemas.openxmlformats.org/drawingml/2006/main" r:embed="R6a3310d8ba8d4ff1"/>
          <a:stretch xmlns:a="http://schemas.openxmlformats.org/drawingml/2006/main"/>
        </p:blipFill>
        <p:spPr>
          <a:xfrm xmlns:a="http://schemas.openxmlformats.org/drawingml/2006/main">
            <a:off x="7730919" y="2190750"/>
            <a:ext cx="902113" cy="781050"/>
          </a:xfrm>
          <a:prstGeom xmlns:a="http://schemas.openxmlformats.org/drawingml/2006/main" prst="rect">
            <a:avLst/>
          </a:prstGeom>
        </p:spPr>
      </p:pic>
      <p:sp>
        <p:nvSpPr>
          <p:cNvPr id="92" name="">
            <a:extLst xmlns:a="http://schemas.openxmlformats.org/drawingml/2006/main">
              <a:ext uri="{FF2B5EF4-FFF2-40B4-BE49-F238E27FC236}">
                <a16:creationId xmlns:a16="http://schemas.microsoft.com/office/drawing/2014/main" id="{CF91AAC3-2D3C-4225-813B-AE1A415E43C2}"/>
              </a:ext>
            </a:extLst>
          </p:cNvPr>
          <p:cNvSpPr>
            <a:spLocks xmlns:a="http://schemas.openxmlformats.org/drawingml/2006/main" noGrp="1"/>
          </p:cNvSpPr>
          <p:nvPr/>
        </p:nvSpPr>
        <p:spPr>
          <a:xfrm xmlns:a="http://schemas.openxmlformats.org/drawingml/2006/main">
            <a:off x="7620000" y="3143250"/>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0F172A"/>
                </a:solidFill>
                <a:latin typeface="Montserrat"/>
                <a:ea typeface="Montserrat"/>
                <a:cs typeface="Montserrat"/>
              </a:defRPr>
            </a:defPPr>
            <a:lvl1pPr algn="l">
              <a:defRPr sz="1650" b="1">
                <a:solidFill>
                  <a:srgbClr val="0F172A"/>
                </a:solidFill>
                <a:latin typeface="Montserrat"/>
                <a:ea typeface="Montserrat"/>
                <a:cs typeface="Montserrat"/>
              </a:defRPr>
            </a:lvl1pPr>
            <a:lvl2pPr algn="l">
              <a:defRPr sz="1650" b="1">
                <a:solidFill>
                  <a:srgbClr val="0F172A"/>
                </a:solidFill>
                <a:latin typeface="Montserrat"/>
                <a:ea typeface="Montserrat"/>
                <a:cs typeface="Montserrat"/>
              </a:defRPr>
            </a:lvl2pPr>
            <a:lvl3pPr algn="l">
              <a:defRPr sz="1650" b="1">
                <a:solidFill>
                  <a:srgbClr val="0F172A"/>
                </a:solidFill>
                <a:latin typeface="Montserrat"/>
                <a:ea typeface="Montserrat"/>
                <a:cs typeface="Montserrat"/>
              </a:defRPr>
            </a:lvl3pPr>
            <a:lvl4pPr algn="l">
              <a:defRPr sz="1650" b="1">
                <a:solidFill>
                  <a:srgbClr val="0F172A"/>
                </a:solidFill>
                <a:latin typeface="Montserrat"/>
                <a:ea typeface="Montserrat"/>
                <a:cs typeface="Montserrat"/>
              </a:defRPr>
            </a:lvl4pPr>
            <a:lvl5pPr algn="l">
              <a:defRPr sz="1650" b="1">
                <a:solidFill>
                  <a:srgbClr val="0F172A"/>
                </a:solidFill>
                <a:latin typeface="Montserrat"/>
                <a:ea typeface="Montserrat"/>
                <a:cs typeface="Montserrat"/>
              </a:defRPr>
            </a:lvl5pPr>
            <a:lvl6pPr algn="l">
              <a:defRPr sz="1650" b="1">
                <a:solidFill>
                  <a:srgbClr val="0F172A"/>
                </a:solidFill>
                <a:latin typeface="Montserrat"/>
                <a:ea typeface="Montserrat"/>
                <a:cs typeface="Montserrat"/>
              </a:defRPr>
            </a:lvl6pPr>
            <a:lvl7pPr algn="l">
              <a:defRPr sz="1650" b="1">
                <a:solidFill>
                  <a:srgbClr val="0F172A"/>
                </a:solidFill>
                <a:latin typeface="Montserrat"/>
                <a:ea typeface="Montserrat"/>
                <a:cs typeface="Montserrat"/>
              </a:defRPr>
            </a:lvl7pPr>
            <a:lvl8pPr algn="l">
              <a:defRPr sz="1650" b="1">
                <a:solidFill>
                  <a:srgbClr val="0F172A"/>
                </a:solidFill>
                <a:latin typeface="Montserrat"/>
                <a:ea typeface="Montserrat"/>
                <a:cs typeface="Montserrat"/>
              </a:defRPr>
            </a:lvl8pPr>
            <a:lvl9pPr algn="l">
              <a:defRPr sz="1650" b="1">
                <a:solidFill>
                  <a:srgbClr val="0F172A"/>
                </a:solidFill>
                <a:latin typeface="Montserrat"/>
                <a:ea typeface="Montserrat"/>
                <a:cs typeface="Montserrat"/>
              </a:defRPr>
            </a:lvl9pPr>
          </a:lstStyle>
          <a:p xmlns:a="http://schemas.openxmlformats.org/drawingml/2006/main">
            <a:pPr algn="l">
              <a:defRPr sz="1650" b="1">
                <a:solidFill>
                  <a:srgbClr val="0F172A"/>
                </a:solidFill>
                <a:latin typeface="Montserrat"/>
                <a:ea typeface="Montserrat"/>
                <a:cs typeface="Montserrat"/>
              </a:defRPr>
            </a:pPr>
            <a:r>
              <a:rPr sz="1650" b="1">
                <a:solidFill>
                  <a:srgbClr val="0F172A"/>
                </a:solidFill>
                <a:latin typeface="Montserrat"/>
                <a:ea typeface="Montserrat"/>
                <a:cs typeface="Montserrat"/>
              </a:rPr>
              <a:t>Vercel</a:t>
            </a:r>
          </a:p>
        </p:txBody>
      </p:sp>
      <p:sp>
        <p:nvSpPr>
          <p:cNvPr id="93" name="">
            <a:extLst xmlns:a="http://schemas.openxmlformats.org/drawingml/2006/main">
              <a:ext uri="{FF2B5EF4-FFF2-40B4-BE49-F238E27FC236}">
                <a16:creationId xmlns:a16="http://schemas.microsoft.com/office/drawing/2014/main" id="{4A55E8C2-4047-424B-A65C-C9F03965F65E}"/>
              </a:ext>
            </a:extLst>
          </p:cNvPr>
          <p:cNvSpPr>
            <a:spLocks xmlns:a="http://schemas.openxmlformats.org/drawingml/2006/main" noGrp="1"/>
          </p:cNvSpPr>
          <p:nvPr/>
        </p:nvSpPr>
        <p:spPr>
          <a:xfrm xmlns:a="http://schemas.openxmlformats.org/drawingml/2006/main">
            <a:off x="7620000" y="3600450"/>
            <a:ext cx="2667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0">
                <a:solidFill>
                  <a:srgbClr val="475569"/>
                </a:solidFill>
                <a:latin typeface="Montserrat"/>
                <a:ea typeface="Montserrat"/>
                <a:cs typeface="Montserrat"/>
              </a:defRPr>
            </a:defPPr>
            <a:lvl1pPr algn="l">
              <a:defRPr sz="1275" b="0">
                <a:solidFill>
                  <a:srgbClr val="475569"/>
                </a:solidFill>
                <a:latin typeface="Montserrat"/>
                <a:ea typeface="Montserrat"/>
                <a:cs typeface="Montserrat"/>
              </a:defRPr>
            </a:lvl1pPr>
            <a:lvl2pPr algn="l">
              <a:defRPr sz="1275" b="0">
                <a:solidFill>
                  <a:srgbClr val="475569"/>
                </a:solidFill>
                <a:latin typeface="Montserrat"/>
                <a:ea typeface="Montserrat"/>
                <a:cs typeface="Montserrat"/>
              </a:defRPr>
            </a:lvl2pPr>
            <a:lvl3pPr algn="l">
              <a:defRPr sz="1275" b="0">
                <a:solidFill>
                  <a:srgbClr val="475569"/>
                </a:solidFill>
                <a:latin typeface="Montserrat"/>
                <a:ea typeface="Montserrat"/>
                <a:cs typeface="Montserrat"/>
              </a:defRPr>
            </a:lvl3pPr>
            <a:lvl4pPr algn="l">
              <a:defRPr sz="1275" b="0">
                <a:solidFill>
                  <a:srgbClr val="475569"/>
                </a:solidFill>
                <a:latin typeface="Montserrat"/>
                <a:ea typeface="Montserrat"/>
                <a:cs typeface="Montserrat"/>
              </a:defRPr>
            </a:lvl4pPr>
            <a:lvl5pPr algn="l">
              <a:defRPr sz="1275" b="0">
                <a:solidFill>
                  <a:srgbClr val="475569"/>
                </a:solidFill>
                <a:latin typeface="Montserrat"/>
                <a:ea typeface="Montserrat"/>
                <a:cs typeface="Montserrat"/>
              </a:defRPr>
            </a:lvl5pPr>
            <a:lvl6pPr algn="l">
              <a:defRPr sz="1275" b="0">
                <a:solidFill>
                  <a:srgbClr val="475569"/>
                </a:solidFill>
                <a:latin typeface="Montserrat"/>
                <a:ea typeface="Montserrat"/>
                <a:cs typeface="Montserrat"/>
              </a:defRPr>
            </a:lvl6pPr>
            <a:lvl7pPr algn="l">
              <a:defRPr sz="1275" b="0">
                <a:solidFill>
                  <a:srgbClr val="475569"/>
                </a:solidFill>
                <a:latin typeface="Montserrat"/>
                <a:ea typeface="Montserrat"/>
                <a:cs typeface="Montserrat"/>
              </a:defRPr>
            </a:lvl7pPr>
            <a:lvl8pPr algn="l">
              <a:defRPr sz="1275" b="0">
                <a:solidFill>
                  <a:srgbClr val="475569"/>
                </a:solidFill>
                <a:latin typeface="Montserrat"/>
                <a:ea typeface="Montserrat"/>
                <a:cs typeface="Montserrat"/>
              </a:defRPr>
            </a:lvl8pPr>
            <a:lvl9pPr algn="l">
              <a:defRPr sz="1275" b="0">
                <a:solidFill>
                  <a:srgbClr val="475569"/>
                </a:solidFill>
                <a:latin typeface="Montserrat"/>
                <a:ea typeface="Montserrat"/>
                <a:cs typeface="Montserrat"/>
              </a:defRPr>
            </a:lvl9pPr>
          </a:lstStyle>
          <a:p xmlns:a="http://schemas.openxmlformats.org/drawingml/2006/main">
            <a:pPr algn="l">
              <a:defRPr sz="1275" b="0">
                <a:solidFill>
                  <a:srgbClr val="475569"/>
                </a:solidFill>
                <a:latin typeface="Montserrat"/>
                <a:ea typeface="Montserrat"/>
                <a:cs typeface="Montserrat"/>
              </a:defRPr>
            </a:pPr>
            <a:r>
              <a:rPr sz="1275" b="0">
                <a:solidFill>
                  <a:srgbClr val="475569"/>
                </a:solidFill>
                <a:latin typeface="Montserrat"/>
                <a:ea typeface="Montserrat"/>
                <a:cs typeface="Montserrat"/>
              </a:rPr>
              <a:t>Reads the GitHub project and publishes a web address.</a:t>
            </a:r>
          </a:p>
        </p:txBody>
      </p:sp>
      <p:sp>
        <p:nvSpPr>
          <p:cNvPr id="94" name="">
            <a:extLst xmlns:a="http://schemas.openxmlformats.org/drawingml/2006/main">
              <a:ext uri="{FF2B5EF4-FFF2-40B4-BE49-F238E27FC236}">
                <a16:creationId xmlns:a16="http://schemas.microsoft.com/office/drawing/2014/main" id="{104E0213-993C-49E0-9B64-CE0B11BB34E4}"/>
              </a:ext>
            </a:extLst>
          </p:cNvPr>
          <p:cNvSpPr>
            <a:spLocks xmlns:a="http://schemas.openxmlformats.org/drawingml/2006/main" noGrp="1"/>
          </p:cNvSpPr>
          <p:nvPr/>
        </p:nvSpPr>
        <p:spPr>
          <a:xfrm xmlns:a="http://schemas.openxmlformats.org/drawingml/2006/main">
            <a:off x="647700" y="470535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95" name="">
            <a:extLst xmlns:a="http://schemas.openxmlformats.org/drawingml/2006/main">
              <a:ext uri="{FF2B5EF4-FFF2-40B4-BE49-F238E27FC236}">
                <a16:creationId xmlns:a16="http://schemas.microsoft.com/office/drawing/2014/main" id="{71A62EE9-573A-48CF-B7E8-54990707CAF3}"/>
              </a:ext>
            </a:extLst>
          </p:cNvPr>
          <p:cNvSpPr>
            <a:spLocks xmlns:a="http://schemas.openxmlformats.org/drawingml/2006/main" noGrp="1"/>
          </p:cNvSpPr>
          <p:nvPr/>
        </p:nvSpPr>
        <p:spPr>
          <a:xfrm xmlns:a="http://schemas.openxmlformats.org/drawingml/2006/main">
            <a:off x="742950" y="49530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The agent changes files. Git remembers. GitHub holds the project. Vercel publishes it.</a:t>
            </a:r>
          </a:p>
        </p:txBody>
      </p:sp>
      <p:sp>
        <p:nvSpPr>
          <p:cNvPr id="96" name="">
            <a:extLst xmlns:a="http://schemas.openxmlformats.org/drawingml/2006/main">
              <a:ext uri="{FF2B5EF4-FFF2-40B4-BE49-F238E27FC236}">
                <a16:creationId xmlns:a16="http://schemas.microsoft.com/office/drawing/2014/main" id="{BE8ABCE5-E8C5-46FF-92F4-FC8CEF5E36C4}"/>
              </a:ext>
            </a:extLst>
          </p:cNvPr>
          <p:cNvSpPr>
            <a:spLocks xmlns:a="http://schemas.openxmlformats.org/drawingml/2006/main" noGrp="1"/>
          </p:cNvSpPr>
          <p:nvPr/>
        </p:nvSpPr>
        <p:spPr>
          <a:xfrm xmlns:a="http://schemas.openxmlformats.org/drawingml/2006/main">
            <a:off x="3667125" y="6381750"/>
            <a:ext cx="4857750" cy="0"/>
          </a:xfrm>
          <a:prstGeom xmlns:a="http://schemas.openxmlformats.org/drawingml/2006/main" prst="line">
            <a:avLst/>
          </a:prstGeom>
          <a:noFill xmlns:a="http://schemas.openxmlformats.org/drawingml/2006/main"/>
          <a:ln xmlns:a="http://schemas.openxmlformats.org/drawingml/2006/main" w="5715">
            <a:solidFill>
              <a:srgbClr val="D8E2EF"/>
            </a:solidFill>
            <a:prstDash val="solid"/>
          </a:ln>
        </p:spPr>
      </p:sp>
      <p:sp>
        <p:nvSpPr>
          <p:cNvPr id="97" name="">
            <a:extLst xmlns:a="http://schemas.openxmlformats.org/drawingml/2006/main">
              <a:ext uri="{FF2B5EF4-FFF2-40B4-BE49-F238E27FC236}">
                <a16:creationId xmlns:a16="http://schemas.microsoft.com/office/drawing/2014/main" id="{F5B73626-8191-4D48-A9D7-E1C3B0935523}"/>
              </a:ext>
            </a:extLst>
          </p:cNvPr>
          <p:cNvSpPr>
            <a:spLocks xmlns:a="http://schemas.openxmlformats.org/drawingml/2006/main" noGrp="1"/>
          </p:cNvSpPr>
          <p:nvPr/>
        </p:nvSpPr>
        <p:spPr>
          <a:xfrm xmlns:a="http://schemas.openxmlformats.org/drawingml/2006/main">
            <a:off x="36337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98" name="">
            <a:extLst xmlns:a="http://schemas.openxmlformats.org/drawingml/2006/main">
              <a:ext uri="{FF2B5EF4-FFF2-40B4-BE49-F238E27FC236}">
                <a16:creationId xmlns:a16="http://schemas.microsoft.com/office/drawing/2014/main" id="{E96F2997-0477-4C3E-A285-1D02B66C32C8}"/>
              </a:ext>
            </a:extLst>
          </p:cNvPr>
          <p:cNvSpPr>
            <a:spLocks xmlns:a="http://schemas.openxmlformats.org/drawingml/2006/main" noGrp="1"/>
          </p:cNvSpPr>
          <p:nvPr/>
        </p:nvSpPr>
        <p:spPr>
          <a:xfrm xmlns:a="http://schemas.openxmlformats.org/drawingml/2006/main">
            <a:off x="32670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PLAN</a:t>
            </a:r>
          </a:p>
        </p:txBody>
      </p:sp>
      <p:sp>
        <p:nvSpPr>
          <p:cNvPr id="99" name="">
            <a:extLst xmlns:a="http://schemas.openxmlformats.org/drawingml/2006/main">
              <a:ext uri="{FF2B5EF4-FFF2-40B4-BE49-F238E27FC236}">
                <a16:creationId xmlns:a16="http://schemas.microsoft.com/office/drawing/2014/main" id="{80CCF2D9-B1CB-4071-929B-A5F83739BB71}"/>
              </a:ext>
            </a:extLst>
          </p:cNvPr>
          <p:cNvSpPr>
            <a:spLocks xmlns:a="http://schemas.openxmlformats.org/drawingml/2006/main" noGrp="1"/>
          </p:cNvSpPr>
          <p:nvPr/>
        </p:nvSpPr>
        <p:spPr>
          <a:xfrm xmlns:a="http://schemas.openxmlformats.org/drawingml/2006/main">
            <a:off x="46053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00" name="">
            <a:extLst xmlns:a="http://schemas.openxmlformats.org/drawingml/2006/main">
              <a:ext uri="{FF2B5EF4-FFF2-40B4-BE49-F238E27FC236}">
                <a16:creationId xmlns:a16="http://schemas.microsoft.com/office/drawing/2014/main" id="{80C5BB30-0CD4-4D4B-AB69-FDB782A4A41C}"/>
              </a:ext>
            </a:extLst>
          </p:cNvPr>
          <p:cNvSpPr>
            <a:spLocks xmlns:a="http://schemas.openxmlformats.org/drawingml/2006/main" noGrp="1"/>
          </p:cNvSpPr>
          <p:nvPr/>
        </p:nvSpPr>
        <p:spPr>
          <a:xfrm xmlns:a="http://schemas.openxmlformats.org/drawingml/2006/main">
            <a:off x="42386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DESIGN</a:t>
            </a:r>
          </a:p>
        </p:txBody>
      </p:sp>
      <p:sp>
        <p:nvSpPr>
          <p:cNvPr id="101" name="">
            <a:extLst xmlns:a="http://schemas.openxmlformats.org/drawingml/2006/main">
              <a:ext uri="{FF2B5EF4-FFF2-40B4-BE49-F238E27FC236}">
                <a16:creationId xmlns:a16="http://schemas.microsoft.com/office/drawing/2014/main" id="{5B14BB5D-2888-43EB-89F0-B5A0DC6182D7}"/>
              </a:ext>
            </a:extLst>
          </p:cNvPr>
          <p:cNvSpPr>
            <a:spLocks xmlns:a="http://schemas.openxmlformats.org/drawingml/2006/main" noGrp="1"/>
          </p:cNvSpPr>
          <p:nvPr/>
        </p:nvSpPr>
        <p:spPr>
          <a:xfrm xmlns:a="http://schemas.openxmlformats.org/drawingml/2006/main">
            <a:off x="55768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02" name="">
            <a:extLst xmlns:a="http://schemas.openxmlformats.org/drawingml/2006/main">
              <a:ext uri="{FF2B5EF4-FFF2-40B4-BE49-F238E27FC236}">
                <a16:creationId xmlns:a16="http://schemas.microsoft.com/office/drawing/2014/main" id="{746C5DBE-DAC6-4F84-9EB9-8F26ECE92BC7}"/>
              </a:ext>
            </a:extLst>
          </p:cNvPr>
          <p:cNvSpPr>
            <a:spLocks xmlns:a="http://schemas.openxmlformats.org/drawingml/2006/main" noGrp="1"/>
          </p:cNvSpPr>
          <p:nvPr/>
        </p:nvSpPr>
        <p:spPr>
          <a:xfrm xmlns:a="http://schemas.openxmlformats.org/drawingml/2006/main">
            <a:off x="52101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BUILD</a:t>
            </a:r>
          </a:p>
        </p:txBody>
      </p:sp>
      <p:sp>
        <p:nvSpPr>
          <p:cNvPr id="103" name="">
            <a:extLst xmlns:a="http://schemas.openxmlformats.org/drawingml/2006/main">
              <a:ext uri="{FF2B5EF4-FFF2-40B4-BE49-F238E27FC236}">
                <a16:creationId xmlns:a16="http://schemas.microsoft.com/office/drawing/2014/main" id="{EAA56D69-1BCF-4D50-B4DB-64D9BBC1903A}"/>
              </a:ext>
            </a:extLst>
          </p:cNvPr>
          <p:cNvSpPr>
            <a:spLocks xmlns:a="http://schemas.openxmlformats.org/drawingml/2006/main" noGrp="1"/>
          </p:cNvSpPr>
          <p:nvPr/>
        </p:nvSpPr>
        <p:spPr>
          <a:xfrm xmlns:a="http://schemas.openxmlformats.org/drawingml/2006/main">
            <a:off x="65484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04" name="">
            <a:extLst xmlns:a="http://schemas.openxmlformats.org/drawingml/2006/main">
              <a:ext uri="{FF2B5EF4-FFF2-40B4-BE49-F238E27FC236}">
                <a16:creationId xmlns:a16="http://schemas.microsoft.com/office/drawing/2014/main" id="{DAAC3F80-6539-4B15-9672-19530DD41E85}"/>
              </a:ext>
            </a:extLst>
          </p:cNvPr>
          <p:cNvSpPr>
            <a:spLocks xmlns:a="http://schemas.openxmlformats.org/drawingml/2006/main" noGrp="1"/>
          </p:cNvSpPr>
          <p:nvPr/>
        </p:nvSpPr>
        <p:spPr>
          <a:xfrm xmlns:a="http://schemas.openxmlformats.org/drawingml/2006/main">
            <a:off x="61817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TEST</a:t>
            </a:r>
          </a:p>
        </p:txBody>
      </p:sp>
      <p:sp>
        <p:nvSpPr>
          <p:cNvPr id="105" name="">
            <a:extLst xmlns:a="http://schemas.openxmlformats.org/drawingml/2006/main">
              <a:ext uri="{FF2B5EF4-FFF2-40B4-BE49-F238E27FC236}">
                <a16:creationId xmlns:a16="http://schemas.microsoft.com/office/drawing/2014/main" id="{CCEF3355-4BA3-4ED3-8526-28BE4C0A14F3}"/>
              </a:ext>
            </a:extLst>
          </p:cNvPr>
          <p:cNvSpPr>
            <a:spLocks xmlns:a="http://schemas.openxmlformats.org/drawingml/2006/main" noGrp="1"/>
          </p:cNvSpPr>
          <p:nvPr/>
        </p:nvSpPr>
        <p:spPr>
          <a:xfrm xmlns:a="http://schemas.openxmlformats.org/drawingml/2006/main">
            <a:off x="75199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06" name="">
            <a:extLst xmlns:a="http://schemas.openxmlformats.org/drawingml/2006/main">
              <a:ext uri="{FF2B5EF4-FFF2-40B4-BE49-F238E27FC236}">
                <a16:creationId xmlns:a16="http://schemas.microsoft.com/office/drawing/2014/main" id="{A249A148-8E07-4951-8C3B-2ED2C95A427A}"/>
              </a:ext>
            </a:extLst>
          </p:cNvPr>
          <p:cNvSpPr>
            <a:spLocks xmlns:a="http://schemas.openxmlformats.org/drawingml/2006/main" noGrp="1"/>
          </p:cNvSpPr>
          <p:nvPr/>
        </p:nvSpPr>
        <p:spPr>
          <a:xfrm xmlns:a="http://schemas.openxmlformats.org/drawingml/2006/main">
            <a:off x="71532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DEPLOY</a:t>
            </a:r>
          </a:p>
        </p:txBody>
      </p:sp>
      <p:sp>
        <p:nvSpPr>
          <p:cNvPr id="107" name="">
            <a:extLst xmlns:a="http://schemas.openxmlformats.org/drawingml/2006/main">
              <a:ext uri="{FF2B5EF4-FFF2-40B4-BE49-F238E27FC236}">
                <a16:creationId xmlns:a16="http://schemas.microsoft.com/office/drawing/2014/main" id="{B79CB598-B24B-4B4A-8215-A46985BF4658}"/>
              </a:ext>
            </a:extLst>
          </p:cNvPr>
          <p:cNvSpPr>
            <a:spLocks xmlns:a="http://schemas.openxmlformats.org/drawingml/2006/main" noGrp="1"/>
          </p:cNvSpPr>
          <p:nvPr/>
        </p:nvSpPr>
        <p:spPr>
          <a:xfrm xmlns:a="http://schemas.openxmlformats.org/drawingml/2006/main">
            <a:off x="84915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08" name="">
            <a:extLst xmlns:a="http://schemas.openxmlformats.org/drawingml/2006/main">
              <a:ext uri="{FF2B5EF4-FFF2-40B4-BE49-F238E27FC236}">
                <a16:creationId xmlns:a16="http://schemas.microsoft.com/office/drawing/2014/main" id="{05C7A9E7-752C-49F7-A4C9-3C63A3A2E10E}"/>
              </a:ext>
            </a:extLst>
          </p:cNvPr>
          <p:cNvSpPr>
            <a:spLocks xmlns:a="http://schemas.openxmlformats.org/drawingml/2006/main" noGrp="1"/>
          </p:cNvSpPr>
          <p:nvPr/>
        </p:nvSpPr>
        <p:spPr>
          <a:xfrm xmlns:a="http://schemas.openxmlformats.org/drawingml/2006/main">
            <a:off x="81248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MAINTAIN</a:t>
            </a:r>
          </a:p>
        </p:txBody>
      </p:sp>
    </p:spTree>
    <p:extLst>
      <p:ext uri="{BB962C8B-B14F-4D97-AF65-F5344CB8AC3E}">
        <p14:creationId xmlns:p14="http://schemas.microsoft.com/office/powerpoint/2010/main" val="113048007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B6C8E0F3-B8C2-45BA-A643-66CFE95A8F52}"/>
              </a:ext>
            </a:extLst>
          </p:cNvPr>
          <p:cNvPicPr>
            <a:picLocks xmlns:a="http://schemas.openxmlformats.org/drawingml/2006/main" noChangeAspect="1"/>
          </p:cNvPicPr>
          <p:nvPr/>
        </p:nvPicPr>
        <p:blipFill>
          <a:blip xmlns:r="http://schemas.openxmlformats.org/officeDocument/2006/relationships" xmlns:a="http://schemas.openxmlformats.org/drawingml/2006/main" r:embed="Red87c5ca170d4c44"/>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472990F0-7477-4FA8-BF55-5F7034772F34}"/>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21 / 63</a:t>
            </a:r>
            <a:endParaRPr sz="900"/>
          </a:p>
        </p:txBody>
      </p:sp>
      <p:sp>
        <p:nvSpPr>
          <p:cNvPr id="41" name="">
            <a:extLst xmlns:a="http://schemas.openxmlformats.org/drawingml/2006/main">
              <a:ext uri="{FF2B5EF4-FFF2-40B4-BE49-F238E27FC236}">
                <a16:creationId xmlns:a16="http://schemas.microsoft.com/office/drawing/2014/main" id="{07F5C3A0-8B22-4A5B-9205-E9CE51C3C6AA}"/>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307FE2"/>
                </a:solidFill>
                <a:latin typeface="Montserrat"/>
                <a:ea typeface="Montserrat"/>
                <a:cs typeface="Montserrat"/>
              </a:defRPr>
            </a:defPPr>
            <a:lvl1pPr algn="l">
              <a:defRPr sz="1050" b="1">
                <a:solidFill>
                  <a:srgbClr val="307FE2"/>
                </a:solidFill>
                <a:latin typeface="Montserrat"/>
                <a:ea typeface="Montserrat"/>
                <a:cs typeface="Montserrat"/>
              </a:defRPr>
            </a:lvl1pPr>
            <a:lvl2pPr algn="l">
              <a:defRPr sz="1050" b="1">
                <a:solidFill>
                  <a:srgbClr val="307FE2"/>
                </a:solidFill>
                <a:latin typeface="Montserrat"/>
                <a:ea typeface="Montserrat"/>
                <a:cs typeface="Montserrat"/>
              </a:defRPr>
            </a:lvl2pPr>
            <a:lvl3pPr algn="l">
              <a:defRPr sz="1050" b="1">
                <a:solidFill>
                  <a:srgbClr val="307FE2"/>
                </a:solidFill>
                <a:latin typeface="Montserrat"/>
                <a:ea typeface="Montserrat"/>
                <a:cs typeface="Montserrat"/>
              </a:defRPr>
            </a:lvl3pPr>
            <a:lvl4pPr algn="l">
              <a:defRPr sz="1050" b="1">
                <a:solidFill>
                  <a:srgbClr val="307FE2"/>
                </a:solidFill>
                <a:latin typeface="Montserrat"/>
                <a:ea typeface="Montserrat"/>
                <a:cs typeface="Montserrat"/>
              </a:defRPr>
            </a:lvl4pPr>
            <a:lvl5pPr algn="l">
              <a:defRPr sz="1050" b="1">
                <a:solidFill>
                  <a:srgbClr val="307FE2"/>
                </a:solidFill>
                <a:latin typeface="Montserrat"/>
                <a:ea typeface="Montserrat"/>
                <a:cs typeface="Montserrat"/>
              </a:defRPr>
            </a:lvl5pPr>
            <a:lvl6pPr algn="l">
              <a:defRPr sz="1050" b="1">
                <a:solidFill>
                  <a:srgbClr val="307FE2"/>
                </a:solidFill>
                <a:latin typeface="Montserrat"/>
                <a:ea typeface="Montserrat"/>
                <a:cs typeface="Montserrat"/>
              </a:defRPr>
            </a:lvl6pPr>
            <a:lvl7pPr algn="l">
              <a:defRPr sz="1050" b="1">
                <a:solidFill>
                  <a:srgbClr val="307FE2"/>
                </a:solidFill>
                <a:latin typeface="Montserrat"/>
                <a:ea typeface="Montserrat"/>
                <a:cs typeface="Montserrat"/>
              </a:defRPr>
            </a:lvl7pPr>
            <a:lvl8pPr algn="l">
              <a:defRPr sz="1050" b="1">
                <a:solidFill>
                  <a:srgbClr val="307FE2"/>
                </a:solidFill>
                <a:latin typeface="Montserrat"/>
                <a:ea typeface="Montserrat"/>
                <a:cs typeface="Montserrat"/>
              </a:defRPr>
            </a:lvl8pPr>
            <a:lvl9pPr algn="l">
              <a:defRPr sz="1050" b="1">
                <a:solidFill>
                  <a:srgbClr val="307FE2"/>
                </a:solidFill>
                <a:latin typeface="Montserrat"/>
                <a:ea typeface="Montserrat"/>
                <a:cs typeface="Montserrat"/>
              </a:defRPr>
            </a:lvl9pPr>
          </a:lstStyle>
          <a:p xmlns:a="http://schemas.openxmlformats.org/drawingml/2006/main">
            <a:pPr algn="l">
              <a:defRPr sz="1050" b="1">
                <a:solidFill>
                  <a:srgbClr val="307FE2"/>
                </a:solidFill>
                <a:latin typeface="Montserrat"/>
                <a:ea typeface="Montserrat"/>
                <a:cs typeface="Montserrat"/>
              </a:defRPr>
            </a:pPr>
            <a:r>
              <a:rPr sz="1050" b="1">
                <a:solidFill>
                  <a:srgbClr val="307FE2"/>
                </a:solidFill>
                <a:latin typeface="Montserrat"/>
                <a:ea typeface="Montserrat"/>
                <a:cs typeface="Montserrat"/>
              </a:rPr>
              <a:t>// SETUP · COURSE REPOSITORY</a:t>
            </a:r>
          </a:p>
        </p:txBody>
      </p:sp>
      <p:sp>
        <p:nvSpPr>
          <p:cNvPr id="42" name="">
            <a:extLst xmlns:a="http://schemas.openxmlformats.org/drawingml/2006/main">
              <a:ext uri="{FF2B5EF4-FFF2-40B4-BE49-F238E27FC236}">
                <a16:creationId xmlns:a16="http://schemas.microsoft.com/office/drawing/2014/main" id="{C1593129-B460-4DDD-8E9C-BF1AF7886128}"/>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94A3B8"/>
                </a:solidFill>
                <a:latin typeface="Montserrat"/>
                <a:ea typeface="Montserrat"/>
                <a:cs typeface="Montserrat"/>
              </a:defRPr>
            </a:defPPr>
            <a:lvl1pPr algn="r">
              <a:defRPr sz="900" b="0">
                <a:solidFill>
                  <a:srgbClr val="94A3B8"/>
                </a:solidFill>
                <a:latin typeface="Montserrat"/>
                <a:ea typeface="Montserrat"/>
                <a:cs typeface="Montserrat"/>
              </a:defRPr>
            </a:lvl1pPr>
            <a:lvl2pPr algn="r">
              <a:defRPr sz="900" b="0">
                <a:solidFill>
                  <a:srgbClr val="94A3B8"/>
                </a:solidFill>
                <a:latin typeface="Montserrat"/>
                <a:ea typeface="Montserrat"/>
                <a:cs typeface="Montserrat"/>
              </a:defRPr>
            </a:lvl2pPr>
            <a:lvl3pPr algn="r">
              <a:defRPr sz="900" b="0">
                <a:solidFill>
                  <a:srgbClr val="94A3B8"/>
                </a:solidFill>
                <a:latin typeface="Montserrat"/>
                <a:ea typeface="Montserrat"/>
                <a:cs typeface="Montserrat"/>
              </a:defRPr>
            </a:lvl3pPr>
            <a:lvl4pPr algn="r">
              <a:defRPr sz="900" b="0">
                <a:solidFill>
                  <a:srgbClr val="94A3B8"/>
                </a:solidFill>
                <a:latin typeface="Montserrat"/>
                <a:ea typeface="Montserrat"/>
                <a:cs typeface="Montserrat"/>
              </a:defRPr>
            </a:lvl4pPr>
            <a:lvl5pPr algn="r">
              <a:defRPr sz="900" b="0">
                <a:solidFill>
                  <a:srgbClr val="94A3B8"/>
                </a:solidFill>
                <a:latin typeface="Montserrat"/>
                <a:ea typeface="Montserrat"/>
                <a:cs typeface="Montserrat"/>
              </a:defRPr>
            </a:lvl5pPr>
            <a:lvl6pPr algn="r">
              <a:defRPr sz="900" b="0">
                <a:solidFill>
                  <a:srgbClr val="94A3B8"/>
                </a:solidFill>
                <a:latin typeface="Montserrat"/>
                <a:ea typeface="Montserrat"/>
                <a:cs typeface="Montserrat"/>
              </a:defRPr>
            </a:lvl6pPr>
            <a:lvl7pPr algn="r">
              <a:defRPr sz="900" b="0">
                <a:solidFill>
                  <a:srgbClr val="94A3B8"/>
                </a:solidFill>
                <a:latin typeface="Montserrat"/>
                <a:ea typeface="Montserrat"/>
                <a:cs typeface="Montserrat"/>
              </a:defRPr>
            </a:lvl7pPr>
            <a:lvl8pPr algn="r">
              <a:defRPr sz="900" b="0">
                <a:solidFill>
                  <a:srgbClr val="94A3B8"/>
                </a:solidFill>
                <a:latin typeface="Montserrat"/>
                <a:ea typeface="Montserrat"/>
                <a:cs typeface="Montserrat"/>
              </a:defRPr>
            </a:lvl8pPr>
            <a:lvl9pPr algn="r">
              <a:defRPr sz="900" b="0">
                <a:solidFill>
                  <a:srgbClr val="94A3B8"/>
                </a:solidFill>
                <a:latin typeface="Montserrat"/>
                <a:ea typeface="Montserrat"/>
                <a:cs typeface="Montserrat"/>
              </a:defRPr>
            </a:lvl9pPr>
          </a:lstStyle>
          <a:p xmlns:a="http://schemas.openxmlformats.org/drawingml/2006/main">
            <a:pPr algn="r">
              <a:defRPr sz="900" b="0">
                <a:solidFill>
                  <a:srgbClr val="94A3B8"/>
                </a:solidFill>
                <a:latin typeface="Montserrat"/>
                <a:ea typeface="Montserrat"/>
                <a:cs typeface="Montserrat"/>
              </a:defRPr>
            </a:pPr>
            <a:r>
              <a:rPr sz="900" b="0">
                <a:solidFill>
                  <a:srgbClr val="94A3B8"/>
                </a:solidFill>
                <a:latin typeface="Montserrat"/>
                <a:ea typeface="Montserrat"/>
                <a:cs typeface="Montserrat"/>
              </a:rPr>
              <a:t>1:05–1:15</a:t>
            </a:r>
          </a:p>
        </p:txBody>
      </p:sp>
      <p:sp>
        <p:nvSpPr>
          <p:cNvPr id="43" name="">
            <a:extLst xmlns:a="http://schemas.openxmlformats.org/drawingml/2006/main">
              <a:ext uri="{FF2B5EF4-FFF2-40B4-BE49-F238E27FC236}">
                <a16:creationId xmlns:a16="http://schemas.microsoft.com/office/drawing/2014/main" id="{4A0833BF-1193-4FE8-A06E-CB7E56D8FF62}"/>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Start with the course repo</a:t>
            </a:r>
          </a:p>
        </p:txBody>
      </p:sp>
      <p:sp>
        <p:nvSpPr>
          <p:cNvPr id="44" name="">
            <a:extLst xmlns:a="http://schemas.openxmlformats.org/drawingml/2006/main">
              <a:ext uri="{FF2B5EF4-FFF2-40B4-BE49-F238E27FC236}">
                <a16:creationId xmlns:a16="http://schemas.microsoft.com/office/drawing/2014/main" id="{6079821F-59EF-4F80-A342-AB196F71907F}"/>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THE LESSONS · THE STARTERS · THE PROMPT THAT GETS YOU MOVING</a:t>
            </a:r>
          </a:p>
        </p:txBody>
      </p:sp>
      <p:sp>
        <p:nvSpPr>
          <p:cNvPr id="45" name="course-repo-link-v34">
            <a:hlinkClick xmlns:a="http://schemas.openxmlformats.org/drawingml/2006/main" xmlns:r="http://schemas.openxmlformats.org/officeDocument/2006/relationships" r:id="rId1"/>
            <a:extLst xmlns:a="http://schemas.openxmlformats.org/drawingml/2006/main">
              <a:ext uri="{FF2B5EF4-FFF2-40B4-BE49-F238E27FC236}">
                <a16:creationId xmlns:a16="http://schemas.microsoft.com/office/drawing/2014/main" id="{51C51ADB-591F-401D-88FD-9D1F8F2C5765}"/>
              </a:ext>
            </a:extLst>
          </p:cNvPr>
          <p:cNvSpPr>
            <a:spLocks xmlns:a="http://schemas.openxmlformats.org/drawingml/2006/main" noGrp="1"/>
          </p:cNvSpPr>
          <p:nvPr/>
        </p:nvSpPr>
        <p:spPr>
          <a:xfrm xmlns:a="http://schemas.openxmlformats.org/drawingml/2006/main">
            <a:off x="742950" y="2095500"/>
            <a:ext cx="4362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0055FF"/>
                </a:solidFill>
                <a:latin typeface="Montserrat"/>
                <a:ea typeface="Montserrat"/>
                <a:cs typeface="Montserrat"/>
              </a:defRPr>
            </a:defPPr>
            <a:lvl1pPr algn="l">
              <a:defRPr sz="1275" b="1">
                <a:solidFill>
                  <a:srgbClr val="0055FF"/>
                </a:solidFill>
                <a:latin typeface="Montserrat"/>
                <a:ea typeface="Montserrat"/>
                <a:cs typeface="Montserrat"/>
              </a:defRPr>
            </a:lvl1pPr>
            <a:lvl2pPr algn="l">
              <a:defRPr sz="1275" b="1">
                <a:solidFill>
                  <a:srgbClr val="0055FF"/>
                </a:solidFill>
                <a:latin typeface="Montserrat"/>
                <a:ea typeface="Montserrat"/>
                <a:cs typeface="Montserrat"/>
              </a:defRPr>
            </a:lvl2pPr>
            <a:lvl3pPr algn="l">
              <a:defRPr sz="1275" b="1">
                <a:solidFill>
                  <a:srgbClr val="0055FF"/>
                </a:solidFill>
                <a:latin typeface="Montserrat"/>
                <a:ea typeface="Montserrat"/>
                <a:cs typeface="Montserrat"/>
              </a:defRPr>
            </a:lvl3pPr>
            <a:lvl4pPr algn="l">
              <a:defRPr sz="1275" b="1">
                <a:solidFill>
                  <a:srgbClr val="0055FF"/>
                </a:solidFill>
                <a:latin typeface="Montserrat"/>
                <a:ea typeface="Montserrat"/>
                <a:cs typeface="Montserrat"/>
              </a:defRPr>
            </a:lvl4pPr>
            <a:lvl5pPr algn="l">
              <a:defRPr sz="1275" b="1">
                <a:solidFill>
                  <a:srgbClr val="0055FF"/>
                </a:solidFill>
                <a:latin typeface="Montserrat"/>
                <a:ea typeface="Montserrat"/>
                <a:cs typeface="Montserrat"/>
              </a:defRPr>
            </a:lvl5pPr>
            <a:lvl6pPr algn="l">
              <a:defRPr sz="1275" b="1">
                <a:solidFill>
                  <a:srgbClr val="0055FF"/>
                </a:solidFill>
                <a:latin typeface="Montserrat"/>
                <a:ea typeface="Montserrat"/>
                <a:cs typeface="Montserrat"/>
              </a:defRPr>
            </a:lvl6pPr>
            <a:lvl7pPr algn="l">
              <a:defRPr sz="1275" b="1">
                <a:solidFill>
                  <a:srgbClr val="0055FF"/>
                </a:solidFill>
                <a:latin typeface="Montserrat"/>
                <a:ea typeface="Montserrat"/>
                <a:cs typeface="Montserrat"/>
              </a:defRPr>
            </a:lvl7pPr>
            <a:lvl8pPr algn="l">
              <a:defRPr sz="1275" b="1">
                <a:solidFill>
                  <a:srgbClr val="0055FF"/>
                </a:solidFill>
                <a:latin typeface="Montserrat"/>
                <a:ea typeface="Montserrat"/>
                <a:cs typeface="Montserrat"/>
              </a:defRPr>
            </a:lvl8pPr>
            <a:lvl9pPr algn="l">
              <a:defRPr sz="1275" b="1">
                <a:solidFill>
                  <a:srgbClr val="0055FF"/>
                </a:solidFill>
                <a:latin typeface="Montserrat"/>
                <a:ea typeface="Montserrat"/>
                <a:cs typeface="Montserrat"/>
              </a:defRPr>
            </a:lvl9pPr>
          </a:lstStyle>
          <a:p xmlns:a="http://schemas.openxmlformats.org/drawingml/2006/main">
            <a:pPr algn="l">
              <a:defRPr sz="1275" b="1">
                <a:solidFill>
                  <a:srgbClr val="0055FF"/>
                </a:solidFill>
                <a:latin typeface="Montserrat"/>
                <a:ea typeface="Montserrat"/>
                <a:cs typeface="Montserrat"/>
              </a:defRPr>
            </a:pPr>
            <a:r>
              <a:rPr sz="1275" b="1">
                <a:solidFill>
                  <a:srgbClr val="0055FF"/>
                </a:solidFill>
                <a:latin typeface="Montserrat"/>
                <a:ea typeface="Montserrat"/>
                <a:cs typeface="Montserrat"/>
              </a:rPr>
              <a:t>github.com/mrhinkle/</a:t>
            </a:r>
          </a:p>
          <a:p xmlns:a="http://schemas.openxmlformats.org/drawingml/2006/main">
            <a:pPr algn="l">
              <a:defRPr sz="1275" b="1">
                <a:solidFill>
                  <a:srgbClr val="0055FF"/>
                </a:solidFill>
                <a:latin typeface="Montserrat"/>
                <a:ea typeface="Montserrat"/>
                <a:cs typeface="Montserrat"/>
              </a:defRPr>
            </a:pPr>
            <a:r>
              <a:rPr sz="1275" b="1">
                <a:solidFill>
                  <a:srgbClr val="0055FF"/>
                </a:solidFill>
                <a:latin typeface="Montserrat"/>
                <a:ea typeface="Montserrat"/>
                <a:cs typeface="Montserrat"/>
              </a:rPr>
              <a:t>Vibe-Coding-for-Non-Technical-Professionals  ↗</a:t>
            </a:r>
          </a:p>
        </p:txBody>
      </p:sp>
      <p:sp>
        <p:nvSpPr>
          <p:cNvPr id="46" name="">
            <a:extLst xmlns:a="http://schemas.openxmlformats.org/drawingml/2006/main">
              <a:ext uri="{FF2B5EF4-FFF2-40B4-BE49-F238E27FC236}">
                <a16:creationId xmlns:a16="http://schemas.microsoft.com/office/drawing/2014/main" id="{849C8634-BDDE-4A2D-BB69-445326CED5BF}"/>
              </a:ext>
            </a:extLst>
          </p:cNvPr>
          <p:cNvSpPr>
            <a:spLocks xmlns:a="http://schemas.openxmlformats.org/drawingml/2006/main" noGrp="1"/>
          </p:cNvSpPr>
          <p:nvPr/>
        </p:nvSpPr>
        <p:spPr>
          <a:xfrm xmlns:a="http://schemas.openxmlformats.org/drawingml/2006/main">
            <a:off x="742950" y="280035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307FE2"/>
                </a:solidFill>
                <a:latin typeface="Courier New"/>
                <a:ea typeface="Courier New"/>
                <a:cs typeface="Courier New"/>
              </a:defRPr>
            </a:defPPr>
            <a:lvl1pPr algn="l">
              <a:defRPr sz="900" b="1">
                <a:solidFill>
                  <a:srgbClr val="307FE2"/>
                </a:solidFill>
                <a:latin typeface="Courier New"/>
                <a:ea typeface="Courier New"/>
                <a:cs typeface="Courier New"/>
              </a:defRPr>
            </a:lvl1pPr>
            <a:lvl2pPr algn="l">
              <a:defRPr sz="900" b="1">
                <a:solidFill>
                  <a:srgbClr val="307FE2"/>
                </a:solidFill>
                <a:latin typeface="Courier New"/>
                <a:ea typeface="Courier New"/>
                <a:cs typeface="Courier New"/>
              </a:defRPr>
            </a:lvl2pPr>
            <a:lvl3pPr algn="l">
              <a:defRPr sz="900" b="1">
                <a:solidFill>
                  <a:srgbClr val="307FE2"/>
                </a:solidFill>
                <a:latin typeface="Courier New"/>
                <a:ea typeface="Courier New"/>
                <a:cs typeface="Courier New"/>
              </a:defRPr>
            </a:lvl3pPr>
            <a:lvl4pPr algn="l">
              <a:defRPr sz="900" b="1">
                <a:solidFill>
                  <a:srgbClr val="307FE2"/>
                </a:solidFill>
                <a:latin typeface="Courier New"/>
                <a:ea typeface="Courier New"/>
                <a:cs typeface="Courier New"/>
              </a:defRPr>
            </a:lvl4pPr>
            <a:lvl5pPr algn="l">
              <a:defRPr sz="900" b="1">
                <a:solidFill>
                  <a:srgbClr val="307FE2"/>
                </a:solidFill>
                <a:latin typeface="Courier New"/>
                <a:ea typeface="Courier New"/>
                <a:cs typeface="Courier New"/>
              </a:defRPr>
            </a:lvl5pPr>
            <a:lvl6pPr algn="l">
              <a:defRPr sz="900" b="1">
                <a:solidFill>
                  <a:srgbClr val="307FE2"/>
                </a:solidFill>
                <a:latin typeface="Courier New"/>
                <a:ea typeface="Courier New"/>
                <a:cs typeface="Courier New"/>
              </a:defRPr>
            </a:lvl6pPr>
            <a:lvl7pPr algn="l">
              <a:defRPr sz="900" b="1">
                <a:solidFill>
                  <a:srgbClr val="307FE2"/>
                </a:solidFill>
                <a:latin typeface="Courier New"/>
                <a:ea typeface="Courier New"/>
                <a:cs typeface="Courier New"/>
              </a:defRPr>
            </a:lvl7pPr>
            <a:lvl8pPr algn="l">
              <a:defRPr sz="900" b="1">
                <a:solidFill>
                  <a:srgbClr val="307FE2"/>
                </a:solidFill>
                <a:latin typeface="Courier New"/>
                <a:ea typeface="Courier New"/>
                <a:cs typeface="Courier New"/>
              </a:defRPr>
            </a:lvl8pPr>
            <a:lvl9pPr algn="l">
              <a:defRPr sz="900" b="1">
                <a:solidFill>
                  <a:srgbClr val="307FE2"/>
                </a:solidFill>
                <a:latin typeface="Courier New"/>
                <a:ea typeface="Courier New"/>
                <a:cs typeface="Courier New"/>
              </a:defRPr>
            </a:lvl9pPr>
          </a:lstStyle>
          <a:p xmlns:a="http://schemas.openxmlformats.org/drawingml/2006/main">
            <a:pPr algn="l">
              <a:defRPr sz="900" b="1">
                <a:solidFill>
                  <a:srgbClr val="307FE2"/>
                </a:solidFill>
                <a:latin typeface="Courier New"/>
                <a:ea typeface="Courier New"/>
                <a:cs typeface="Courier New"/>
              </a:defRPr>
            </a:pPr>
            <a:r>
              <a:rPr sz="900" b="1">
                <a:solidFill>
                  <a:srgbClr val="307FE2"/>
                </a:solidFill>
                <a:latin typeface="Courier New"/>
                <a:ea typeface="Courier New"/>
                <a:cs typeface="Courier New"/>
              </a:rPr>
              <a:t>PASTE THIS INTO YOUR CODING AGENT</a:t>
            </a:r>
          </a:p>
        </p:txBody>
      </p:sp>
      <p:sp>
        <p:nvSpPr>
          <p:cNvPr id="47" name="">
            <a:extLst xmlns:a="http://schemas.openxmlformats.org/drawingml/2006/main">
              <a:ext uri="{FF2B5EF4-FFF2-40B4-BE49-F238E27FC236}">
                <a16:creationId xmlns:a16="http://schemas.microsoft.com/office/drawing/2014/main" id="{74DBC5EC-3257-4ECF-A4DB-65ED07417E90}"/>
              </a:ext>
            </a:extLst>
          </p:cNvPr>
          <p:cNvSpPr>
            <a:spLocks xmlns:a="http://schemas.openxmlformats.org/drawingml/2006/main" noGrp="1"/>
          </p:cNvSpPr>
          <p:nvPr/>
        </p:nvSpPr>
        <p:spPr>
          <a:xfrm xmlns:a="http://schemas.openxmlformats.org/drawingml/2006/main">
            <a:off x="742950" y="3143250"/>
            <a:ext cx="4095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1">
                <a:solidFill>
                  <a:srgbClr val="0F172A"/>
                </a:solidFill>
                <a:latin typeface="Montserrat"/>
                <a:ea typeface="Montserrat"/>
                <a:cs typeface="Montserrat"/>
              </a:defRPr>
            </a:defPPr>
            <a:lvl1pPr algn="l">
              <a:defRPr sz="1500" b="1">
                <a:solidFill>
                  <a:srgbClr val="0F172A"/>
                </a:solidFill>
                <a:latin typeface="Montserrat"/>
                <a:ea typeface="Montserrat"/>
                <a:cs typeface="Montserrat"/>
              </a:defRPr>
            </a:lvl1pPr>
            <a:lvl2pPr algn="l">
              <a:defRPr sz="1500" b="1">
                <a:solidFill>
                  <a:srgbClr val="0F172A"/>
                </a:solidFill>
                <a:latin typeface="Montserrat"/>
                <a:ea typeface="Montserrat"/>
                <a:cs typeface="Montserrat"/>
              </a:defRPr>
            </a:lvl2pPr>
            <a:lvl3pPr algn="l">
              <a:defRPr sz="1500" b="1">
                <a:solidFill>
                  <a:srgbClr val="0F172A"/>
                </a:solidFill>
                <a:latin typeface="Montserrat"/>
                <a:ea typeface="Montserrat"/>
                <a:cs typeface="Montserrat"/>
              </a:defRPr>
            </a:lvl3pPr>
            <a:lvl4pPr algn="l">
              <a:defRPr sz="1500" b="1">
                <a:solidFill>
                  <a:srgbClr val="0F172A"/>
                </a:solidFill>
                <a:latin typeface="Montserrat"/>
                <a:ea typeface="Montserrat"/>
                <a:cs typeface="Montserrat"/>
              </a:defRPr>
            </a:lvl4pPr>
            <a:lvl5pPr algn="l">
              <a:defRPr sz="1500" b="1">
                <a:solidFill>
                  <a:srgbClr val="0F172A"/>
                </a:solidFill>
                <a:latin typeface="Montserrat"/>
                <a:ea typeface="Montserrat"/>
                <a:cs typeface="Montserrat"/>
              </a:defRPr>
            </a:lvl5pPr>
            <a:lvl6pPr algn="l">
              <a:defRPr sz="1500" b="1">
                <a:solidFill>
                  <a:srgbClr val="0F172A"/>
                </a:solidFill>
                <a:latin typeface="Montserrat"/>
                <a:ea typeface="Montserrat"/>
                <a:cs typeface="Montserrat"/>
              </a:defRPr>
            </a:lvl6pPr>
            <a:lvl7pPr algn="l">
              <a:defRPr sz="1500" b="1">
                <a:solidFill>
                  <a:srgbClr val="0F172A"/>
                </a:solidFill>
                <a:latin typeface="Montserrat"/>
                <a:ea typeface="Montserrat"/>
                <a:cs typeface="Montserrat"/>
              </a:defRPr>
            </a:lvl7pPr>
            <a:lvl8pPr algn="l">
              <a:defRPr sz="1500" b="1">
                <a:solidFill>
                  <a:srgbClr val="0F172A"/>
                </a:solidFill>
                <a:latin typeface="Montserrat"/>
                <a:ea typeface="Montserrat"/>
                <a:cs typeface="Montserrat"/>
              </a:defRPr>
            </a:lvl8pPr>
            <a:lvl9pPr algn="l">
              <a:defRPr sz="1500" b="1">
                <a:solidFill>
                  <a:srgbClr val="0F172A"/>
                </a:solidFill>
                <a:latin typeface="Montserrat"/>
                <a:ea typeface="Montserrat"/>
                <a:cs typeface="Montserrat"/>
              </a:defRPr>
            </a:lvl9pPr>
          </a:lstStyle>
          <a:p xmlns:a="http://schemas.openxmlformats.org/drawingml/2006/main">
            <a:pPr algn="l">
              <a:defRPr sz="1500" b="1">
                <a:solidFill>
                  <a:srgbClr val="0F172A"/>
                </a:solidFill>
                <a:latin typeface="Montserrat"/>
                <a:ea typeface="Montserrat"/>
                <a:cs typeface="Montserrat"/>
              </a:defRPr>
            </a:pPr>
            <a:r>
              <a:rPr sz="1500" b="1">
                <a:solidFill>
                  <a:srgbClr val="0F172A"/>
                </a:solidFill>
                <a:latin typeface="Montserrat"/>
                <a:ea typeface="Montserrat"/>
                <a:cs typeface="Montserrat"/>
              </a:rPr>
              <a:t>Read README.md and AI-START.md. Tell me which files you actually opened.</a:t>
            </a:r>
          </a:p>
        </p:txBody>
      </p:sp>
      <p:sp>
        <p:nvSpPr>
          <p:cNvPr id="48" name="">
            <a:extLst xmlns:a="http://schemas.openxmlformats.org/drawingml/2006/main">
              <a:ext uri="{FF2B5EF4-FFF2-40B4-BE49-F238E27FC236}">
                <a16:creationId xmlns:a16="http://schemas.microsoft.com/office/drawing/2014/main" id="{98513B92-8E5B-4148-BF41-7FA852288EEE}"/>
              </a:ext>
            </a:extLst>
          </p:cNvPr>
          <p:cNvSpPr>
            <a:spLocks xmlns:a="http://schemas.openxmlformats.org/drawingml/2006/main" noGrp="1"/>
          </p:cNvSpPr>
          <p:nvPr/>
        </p:nvSpPr>
        <p:spPr>
          <a:xfrm xmlns:a="http://schemas.openxmlformats.org/drawingml/2006/main">
            <a:off x="742950" y="4438650"/>
            <a:ext cx="4095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0">
                <a:solidFill>
                  <a:srgbClr val="475569"/>
                </a:solidFill>
                <a:latin typeface="Montserrat"/>
                <a:ea typeface="Montserrat"/>
                <a:cs typeface="Montserrat"/>
              </a:defRPr>
            </a:defPPr>
            <a:lvl1pPr algn="l">
              <a:defRPr sz="1125" b="0">
                <a:solidFill>
                  <a:srgbClr val="475569"/>
                </a:solidFill>
                <a:latin typeface="Montserrat"/>
                <a:ea typeface="Montserrat"/>
                <a:cs typeface="Montserrat"/>
              </a:defRPr>
            </a:lvl1pPr>
            <a:lvl2pPr algn="l">
              <a:defRPr sz="1125" b="0">
                <a:solidFill>
                  <a:srgbClr val="475569"/>
                </a:solidFill>
                <a:latin typeface="Montserrat"/>
                <a:ea typeface="Montserrat"/>
                <a:cs typeface="Montserrat"/>
              </a:defRPr>
            </a:lvl2pPr>
            <a:lvl3pPr algn="l">
              <a:defRPr sz="1125" b="0">
                <a:solidFill>
                  <a:srgbClr val="475569"/>
                </a:solidFill>
                <a:latin typeface="Montserrat"/>
                <a:ea typeface="Montserrat"/>
                <a:cs typeface="Montserrat"/>
              </a:defRPr>
            </a:lvl3pPr>
            <a:lvl4pPr algn="l">
              <a:defRPr sz="1125" b="0">
                <a:solidFill>
                  <a:srgbClr val="475569"/>
                </a:solidFill>
                <a:latin typeface="Montserrat"/>
                <a:ea typeface="Montserrat"/>
                <a:cs typeface="Montserrat"/>
              </a:defRPr>
            </a:lvl4pPr>
            <a:lvl5pPr algn="l">
              <a:defRPr sz="1125" b="0">
                <a:solidFill>
                  <a:srgbClr val="475569"/>
                </a:solidFill>
                <a:latin typeface="Montserrat"/>
                <a:ea typeface="Montserrat"/>
                <a:cs typeface="Montserrat"/>
              </a:defRPr>
            </a:lvl5pPr>
            <a:lvl6pPr algn="l">
              <a:defRPr sz="1125" b="0">
                <a:solidFill>
                  <a:srgbClr val="475569"/>
                </a:solidFill>
                <a:latin typeface="Montserrat"/>
                <a:ea typeface="Montserrat"/>
                <a:cs typeface="Montserrat"/>
              </a:defRPr>
            </a:lvl6pPr>
            <a:lvl7pPr algn="l">
              <a:defRPr sz="1125" b="0">
                <a:solidFill>
                  <a:srgbClr val="475569"/>
                </a:solidFill>
                <a:latin typeface="Montserrat"/>
                <a:ea typeface="Montserrat"/>
                <a:cs typeface="Montserrat"/>
              </a:defRPr>
            </a:lvl7pPr>
            <a:lvl8pPr algn="l">
              <a:defRPr sz="1125" b="0">
                <a:solidFill>
                  <a:srgbClr val="475569"/>
                </a:solidFill>
                <a:latin typeface="Montserrat"/>
                <a:ea typeface="Montserrat"/>
                <a:cs typeface="Montserrat"/>
              </a:defRPr>
            </a:lvl8pPr>
            <a:lvl9pPr algn="l">
              <a:defRPr sz="1125" b="0">
                <a:solidFill>
                  <a:srgbClr val="475569"/>
                </a:solidFill>
                <a:latin typeface="Montserrat"/>
                <a:ea typeface="Montserrat"/>
                <a:cs typeface="Montserrat"/>
              </a:defRPr>
            </a:lvl9pPr>
          </a:lstStyle>
          <a:p xmlns:a="http://schemas.openxmlformats.org/drawingml/2006/main">
            <a:pPr algn="l">
              <a:defRPr sz="1125" b="0">
                <a:solidFill>
                  <a:srgbClr val="475569"/>
                </a:solidFill>
                <a:latin typeface="Montserrat"/>
                <a:ea typeface="Montserrat"/>
                <a:cs typeface="Montserrat"/>
              </a:defRPr>
            </a:pPr>
            <a:r>
              <a:rPr sz="1125" b="0">
                <a:solidFill>
                  <a:srgbClr val="475569"/>
                </a:solidFill>
                <a:latin typeface="Montserrat"/>
                <a:ea typeface="Montserrat"/>
                <a:cs typeface="Montserrat"/>
              </a:rPr>
              <a:t>If the private repo will not load, attach AI-COURSE-PACK.md.</a:t>
            </a:r>
          </a:p>
        </p:txBody>
      </p:sp>
      <p:sp>
        <p:nvSpPr>
          <p:cNvPr id="49" name="">
            <a:extLst xmlns:a="http://schemas.openxmlformats.org/drawingml/2006/main">
              <a:ext uri="{FF2B5EF4-FFF2-40B4-BE49-F238E27FC236}">
                <a16:creationId xmlns:a16="http://schemas.microsoft.com/office/drawing/2014/main" id="{56FC3ED2-CAEC-46D8-A701-7D38D2FC7EA6}"/>
              </a:ext>
            </a:extLst>
          </p:cNvPr>
          <p:cNvSpPr>
            <a:spLocks xmlns:a="http://schemas.openxmlformats.org/drawingml/2006/main" noGrp="1"/>
          </p:cNvSpPr>
          <p:nvPr/>
        </p:nvSpPr>
        <p:spPr>
          <a:xfrm xmlns:a="http://schemas.openxmlformats.org/drawingml/2006/main">
            <a:off x="5391150" y="2038350"/>
            <a:ext cx="5829300" cy="2990850"/>
          </a:xfrm>
          <a:prstGeom xmlns:a="http://schemas.openxmlformats.org/drawingml/2006/main" prst="roundRect">
            <a:avLst>
              <a:gd name="adj" fmla="val 4459"/>
            </a:avLst>
          </a:prstGeom>
          <a:solidFill xmlns:a="http://schemas.openxmlformats.org/drawingml/2006/main">
            <a:srgbClr val="FFFFFF"/>
          </a:solidFill>
          <a:ln xmlns:a="http://schemas.openxmlformats.org/drawingml/2006/main" w="9525">
            <a:solidFill>
              <a:srgbClr val="D8E2EF"/>
            </a:solidFill>
            <a:prstDash val="solid"/>
          </a:ln>
        </p:spPr>
      </p:sp>
      <p:pic>
        <p:nvPicPr>
          <p:cNvPr id="50" name="">
            <a:extLst xmlns:a="http://schemas.openxmlformats.org/drawingml/2006/main">
              <a:ext uri="{FF2B5EF4-FFF2-40B4-BE49-F238E27FC236}">
                <a16:creationId xmlns:a16="http://schemas.microsoft.com/office/drawing/2014/main" id="{FE8F049E-483E-4D3B-9BED-CA773F1E7E7D}"/>
              </a:ext>
            </a:extLst>
          </p:cNvPr>
          <p:cNvPicPr>
            <a:picLocks xmlns:a="http://schemas.openxmlformats.org/drawingml/2006/main" noChangeAspect="1"/>
          </p:cNvPicPr>
          <p:nvPr/>
        </p:nvPicPr>
        <p:blipFill>
          <a:blip xmlns:r="http://schemas.openxmlformats.org/officeDocument/2006/relationships" xmlns:a="http://schemas.openxmlformats.org/drawingml/2006/main" r:embed="R43b304af3fcd4ef2"/>
          <a:stretch xmlns:a="http://schemas.openxmlformats.org/drawingml/2006/main"/>
        </p:blipFill>
        <p:spPr>
          <a:xfrm xmlns:a="http://schemas.openxmlformats.org/drawingml/2006/main">
            <a:off x="5410200" y="2284478"/>
            <a:ext cx="5791200" cy="2498593"/>
          </a:xfrm>
          <a:prstGeom xmlns:a="http://schemas.openxmlformats.org/drawingml/2006/main" prst="rect">
            <a:avLst/>
          </a:prstGeom>
        </p:spPr>
      </p:pic>
      <p:sp>
        <p:nvSpPr>
          <p:cNvPr id="51" name="">
            <a:extLst xmlns:a="http://schemas.openxmlformats.org/drawingml/2006/main">
              <a:ext uri="{FF2B5EF4-FFF2-40B4-BE49-F238E27FC236}">
                <a16:creationId xmlns:a16="http://schemas.microsoft.com/office/drawing/2014/main" id="{EE9A26F2-6688-4A98-990C-AE9518FD6EF3}"/>
              </a:ext>
            </a:extLst>
          </p:cNvPr>
          <p:cNvSpPr>
            <a:spLocks xmlns:a="http://schemas.openxmlformats.org/drawingml/2006/main" noGrp="1"/>
          </p:cNvSpPr>
          <p:nvPr/>
        </p:nvSpPr>
        <p:spPr>
          <a:xfrm xmlns:a="http://schemas.openxmlformats.org/drawingml/2006/main">
            <a:off x="647700" y="497205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52" name="">
            <a:extLst xmlns:a="http://schemas.openxmlformats.org/drawingml/2006/main">
              <a:ext uri="{FF2B5EF4-FFF2-40B4-BE49-F238E27FC236}">
                <a16:creationId xmlns:a16="http://schemas.microsoft.com/office/drawing/2014/main" id="{F846DD94-6499-40C6-BC82-2D1A06AC6FCB}"/>
              </a:ext>
            </a:extLst>
          </p:cNvPr>
          <p:cNvSpPr>
            <a:spLocks xmlns:a="http://schemas.openxmlformats.org/drawingml/2006/main" noGrp="1"/>
          </p:cNvSpPr>
          <p:nvPr/>
        </p:nvSpPr>
        <p:spPr>
          <a:xfrm xmlns:a="http://schemas.openxmlformats.org/drawingml/2006/main">
            <a:off x="742950" y="52197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0F172A"/>
                </a:solidFill>
                <a:latin typeface="Montserrat"/>
                <a:ea typeface="Montserrat"/>
                <a:cs typeface="Montserrat"/>
              </a:defRPr>
            </a:defPPr>
            <a:lvl1pPr algn="l">
              <a:defRPr sz="1275" b="1">
                <a:solidFill>
                  <a:srgbClr val="0F172A"/>
                </a:solidFill>
                <a:latin typeface="Montserrat"/>
                <a:ea typeface="Montserrat"/>
                <a:cs typeface="Montserrat"/>
              </a:defRPr>
            </a:lvl1pPr>
            <a:lvl2pPr algn="l">
              <a:defRPr sz="1275" b="1">
                <a:solidFill>
                  <a:srgbClr val="0F172A"/>
                </a:solidFill>
                <a:latin typeface="Montserrat"/>
                <a:ea typeface="Montserrat"/>
                <a:cs typeface="Montserrat"/>
              </a:defRPr>
            </a:lvl2pPr>
            <a:lvl3pPr algn="l">
              <a:defRPr sz="1275" b="1">
                <a:solidFill>
                  <a:srgbClr val="0F172A"/>
                </a:solidFill>
                <a:latin typeface="Montserrat"/>
                <a:ea typeface="Montserrat"/>
                <a:cs typeface="Montserrat"/>
              </a:defRPr>
            </a:lvl3pPr>
            <a:lvl4pPr algn="l">
              <a:defRPr sz="1275" b="1">
                <a:solidFill>
                  <a:srgbClr val="0F172A"/>
                </a:solidFill>
                <a:latin typeface="Montserrat"/>
                <a:ea typeface="Montserrat"/>
                <a:cs typeface="Montserrat"/>
              </a:defRPr>
            </a:lvl4pPr>
            <a:lvl5pPr algn="l">
              <a:defRPr sz="1275" b="1">
                <a:solidFill>
                  <a:srgbClr val="0F172A"/>
                </a:solidFill>
                <a:latin typeface="Montserrat"/>
                <a:ea typeface="Montserrat"/>
                <a:cs typeface="Montserrat"/>
              </a:defRPr>
            </a:lvl5pPr>
            <a:lvl6pPr algn="l">
              <a:defRPr sz="1275" b="1">
                <a:solidFill>
                  <a:srgbClr val="0F172A"/>
                </a:solidFill>
                <a:latin typeface="Montserrat"/>
                <a:ea typeface="Montserrat"/>
                <a:cs typeface="Montserrat"/>
              </a:defRPr>
            </a:lvl6pPr>
            <a:lvl7pPr algn="l">
              <a:defRPr sz="1275" b="1">
                <a:solidFill>
                  <a:srgbClr val="0F172A"/>
                </a:solidFill>
                <a:latin typeface="Montserrat"/>
                <a:ea typeface="Montserrat"/>
                <a:cs typeface="Montserrat"/>
              </a:defRPr>
            </a:lvl7pPr>
            <a:lvl8pPr algn="l">
              <a:defRPr sz="1275" b="1">
                <a:solidFill>
                  <a:srgbClr val="0F172A"/>
                </a:solidFill>
                <a:latin typeface="Montserrat"/>
                <a:ea typeface="Montserrat"/>
                <a:cs typeface="Montserrat"/>
              </a:defRPr>
            </a:lvl8pPr>
            <a:lvl9pPr algn="l">
              <a:defRPr sz="1275" b="1">
                <a:solidFill>
                  <a:srgbClr val="0F172A"/>
                </a:solidFill>
                <a:latin typeface="Montserrat"/>
                <a:ea typeface="Montserrat"/>
                <a:cs typeface="Montserrat"/>
              </a:defRPr>
            </a:lvl9pPr>
          </a:lstStyle>
          <a:p xmlns:a="http://schemas.openxmlformats.org/drawingml/2006/main">
            <a:pPr algn="l">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The first proof is simple: the agent names the files it actually read.</a:t>
            </a:r>
          </a:p>
        </p:txBody>
      </p:sp>
      <p:sp>
        <p:nvSpPr>
          <p:cNvPr id="53" name="">
            <a:extLst xmlns:a="http://schemas.openxmlformats.org/drawingml/2006/main">
              <a:ext uri="{FF2B5EF4-FFF2-40B4-BE49-F238E27FC236}">
                <a16:creationId xmlns:a16="http://schemas.microsoft.com/office/drawing/2014/main" id="{94398AB3-4923-4489-86BF-47C86BDE50C3}"/>
              </a:ext>
            </a:extLst>
          </p:cNvPr>
          <p:cNvSpPr>
            <a:spLocks xmlns:a="http://schemas.openxmlformats.org/drawingml/2006/main" noGrp="1"/>
          </p:cNvSpPr>
          <p:nvPr/>
        </p:nvSpPr>
        <p:spPr>
          <a:xfrm xmlns:a="http://schemas.openxmlformats.org/drawingml/2006/main">
            <a:off x="3667125" y="6381750"/>
            <a:ext cx="4857750" cy="0"/>
          </a:xfrm>
          <a:prstGeom xmlns:a="http://schemas.openxmlformats.org/drawingml/2006/main" prst="line">
            <a:avLst/>
          </a:prstGeom>
          <a:noFill xmlns:a="http://schemas.openxmlformats.org/drawingml/2006/main"/>
          <a:ln xmlns:a="http://schemas.openxmlformats.org/drawingml/2006/main" w="5715">
            <a:solidFill>
              <a:srgbClr val="D8E2EF"/>
            </a:solidFill>
            <a:prstDash val="solid"/>
          </a:ln>
        </p:spPr>
      </p:sp>
      <p:sp>
        <p:nvSpPr>
          <p:cNvPr id="54" name="">
            <a:extLst xmlns:a="http://schemas.openxmlformats.org/drawingml/2006/main">
              <a:ext uri="{FF2B5EF4-FFF2-40B4-BE49-F238E27FC236}">
                <a16:creationId xmlns:a16="http://schemas.microsoft.com/office/drawing/2014/main" id="{8706A0B1-3470-4C2E-A19E-D718855D0647}"/>
              </a:ext>
            </a:extLst>
          </p:cNvPr>
          <p:cNvSpPr>
            <a:spLocks xmlns:a="http://schemas.openxmlformats.org/drawingml/2006/main" noGrp="1"/>
          </p:cNvSpPr>
          <p:nvPr/>
        </p:nvSpPr>
        <p:spPr>
          <a:xfrm xmlns:a="http://schemas.openxmlformats.org/drawingml/2006/main">
            <a:off x="36337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55" name="">
            <a:extLst xmlns:a="http://schemas.openxmlformats.org/drawingml/2006/main">
              <a:ext uri="{FF2B5EF4-FFF2-40B4-BE49-F238E27FC236}">
                <a16:creationId xmlns:a16="http://schemas.microsoft.com/office/drawing/2014/main" id="{BF5F5C92-9905-49EB-8E66-B6536B3AD297}"/>
              </a:ext>
            </a:extLst>
          </p:cNvPr>
          <p:cNvSpPr>
            <a:spLocks xmlns:a="http://schemas.openxmlformats.org/drawingml/2006/main" noGrp="1"/>
          </p:cNvSpPr>
          <p:nvPr/>
        </p:nvSpPr>
        <p:spPr>
          <a:xfrm xmlns:a="http://schemas.openxmlformats.org/drawingml/2006/main">
            <a:off x="32670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PLAN</a:t>
            </a:r>
          </a:p>
        </p:txBody>
      </p:sp>
      <p:sp>
        <p:nvSpPr>
          <p:cNvPr id="56" name="">
            <a:extLst xmlns:a="http://schemas.openxmlformats.org/drawingml/2006/main">
              <a:ext uri="{FF2B5EF4-FFF2-40B4-BE49-F238E27FC236}">
                <a16:creationId xmlns:a16="http://schemas.microsoft.com/office/drawing/2014/main" id="{22B028AD-86DD-4308-A134-7422D110E211}"/>
              </a:ext>
            </a:extLst>
          </p:cNvPr>
          <p:cNvSpPr>
            <a:spLocks xmlns:a="http://schemas.openxmlformats.org/drawingml/2006/main" noGrp="1"/>
          </p:cNvSpPr>
          <p:nvPr/>
        </p:nvSpPr>
        <p:spPr>
          <a:xfrm xmlns:a="http://schemas.openxmlformats.org/drawingml/2006/main">
            <a:off x="46053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57" name="">
            <a:extLst xmlns:a="http://schemas.openxmlformats.org/drawingml/2006/main">
              <a:ext uri="{FF2B5EF4-FFF2-40B4-BE49-F238E27FC236}">
                <a16:creationId xmlns:a16="http://schemas.microsoft.com/office/drawing/2014/main" id="{25A36529-693B-4CC6-AA78-84A70A38C696}"/>
              </a:ext>
            </a:extLst>
          </p:cNvPr>
          <p:cNvSpPr>
            <a:spLocks xmlns:a="http://schemas.openxmlformats.org/drawingml/2006/main" noGrp="1"/>
          </p:cNvSpPr>
          <p:nvPr/>
        </p:nvSpPr>
        <p:spPr>
          <a:xfrm xmlns:a="http://schemas.openxmlformats.org/drawingml/2006/main">
            <a:off x="42386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DESIGN</a:t>
            </a:r>
          </a:p>
        </p:txBody>
      </p:sp>
      <p:sp>
        <p:nvSpPr>
          <p:cNvPr id="58" name="">
            <a:extLst xmlns:a="http://schemas.openxmlformats.org/drawingml/2006/main">
              <a:ext uri="{FF2B5EF4-FFF2-40B4-BE49-F238E27FC236}">
                <a16:creationId xmlns:a16="http://schemas.microsoft.com/office/drawing/2014/main" id="{989E72FF-BD54-43BD-A9D2-FB96ABB734E4}"/>
              </a:ext>
            </a:extLst>
          </p:cNvPr>
          <p:cNvSpPr>
            <a:spLocks xmlns:a="http://schemas.openxmlformats.org/drawingml/2006/main" noGrp="1"/>
          </p:cNvSpPr>
          <p:nvPr/>
        </p:nvSpPr>
        <p:spPr>
          <a:xfrm xmlns:a="http://schemas.openxmlformats.org/drawingml/2006/main">
            <a:off x="55768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59" name="">
            <a:extLst xmlns:a="http://schemas.openxmlformats.org/drawingml/2006/main">
              <a:ext uri="{FF2B5EF4-FFF2-40B4-BE49-F238E27FC236}">
                <a16:creationId xmlns:a16="http://schemas.microsoft.com/office/drawing/2014/main" id="{E7E5C5DA-C421-493B-9CEF-4276A2C0C096}"/>
              </a:ext>
            </a:extLst>
          </p:cNvPr>
          <p:cNvSpPr>
            <a:spLocks xmlns:a="http://schemas.openxmlformats.org/drawingml/2006/main" noGrp="1"/>
          </p:cNvSpPr>
          <p:nvPr/>
        </p:nvSpPr>
        <p:spPr>
          <a:xfrm xmlns:a="http://schemas.openxmlformats.org/drawingml/2006/main">
            <a:off x="52101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BUILD</a:t>
            </a:r>
          </a:p>
        </p:txBody>
      </p:sp>
      <p:sp>
        <p:nvSpPr>
          <p:cNvPr id="60" name="">
            <a:extLst xmlns:a="http://schemas.openxmlformats.org/drawingml/2006/main">
              <a:ext uri="{FF2B5EF4-FFF2-40B4-BE49-F238E27FC236}">
                <a16:creationId xmlns:a16="http://schemas.microsoft.com/office/drawing/2014/main" id="{469059E0-7975-4F27-A1D7-13961C430A8F}"/>
              </a:ext>
            </a:extLst>
          </p:cNvPr>
          <p:cNvSpPr>
            <a:spLocks xmlns:a="http://schemas.openxmlformats.org/drawingml/2006/main" noGrp="1"/>
          </p:cNvSpPr>
          <p:nvPr/>
        </p:nvSpPr>
        <p:spPr>
          <a:xfrm xmlns:a="http://schemas.openxmlformats.org/drawingml/2006/main">
            <a:off x="65484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61" name="">
            <a:extLst xmlns:a="http://schemas.openxmlformats.org/drawingml/2006/main">
              <a:ext uri="{FF2B5EF4-FFF2-40B4-BE49-F238E27FC236}">
                <a16:creationId xmlns:a16="http://schemas.microsoft.com/office/drawing/2014/main" id="{A6CB37CF-C977-4CFD-ACD8-4499797C1F76}"/>
              </a:ext>
            </a:extLst>
          </p:cNvPr>
          <p:cNvSpPr>
            <a:spLocks xmlns:a="http://schemas.openxmlformats.org/drawingml/2006/main" noGrp="1"/>
          </p:cNvSpPr>
          <p:nvPr/>
        </p:nvSpPr>
        <p:spPr>
          <a:xfrm xmlns:a="http://schemas.openxmlformats.org/drawingml/2006/main">
            <a:off x="61817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TEST</a:t>
            </a:r>
          </a:p>
        </p:txBody>
      </p:sp>
      <p:sp>
        <p:nvSpPr>
          <p:cNvPr id="62" name="">
            <a:extLst xmlns:a="http://schemas.openxmlformats.org/drawingml/2006/main">
              <a:ext uri="{FF2B5EF4-FFF2-40B4-BE49-F238E27FC236}">
                <a16:creationId xmlns:a16="http://schemas.microsoft.com/office/drawing/2014/main" id="{2B57A7B0-CAD0-4C25-A738-F572116908CD}"/>
              </a:ext>
            </a:extLst>
          </p:cNvPr>
          <p:cNvSpPr>
            <a:spLocks xmlns:a="http://schemas.openxmlformats.org/drawingml/2006/main" noGrp="1"/>
          </p:cNvSpPr>
          <p:nvPr/>
        </p:nvSpPr>
        <p:spPr>
          <a:xfrm xmlns:a="http://schemas.openxmlformats.org/drawingml/2006/main">
            <a:off x="75199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63" name="">
            <a:extLst xmlns:a="http://schemas.openxmlformats.org/drawingml/2006/main">
              <a:ext uri="{FF2B5EF4-FFF2-40B4-BE49-F238E27FC236}">
                <a16:creationId xmlns:a16="http://schemas.microsoft.com/office/drawing/2014/main" id="{B5BD4C8E-AEF1-4007-85C3-8082D72496D0}"/>
              </a:ext>
            </a:extLst>
          </p:cNvPr>
          <p:cNvSpPr>
            <a:spLocks xmlns:a="http://schemas.openxmlformats.org/drawingml/2006/main" noGrp="1"/>
          </p:cNvSpPr>
          <p:nvPr/>
        </p:nvSpPr>
        <p:spPr>
          <a:xfrm xmlns:a="http://schemas.openxmlformats.org/drawingml/2006/main">
            <a:off x="71532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DEPLOY</a:t>
            </a:r>
          </a:p>
        </p:txBody>
      </p:sp>
      <p:sp>
        <p:nvSpPr>
          <p:cNvPr id="64" name="">
            <a:extLst xmlns:a="http://schemas.openxmlformats.org/drawingml/2006/main">
              <a:ext uri="{FF2B5EF4-FFF2-40B4-BE49-F238E27FC236}">
                <a16:creationId xmlns:a16="http://schemas.microsoft.com/office/drawing/2014/main" id="{8093D6A8-47A1-4275-975B-793127B56975}"/>
              </a:ext>
            </a:extLst>
          </p:cNvPr>
          <p:cNvSpPr>
            <a:spLocks xmlns:a="http://schemas.openxmlformats.org/drawingml/2006/main" noGrp="1"/>
          </p:cNvSpPr>
          <p:nvPr/>
        </p:nvSpPr>
        <p:spPr>
          <a:xfrm xmlns:a="http://schemas.openxmlformats.org/drawingml/2006/main">
            <a:off x="84915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65" name="">
            <a:extLst xmlns:a="http://schemas.openxmlformats.org/drawingml/2006/main">
              <a:ext uri="{FF2B5EF4-FFF2-40B4-BE49-F238E27FC236}">
                <a16:creationId xmlns:a16="http://schemas.microsoft.com/office/drawing/2014/main" id="{7F79B2B3-55CB-4036-B5F5-4EB1B2C072C2}"/>
              </a:ext>
            </a:extLst>
          </p:cNvPr>
          <p:cNvSpPr>
            <a:spLocks xmlns:a="http://schemas.openxmlformats.org/drawingml/2006/main" noGrp="1"/>
          </p:cNvSpPr>
          <p:nvPr/>
        </p:nvSpPr>
        <p:spPr>
          <a:xfrm xmlns:a="http://schemas.openxmlformats.org/drawingml/2006/main">
            <a:off x="81248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MAINTAIN</a:t>
            </a:r>
          </a:p>
        </p:txBody>
      </p:sp>
    </p:spTree>
    <p:extLst>
      <p:ext uri="{BB962C8B-B14F-4D97-AF65-F5344CB8AC3E}">
        <p14:creationId xmlns:p14="http://schemas.microsoft.com/office/powerpoint/2010/main" val="201219682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3D361B2A-7D40-4AE5-B8F1-A3B117F0BCC8}"/>
              </a:ext>
            </a:extLst>
          </p:cNvPr>
          <p:cNvPicPr>
            <a:picLocks xmlns:a="http://schemas.openxmlformats.org/drawingml/2006/main" noChangeAspect="1"/>
          </p:cNvPicPr>
          <p:nvPr/>
        </p:nvPicPr>
        <p:blipFill>
          <a:blip xmlns:r="http://schemas.openxmlformats.org/officeDocument/2006/relationships" xmlns:a="http://schemas.openxmlformats.org/drawingml/2006/main" r:embed="Rddc9a93e986d4973"/>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F07ABF80-503D-4F6A-8A45-9815A34FBEED}"/>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22 / 63</a:t>
            </a:r>
            <a:endParaRPr sz="900"/>
          </a:p>
        </p:txBody>
      </p:sp>
      <p:sp>
        <p:nvSpPr>
          <p:cNvPr id="33" name="">
            <a:extLst xmlns:a="http://schemas.openxmlformats.org/drawingml/2006/main">
              <a:ext uri="{FF2B5EF4-FFF2-40B4-BE49-F238E27FC236}">
                <a16:creationId xmlns:a16="http://schemas.microsoft.com/office/drawing/2014/main" id="{2ED76B3C-867B-4E95-BE9C-F6BDEA6C06BF}"/>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307FE2"/>
                </a:solidFill>
                <a:latin typeface="Montserrat"/>
                <a:ea typeface="Montserrat"/>
                <a:cs typeface="Montserrat"/>
              </a:defRPr>
            </a:defPPr>
            <a:lvl1pPr algn="l">
              <a:defRPr sz="1050" b="1">
                <a:solidFill>
                  <a:srgbClr val="307FE2"/>
                </a:solidFill>
                <a:latin typeface="Montserrat"/>
                <a:ea typeface="Montserrat"/>
                <a:cs typeface="Montserrat"/>
              </a:defRPr>
            </a:lvl1pPr>
            <a:lvl2pPr algn="l">
              <a:defRPr sz="1050" b="1">
                <a:solidFill>
                  <a:srgbClr val="307FE2"/>
                </a:solidFill>
                <a:latin typeface="Montserrat"/>
                <a:ea typeface="Montserrat"/>
                <a:cs typeface="Montserrat"/>
              </a:defRPr>
            </a:lvl2pPr>
            <a:lvl3pPr algn="l">
              <a:defRPr sz="1050" b="1">
                <a:solidFill>
                  <a:srgbClr val="307FE2"/>
                </a:solidFill>
                <a:latin typeface="Montserrat"/>
                <a:ea typeface="Montserrat"/>
                <a:cs typeface="Montserrat"/>
              </a:defRPr>
            </a:lvl3pPr>
            <a:lvl4pPr algn="l">
              <a:defRPr sz="1050" b="1">
                <a:solidFill>
                  <a:srgbClr val="307FE2"/>
                </a:solidFill>
                <a:latin typeface="Montserrat"/>
                <a:ea typeface="Montserrat"/>
                <a:cs typeface="Montserrat"/>
              </a:defRPr>
            </a:lvl4pPr>
            <a:lvl5pPr algn="l">
              <a:defRPr sz="1050" b="1">
                <a:solidFill>
                  <a:srgbClr val="307FE2"/>
                </a:solidFill>
                <a:latin typeface="Montserrat"/>
                <a:ea typeface="Montserrat"/>
                <a:cs typeface="Montserrat"/>
              </a:defRPr>
            </a:lvl5pPr>
            <a:lvl6pPr algn="l">
              <a:defRPr sz="1050" b="1">
                <a:solidFill>
                  <a:srgbClr val="307FE2"/>
                </a:solidFill>
                <a:latin typeface="Montserrat"/>
                <a:ea typeface="Montserrat"/>
                <a:cs typeface="Montserrat"/>
              </a:defRPr>
            </a:lvl6pPr>
            <a:lvl7pPr algn="l">
              <a:defRPr sz="1050" b="1">
                <a:solidFill>
                  <a:srgbClr val="307FE2"/>
                </a:solidFill>
                <a:latin typeface="Montserrat"/>
                <a:ea typeface="Montserrat"/>
                <a:cs typeface="Montserrat"/>
              </a:defRPr>
            </a:lvl7pPr>
            <a:lvl8pPr algn="l">
              <a:defRPr sz="1050" b="1">
                <a:solidFill>
                  <a:srgbClr val="307FE2"/>
                </a:solidFill>
                <a:latin typeface="Montserrat"/>
                <a:ea typeface="Montserrat"/>
                <a:cs typeface="Montserrat"/>
              </a:defRPr>
            </a:lvl8pPr>
            <a:lvl9pPr algn="l">
              <a:defRPr sz="1050" b="1">
                <a:solidFill>
                  <a:srgbClr val="307FE2"/>
                </a:solidFill>
                <a:latin typeface="Montserrat"/>
                <a:ea typeface="Montserrat"/>
                <a:cs typeface="Montserrat"/>
              </a:defRPr>
            </a:lvl9pPr>
          </a:lstStyle>
          <a:p xmlns:a="http://schemas.openxmlformats.org/drawingml/2006/main">
            <a:pPr algn="l">
              <a:defRPr sz="1050" b="1">
                <a:solidFill>
                  <a:srgbClr val="307FE2"/>
                </a:solidFill>
                <a:latin typeface="Montserrat"/>
                <a:ea typeface="Montserrat"/>
                <a:cs typeface="Montserrat"/>
              </a:defRPr>
            </a:pPr>
            <a:r>
              <a:rPr sz="1050" b="1">
                <a:solidFill>
                  <a:srgbClr val="307FE2"/>
                </a:solidFill>
                <a:latin typeface="Montserrat"/>
                <a:ea typeface="Montserrat"/>
                <a:cs typeface="Montserrat"/>
              </a:rPr>
              <a:t>// SETUP · GITHUB</a:t>
            </a:r>
          </a:p>
        </p:txBody>
      </p:sp>
      <p:sp>
        <p:nvSpPr>
          <p:cNvPr id="34" name="">
            <a:extLst xmlns:a="http://schemas.openxmlformats.org/drawingml/2006/main">
              <a:ext uri="{FF2B5EF4-FFF2-40B4-BE49-F238E27FC236}">
                <a16:creationId xmlns:a16="http://schemas.microsoft.com/office/drawing/2014/main" id="{CD4EA5C0-0119-40CF-B882-FA3F98F70178}"/>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94A3B8"/>
                </a:solidFill>
                <a:latin typeface="Montserrat"/>
                <a:ea typeface="Montserrat"/>
                <a:cs typeface="Montserrat"/>
              </a:defRPr>
            </a:defPPr>
            <a:lvl1pPr algn="r">
              <a:defRPr sz="900" b="0">
                <a:solidFill>
                  <a:srgbClr val="94A3B8"/>
                </a:solidFill>
                <a:latin typeface="Montserrat"/>
                <a:ea typeface="Montserrat"/>
                <a:cs typeface="Montserrat"/>
              </a:defRPr>
            </a:lvl1pPr>
            <a:lvl2pPr algn="r">
              <a:defRPr sz="900" b="0">
                <a:solidFill>
                  <a:srgbClr val="94A3B8"/>
                </a:solidFill>
                <a:latin typeface="Montserrat"/>
                <a:ea typeface="Montserrat"/>
                <a:cs typeface="Montserrat"/>
              </a:defRPr>
            </a:lvl2pPr>
            <a:lvl3pPr algn="r">
              <a:defRPr sz="900" b="0">
                <a:solidFill>
                  <a:srgbClr val="94A3B8"/>
                </a:solidFill>
                <a:latin typeface="Montserrat"/>
                <a:ea typeface="Montserrat"/>
                <a:cs typeface="Montserrat"/>
              </a:defRPr>
            </a:lvl3pPr>
            <a:lvl4pPr algn="r">
              <a:defRPr sz="900" b="0">
                <a:solidFill>
                  <a:srgbClr val="94A3B8"/>
                </a:solidFill>
                <a:latin typeface="Montserrat"/>
                <a:ea typeface="Montserrat"/>
                <a:cs typeface="Montserrat"/>
              </a:defRPr>
            </a:lvl4pPr>
            <a:lvl5pPr algn="r">
              <a:defRPr sz="900" b="0">
                <a:solidFill>
                  <a:srgbClr val="94A3B8"/>
                </a:solidFill>
                <a:latin typeface="Montserrat"/>
                <a:ea typeface="Montserrat"/>
                <a:cs typeface="Montserrat"/>
              </a:defRPr>
            </a:lvl5pPr>
            <a:lvl6pPr algn="r">
              <a:defRPr sz="900" b="0">
                <a:solidFill>
                  <a:srgbClr val="94A3B8"/>
                </a:solidFill>
                <a:latin typeface="Montserrat"/>
                <a:ea typeface="Montserrat"/>
                <a:cs typeface="Montserrat"/>
              </a:defRPr>
            </a:lvl6pPr>
            <a:lvl7pPr algn="r">
              <a:defRPr sz="900" b="0">
                <a:solidFill>
                  <a:srgbClr val="94A3B8"/>
                </a:solidFill>
                <a:latin typeface="Montserrat"/>
                <a:ea typeface="Montserrat"/>
                <a:cs typeface="Montserrat"/>
              </a:defRPr>
            </a:lvl7pPr>
            <a:lvl8pPr algn="r">
              <a:defRPr sz="900" b="0">
                <a:solidFill>
                  <a:srgbClr val="94A3B8"/>
                </a:solidFill>
                <a:latin typeface="Montserrat"/>
                <a:ea typeface="Montserrat"/>
                <a:cs typeface="Montserrat"/>
              </a:defRPr>
            </a:lvl8pPr>
            <a:lvl9pPr algn="r">
              <a:defRPr sz="900" b="0">
                <a:solidFill>
                  <a:srgbClr val="94A3B8"/>
                </a:solidFill>
                <a:latin typeface="Montserrat"/>
                <a:ea typeface="Montserrat"/>
                <a:cs typeface="Montserrat"/>
              </a:defRPr>
            </a:lvl9pPr>
          </a:lstStyle>
          <a:p xmlns:a="http://schemas.openxmlformats.org/drawingml/2006/main">
            <a:pPr algn="r">
              <a:defRPr sz="900" b="0">
                <a:solidFill>
                  <a:srgbClr val="94A3B8"/>
                </a:solidFill>
                <a:latin typeface="Montserrat"/>
                <a:ea typeface="Montserrat"/>
                <a:cs typeface="Montserrat"/>
              </a:defRPr>
            </a:pPr>
            <a:r>
              <a:rPr sz="900" b="0">
                <a:solidFill>
                  <a:srgbClr val="94A3B8"/>
                </a:solidFill>
                <a:latin typeface="Montserrat"/>
                <a:ea typeface="Montserrat"/>
                <a:cs typeface="Montserrat"/>
              </a:rPr>
              <a:t>1:15–1:25</a:t>
            </a:r>
          </a:p>
        </p:txBody>
      </p:sp>
      <p:sp>
        <p:nvSpPr>
          <p:cNvPr id="35" name="">
            <a:extLst xmlns:a="http://schemas.openxmlformats.org/drawingml/2006/main">
              <a:ext uri="{FF2B5EF4-FFF2-40B4-BE49-F238E27FC236}">
                <a16:creationId xmlns:a16="http://schemas.microsoft.com/office/drawing/2014/main" id="{CCBC4EE1-A5D3-4A2F-B72F-8BA68D1F4E45}"/>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How work moves in GitHub</a:t>
            </a:r>
          </a:p>
        </p:txBody>
      </p:sp>
      <p:sp>
        <p:nvSpPr>
          <p:cNvPr id="36" name="">
            <a:extLst xmlns:a="http://schemas.openxmlformats.org/drawingml/2006/main">
              <a:ext uri="{FF2B5EF4-FFF2-40B4-BE49-F238E27FC236}">
                <a16:creationId xmlns:a16="http://schemas.microsoft.com/office/drawing/2014/main" id="{F4A931B3-E3A3-4D83-956C-2ACDF09AF885}"/>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PROJECT → PROPOSED CHANGE → REVIEW → ACCEPTED VERSION</a:t>
            </a:r>
          </a:p>
        </p:txBody>
      </p:sp>
      <p:sp>
        <p:nvSpPr>
          <p:cNvPr id="37" name="">
            <a:extLst xmlns:a="http://schemas.openxmlformats.org/drawingml/2006/main">
              <a:ext uri="{FF2B5EF4-FFF2-40B4-BE49-F238E27FC236}">
                <a16:creationId xmlns:a16="http://schemas.microsoft.com/office/drawing/2014/main" id="{7366815A-BD29-4AB5-99E5-4B1486E90FFB}"/>
              </a:ext>
            </a:extLst>
          </p:cNvPr>
          <p:cNvSpPr>
            <a:spLocks xmlns:a="http://schemas.openxmlformats.org/drawingml/2006/main" noGrp="1"/>
          </p:cNvSpPr>
          <p:nvPr/>
        </p:nvSpPr>
        <p:spPr>
          <a:xfrm xmlns:a="http://schemas.openxmlformats.org/drawingml/2006/main">
            <a:off x="742950" y="2057400"/>
            <a:ext cx="10325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475569"/>
                </a:solidFill>
                <a:latin typeface="Montserrat"/>
                <a:ea typeface="Montserrat"/>
                <a:cs typeface="Montserrat"/>
              </a:defRPr>
            </a:defPPr>
            <a:lvl1pPr algn="l">
              <a:defRPr sz="1050" b="1">
                <a:solidFill>
                  <a:srgbClr val="475569"/>
                </a:solidFill>
                <a:latin typeface="Montserrat"/>
                <a:ea typeface="Montserrat"/>
                <a:cs typeface="Montserrat"/>
              </a:defRPr>
            </a:lvl1pPr>
            <a:lvl2pPr algn="l">
              <a:defRPr sz="1050" b="1">
                <a:solidFill>
                  <a:srgbClr val="475569"/>
                </a:solidFill>
                <a:latin typeface="Montserrat"/>
                <a:ea typeface="Montserrat"/>
                <a:cs typeface="Montserrat"/>
              </a:defRPr>
            </a:lvl2pPr>
            <a:lvl3pPr algn="l">
              <a:defRPr sz="1050" b="1">
                <a:solidFill>
                  <a:srgbClr val="475569"/>
                </a:solidFill>
                <a:latin typeface="Montserrat"/>
                <a:ea typeface="Montserrat"/>
                <a:cs typeface="Montserrat"/>
              </a:defRPr>
            </a:lvl3pPr>
            <a:lvl4pPr algn="l">
              <a:defRPr sz="1050" b="1">
                <a:solidFill>
                  <a:srgbClr val="475569"/>
                </a:solidFill>
                <a:latin typeface="Montserrat"/>
                <a:ea typeface="Montserrat"/>
                <a:cs typeface="Montserrat"/>
              </a:defRPr>
            </a:lvl4pPr>
            <a:lvl5pPr algn="l">
              <a:defRPr sz="1050" b="1">
                <a:solidFill>
                  <a:srgbClr val="475569"/>
                </a:solidFill>
                <a:latin typeface="Montserrat"/>
                <a:ea typeface="Montserrat"/>
                <a:cs typeface="Montserrat"/>
              </a:defRPr>
            </a:lvl5pPr>
            <a:lvl6pPr algn="l">
              <a:defRPr sz="1050" b="1">
                <a:solidFill>
                  <a:srgbClr val="475569"/>
                </a:solidFill>
                <a:latin typeface="Montserrat"/>
                <a:ea typeface="Montserrat"/>
                <a:cs typeface="Montserrat"/>
              </a:defRPr>
            </a:lvl6pPr>
            <a:lvl7pPr algn="l">
              <a:defRPr sz="1050" b="1">
                <a:solidFill>
                  <a:srgbClr val="475569"/>
                </a:solidFill>
                <a:latin typeface="Montserrat"/>
                <a:ea typeface="Montserrat"/>
                <a:cs typeface="Montserrat"/>
              </a:defRPr>
            </a:lvl7pPr>
            <a:lvl8pPr algn="l">
              <a:defRPr sz="1050" b="1">
                <a:solidFill>
                  <a:srgbClr val="475569"/>
                </a:solidFill>
                <a:latin typeface="Montserrat"/>
                <a:ea typeface="Montserrat"/>
                <a:cs typeface="Montserrat"/>
              </a:defRPr>
            </a:lvl8pPr>
            <a:lvl9pPr algn="l">
              <a:defRPr sz="1050" b="1">
                <a:solidFill>
                  <a:srgbClr val="475569"/>
                </a:solidFill>
                <a:latin typeface="Montserrat"/>
                <a:ea typeface="Montserrat"/>
                <a:cs typeface="Montserrat"/>
              </a:defRPr>
            </a:lvl9pPr>
          </a:lstStyle>
          <a:p xmlns:a="http://schemas.openxmlformats.org/drawingml/2006/main">
            <a:pPr algn="l">
              <a:defRPr sz="1050" b="1">
                <a:solidFill>
                  <a:srgbClr val="475569"/>
                </a:solidFill>
                <a:latin typeface="Montserrat"/>
                <a:ea typeface="Montserrat"/>
                <a:cs typeface="Montserrat"/>
              </a:defRPr>
            </a:pPr>
            <a:r>
              <a:rPr sz="1050" b="1">
                <a:solidFill>
                  <a:srgbClr val="475569"/>
                </a:solidFill>
                <a:latin typeface="Montserrat"/>
                <a:ea typeface="Montserrat"/>
                <a:cs typeface="Montserrat"/>
              </a:rPr>
              <a:t>SETUP  Create an account you control · verify the email · turn on two-factor authentication</a:t>
            </a:r>
          </a:p>
        </p:txBody>
      </p:sp>
      <p:sp>
        <p:nvSpPr>
          <p:cNvPr id="38" name="">
            <a:extLst xmlns:a="http://schemas.openxmlformats.org/drawingml/2006/main">
              <a:ext uri="{FF2B5EF4-FFF2-40B4-BE49-F238E27FC236}">
                <a16:creationId xmlns:a16="http://schemas.microsoft.com/office/drawing/2014/main" id="{1F7F894C-FF5D-41F0-BC0F-D081028C6B56}"/>
              </a:ext>
            </a:extLst>
          </p:cNvPr>
          <p:cNvSpPr>
            <a:spLocks xmlns:a="http://schemas.openxmlformats.org/drawingml/2006/main" noGrp="1"/>
          </p:cNvSpPr>
          <p:nvPr/>
        </p:nvSpPr>
        <p:spPr>
          <a:xfrm xmlns:a="http://schemas.openxmlformats.org/drawingml/2006/main">
            <a:off x="1428750" y="2686050"/>
            <a:ext cx="9144000" cy="0"/>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39" name="">
            <a:extLst xmlns:a="http://schemas.openxmlformats.org/drawingml/2006/main">
              <a:ext uri="{FF2B5EF4-FFF2-40B4-BE49-F238E27FC236}">
                <a16:creationId xmlns:a16="http://schemas.microsoft.com/office/drawing/2014/main" id="{F9EC4286-CFF6-4059-80A6-547045D0B6E2}"/>
              </a:ext>
            </a:extLst>
          </p:cNvPr>
          <p:cNvSpPr>
            <a:spLocks xmlns:a="http://schemas.openxmlformats.org/drawingml/2006/main" noGrp="1"/>
          </p:cNvSpPr>
          <p:nvPr/>
        </p:nvSpPr>
        <p:spPr>
          <a:xfrm xmlns:a="http://schemas.openxmlformats.org/drawingml/2006/main">
            <a:off x="1362075" y="2619375"/>
            <a:ext cx="133350" cy="133350"/>
          </a:xfrm>
          <a:prstGeom xmlns:a="http://schemas.openxmlformats.org/drawingml/2006/main" prst="ellipse">
            <a:avLst/>
          </a:prstGeom>
          <a:solidFill xmlns:a="http://schemas.openxmlformats.org/drawingml/2006/main">
            <a:srgbClr val="FFFFFF"/>
          </a:solidFill>
          <a:ln xmlns:a="http://schemas.openxmlformats.org/drawingml/2006/main" w="9525">
            <a:solidFill>
              <a:srgbClr val="307FE2"/>
            </a:solidFill>
            <a:prstDash val="solid"/>
          </a:ln>
        </p:spPr>
      </p:sp>
      <p:sp>
        <p:nvSpPr>
          <p:cNvPr id="40" name="">
            <a:extLst xmlns:a="http://schemas.openxmlformats.org/drawingml/2006/main">
              <a:ext uri="{FF2B5EF4-FFF2-40B4-BE49-F238E27FC236}">
                <a16:creationId xmlns:a16="http://schemas.microsoft.com/office/drawing/2014/main" id="{C84BA635-8E1B-4CC3-BA83-013AA9D7A868}"/>
              </a:ext>
            </a:extLst>
          </p:cNvPr>
          <p:cNvSpPr>
            <a:spLocks xmlns:a="http://schemas.openxmlformats.org/drawingml/2006/main" noGrp="1"/>
          </p:cNvSpPr>
          <p:nvPr/>
        </p:nvSpPr>
        <p:spPr>
          <a:xfrm xmlns:a="http://schemas.openxmlformats.org/drawingml/2006/main">
            <a:off x="428625" y="29146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500" b="1">
                <a:solidFill>
                  <a:srgbClr val="0F172A"/>
                </a:solidFill>
                <a:latin typeface="Montserrat"/>
                <a:ea typeface="Montserrat"/>
                <a:cs typeface="Montserrat"/>
              </a:defRPr>
            </a:defPPr>
            <a:lvl1pPr algn="ctr">
              <a:defRPr sz="1500" b="1">
                <a:solidFill>
                  <a:srgbClr val="0F172A"/>
                </a:solidFill>
                <a:latin typeface="Montserrat"/>
                <a:ea typeface="Montserrat"/>
                <a:cs typeface="Montserrat"/>
              </a:defRPr>
            </a:lvl1pPr>
            <a:lvl2pPr algn="ctr">
              <a:defRPr sz="1500" b="1">
                <a:solidFill>
                  <a:srgbClr val="0F172A"/>
                </a:solidFill>
                <a:latin typeface="Montserrat"/>
                <a:ea typeface="Montserrat"/>
                <a:cs typeface="Montserrat"/>
              </a:defRPr>
            </a:lvl2pPr>
            <a:lvl3pPr algn="ctr">
              <a:defRPr sz="1500" b="1">
                <a:solidFill>
                  <a:srgbClr val="0F172A"/>
                </a:solidFill>
                <a:latin typeface="Montserrat"/>
                <a:ea typeface="Montserrat"/>
                <a:cs typeface="Montserrat"/>
              </a:defRPr>
            </a:lvl3pPr>
            <a:lvl4pPr algn="ctr">
              <a:defRPr sz="1500" b="1">
                <a:solidFill>
                  <a:srgbClr val="0F172A"/>
                </a:solidFill>
                <a:latin typeface="Montserrat"/>
                <a:ea typeface="Montserrat"/>
                <a:cs typeface="Montserrat"/>
              </a:defRPr>
            </a:lvl4pPr>
            <a:lvl5pPr algn="ctr">
              <a:defRPr sz="1500" b="1">
                <a:solidFill>
                  <a:srgbClr val="0F172A"/>
                </a:solidFill>
                <a:latin typeface="Montserrat"/>
                <a:ea typeface="Montserrat"/>
                <a:cs typeface="Montserrat"/>
              </a:defRPr>
            </a:lvl5pPr>
            <a:lvl6pPr algn="ctr">
              <a:defRPr sz="1500" b="1">
                <a:solidFill>
                  <a:srgbClr val="0F172A"/>
                </a:solidFill>
                <a:latin typeface="Montserrat"/>
                <a:ea typeface="Montserrat"/>
                <a:cs typeface="Montserrat"/>
              </a:defRPr>
            </a:lvl6pPr>
            <a:lvl7pPr algn="ctr">
              <a:defRPr sz="1500" b="1">
                <a:solidFill>
                  <a:srgbClr val="0F172A"/>
                </a:solidFill>
                <a:latin typeface="Montserrat"/>
                <a:ea typeface="Montserrat"/>
                <a:cs typeface="Montserrat"/>
              </a:defRPr>
            </a:lvl7pPr>
            <a:lvl8pPr algn="ctr">
              <a:defRPr sz="1500" b="1">
                <a:solidFill>
                  <a:srgbClr val="0F172A"/>
                </a:solidFill>
                <a:latin typeface="Montserrat"/>
                <a:ea typeface="Montserrat"/>
                <a:cs typeface="Montserrat"/>
              </a:defRPr>
            </a:lvl8pPr>
            <a:lvl9pPr algn="ctr">
              <a:defRPr sz="1500" b="1">
                <a:solidFill>
                  <a:srgbClr val="0F172A"/>
                </a:solidFill>
                <a:latin typeface="Montserrat"/>
                <a:ea typeface="Montserrat"/>
                <a:cs typeface="Montserrat"/>
              </a:defRPr>
            </a:lvl9pPr>
          </a:lstStyle>
          <a:p xmlns:a="http://schemas.openxmlformats.org/drawingml/2006/main">
            <a:pPr algn="ctr">
              <a:defRPr sz="1500" b="1">
                <a:solidFill>
                  <a:srgbClr val="0F172A"/>
                </a:solidFill>
                <a:latin typeface="Montserrat"/>
                <a:ea typeface="Montserrat"/>
                <a:cs typeface="Montserrat"/>
              </a:defRPr>
            </a:pPr>
            <a:r>
              <a:rPr sz="1500" b="1">
                <a:solidFill>
                  <a:srgbClr val="0F172A"/>
                </a:solidFill>
                <a:latin typeface="Montserrat"/>
                <a:ea typeface="Montserrat"/>
                <a:cs typeface="Montserrat"/>
              </a:rPr>
              <a:t>Repo</a:t>
            </a:r>
          </a:p>
        </p:txBody>
      </p:sp>
      <p:sp>
        <p:nvSpPr>
          <p:cNvPr id="41" name="">
            <a:extLst xmlns:a="http://schemas.openxmlformats.org/drawingml/2006/main">
              <a:ext uri="{FF2B5EF4-FFF2-40B4-BE49-F238E27FC236}">
                <a16:creationId xmlns:a16="http://schemas.microsoft.com/office/drawing/2014/main" id="{5651D1A6-A258-4355-90C6-9CB4AB10E269}"/>
              </a:ext>
            </a:extLst>
          </p:cNvPr>
          <p:cNvSpPr>
            <a:spLocks xmlns:a="http://schemas.openxmlformats.org/drawingml/2006/main" noGrp="1"/>
          </p:cNvSpPr>
          <p:nvPr/>
        </p:nvSpPr>
        <p:spPr>
          <a:xfrm xmlns:a="http://schemas.openxmlformats.org/drawingml/2006/main">
            <a:off x="266700" y="3333750"/>
            <a:ext cx="23241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125" b="0">
                <a:solidFill>
                  <a:srgbClr val="475569"/>
                </a:solidFill>
                <a:latin typeface="Montserrat"/>
                <a:ea typeface="Montserrat"/>
                <a:cs typeface="Montserrat"/>
              </a:defRPr>
            </a:defPPr>
            <a:lvl1pPr algn="ctr">
              <a:defRPr sz="1125" b="0">
                <a:solidFill>
                  <a:srgbClr val="475569"/>
                </a:solidFill>
                <a:latin typeface="Montserrat"/>
                <a:ea typeface="Montserrat"/>
                <a:cs typeface="Montserrat"/>
              </a:defRPr>
            </a:lvl1pPr>
            <a:lvl2pPr algn="ctr">
              <a:defRPr sz="1125" b="0">
                <a:solidFill>
                  <a:srgbClr val="475569"/>
                </a:solidFill>
                <a:latin typeface="Montserrat"/>
                <a:ea typeface="Montserrat"/>
                <a:cs typeface="Montserrat"/>
              </a:defRPr>
            </a:lvl2pPr>
            <a:lvl3pPr algn="ctr">
              <a:defRPr sz="1125" b="0">
                <a:solidFill>
                  <a:srgbClr val="475569"/>
                </a:solidFill>
                <a:latin typeface="Montserrat"/>
                <a:ea typeface="Montserrat"/>
                <a:cs typeface="Montserrat"/>
              </a:defRPr>
            </a:lvl3pPr>
            <a:lvl4pPr algn="ctr">
              <a:defRPr sz="1125" b="0">
                <a:solidFill>
                  <a:srgbClr val="475569"/>
                </a:solidFill>
                <a:latin typeface="Montserrat"/>
                <a:ea typeface="Montserrat"/>
                <a:cs typeface="Montserrat"/>
              </a:defRPr>
            </a:lvl4pPr>
            <a:lvl5pPr algn="ctr">
              <a:defRPr sz="1125" b="0">
                <a:solidFill>
                  <a:srgbClr val="475569"/>
                </a:solidFill>
                <a:latin typeface="Montserrat"/>
                <a:ea typeface="Montserrat"/>
                <a:cs typeface="Montserrat"/>
              </a:defRPr>
            </a:lvl5pPr>
            <a:lvl6pPr algn="ctr">
              <a:defRPr sz="1125" b="0">
                <a:solidFill>
                  <a:srgbClr val="475569"/>
                </a:solidFill>
                <a:latin typeface="Montserrat"/>
                <a:ea typeface="Montserrat"/>
                <a:cs typeface="Montserrat"/>
              </a:defRPr>
            </a:lvl6pPr>
            <a:lvl7pPr algn="ctr">
              <a:defRPr sz="1125" b="0">
                <a:solidFill>
                  <a:srgbClr val="475569"/>
                </a:solidFill>
                <a:latin typeface="Montserrat"/>
                <a:ea typeface="Montserrat"/>
                <a:cs typeface="Montserrat"/>
              </a:defRPr>
            </a:lvl7pPr>
            <a:lvl8pPr algn="ctr">
              <a:defRPr sz="1125" b="0">
                <a:solidFill>
                  <a:srgbClr val="475569"/>
                </a:solidFill>
                <a:latin typeface="Montserrat"/>
                <a:ea typeface="Montserrat"/>
                <a:cs typeface="Montserrat"/>
              </a:defRPr>
            </a:lvl8pPr>
            <a:lvl9pPr algn="ctr">
              <a:defRPr sz="1125" b="0">
                <a:solidFill>
                  <a:srgbClr val="475569"/>
                </a:solidFill>
                <a:latin typeface="Montserrat"/>
                <a:ea typeface="Montserrat"/>
                <a:cs typeface="Montserrat"/>
              </a:defRPr>
            </a:lvl9pPr>
          </a:lstStyle>
          <a:p xmlns:a="http://schemas.openxmlformats.org/drawingml/2006/main">
            <a:pPr algn="ctr">
              <a:defRPr sz="1125" b="0">
                <a:solidFill>
                  <a:srgbClr val="475569"/>
                </a:solidFill>
                <a:latin typeface="Montserrat"/>
                <a:ea typeface="Montserrat"/>
                <a:cs typeface="Montserrat"/>
              </a:defRPr>
            </a:pPr>
            <a:r>
              <a:rPr sz="1125" b="0">
                <a:solidFill>
                  <a:srgbClr val="475569"/>
                </a:solidFill>
                <a:latin typeface="Montserrat"/>
                <a:ea typeface="Montserrat"/>
                <a:cs typeface="Montserrat"/>
              </a:rPr>
              <a:t>The project files and their saved history.</a:t>
            </a:r>
          </a:p>
        </p:txBody>
      </p:sp>
      <p:sp>
        <p:nvSpPr>
          <p:cNvPr id="42" name="">
            <a:extLst xmlns:a="http://schemas.openxmlformats.org/drawingml/2006/main">
              <a:ext uri="{FF2B5EF4-FFF2-40B4-BE49-F238E27FC236}">
                <a16:creationId xmlns:a16="http://schemas.microsoft.com/office/drawing/2014/main" id="{00C537B9-C0D2-4F09-9AFE-0E1875786F03}"/>
              </a:ext>
            </a:extLst>
          </p:cNvPr>
          <p:cNvSpPr>
            <a:spLocks xmlns:a="http://schemas.openxmlformats.org/drawingml/2006/main" noGrp="1"/>
          </p:cNvSpPr>
          <p:nvPr/>
        </p:nvSpPr>
        <p:spPr>
          <a:xfrm xmlns:a="http://schemas.openxmlformats.org/drawingml/2006/main">
            <a:off x="4410075" y="2619375"/>
            <a:ext cx="133350" cy="133350"/>
          </a:xfrm>
          <a:prstGeom xmlns:a="http://schemas.openxmlformats.org/drawingml/2006/main" prst="ellipse">
            <a:avLst/>
          </a:prstGeom>
          <a:solidFill xmlns:a="http://schemas.openxmlformats.org/drawingml/2006/main">
            <a:srgbClr val="FFFFFF"/>
          </a:solidFill>
          <a:ln xmlns:a="http://schemas.openxmlformats.org/drawingml/2006/main" w="9525">
            <a:solidFill>
              <a:srgbClr val="307FE2"/>
            </a:solidFill>
            <a:prstDash val="solid"/>
          </a:ln>
        </p:spPr>
      </p:sp>
      <p:sp>
        <p:nvSpPr>
          <p:cNvPr id="43" name="">
            <a:extLst xmlns:a="http://schemas.openxmlformats.org/drawingml/2006/main">
              <a:ext uri="{FF2B5EF4-FFF2-40B4-BE49-F238E27FC236}">
                <a16:creationId xmlns:a16="http://schemas.microsoft.com/office/drawing/2014/main" id="{4D98BA81-7DEC-4B7A-98D6-DBF73AF26F8E}"/>
              </a:ext>
            </a:extLst>
          </p:cNvPr>
          <p:cNvSpPr>
            <a:spLocks xmlns:a="http://schemas.openxmlformats.org/drawingml/2006/main" noGrp="1"/>
          </p:cNvSpPr>
          <p:nvPr/>
        </p:nvSpPr>
        <p:spPr>
          <a:xfrm xmlns:a="http://schemas.openxmlformats.org/drawingml/2006/main">
            <a:off x="3476625" y="29146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500" b="1">
                <a:solidFill>
                  <a:srgbClr val="0F172A"/>
                </a:solidFill>
                <a:latin typeface="Montserrat"/>
                <a:ea typeface="Montserrat"/>
                <a:cs typeface="Montserrat"/>
              </a:defRPr>
            </a:defPPr>
            <a:lvl1pPr algn="ctr">
              <a:defRPr sz="1500" b="1">
                <a:solidFill>
                  <a:srgbClr val="0F172A"/>
                </a:solidFill>
                <a:latin typeface="Montserrat"/>
                <a:ea typeface="Montserrat"/>
                <a:cs typeface="Montserrat"/>
              </a:defRPr>
            </a:lvl1pPr>
            <a:lvl2pPr algn="ctr">
              <a:defRPr sz="1500" b="1">
                <a:solidFill>
                  <a:srgbClr val="0F172A"/>
                </a:solidFill>
                <a:latin typeface="Montserrat"/>
                <a:ea typeface="Montserrat"/>
                <a:cs typeface="Montserrat"/>
              </a:defRPr>
            </a:lvl2pPr>
            <a:lvl3pPr algn="ctr">
              <a:defRPr sz="1500" b="1">
                <a:solidFill>
                  <a:srgbClr val="0F172A"/>
                </a:solidFill>
                <a:latin typeface="Montserrat"/>
                <a:ea typeface="Montserrat"/>
                <a:cs typeface="Montserrat"/>
              </a:defRPr>
            </a:lvl3pPr>
            <a:lvl4pPr algn="ctr">
              <a:defRPr sz="1500" b="1">
                <a:solidFill>
                  <a:srgbClr val="0F172A"/>
                </a:solidFill>
                <a:latin typeface="Montserrat"/>
                <a:ea typeface="Montserrat"/>
                <a:cs typeface="Montserrat"/>
              </a:defRPr>
            </a:lvl4pPr>
            <a:lvl5pPr algn="ctr">
              <a:defRPr sz="1500" b="1">
                <a:solidFill>
                  <a:srgbClr val="0F172A"/>
                </a:solidFill>
                <a:latin typeface="Montserrat"/>
                <a:ea typeface="Montserrat"/>
                <a:cs typeface="Montserrat"/>
              </a:defRPr>
            </a:lvl5pPr>
            <a:lvl6pPr algn="ctr">
              <a:defRPr sz="1500" b="1">
                <a:solidFill>
                  <a:srgbClr val="0F172A"/>
                </a:solidFill>
                <a:latin typeface="Montserrat"/>
                <a:ea typeface="Montserrat"/>
                <a:cs typeface="Montserrat"/>
              </a:defRPr>
            </a:lvl6pPr>
            <a:lvl7pPr algn="ctr">
              <a:defRPr sz="1500" b="1">
                <a:solidFill>
                  <a:srgbClr val="0F172A"/>
                </a:solidFill>
                <a:latin typeface="Montserrat"/>
                <a:ea typeface="Montserrat"/>
                <a:cs typeface="Montserrat"/>
              </a:defRPr>
            </a:lvl7pPr>
            <a:lvl8pPr algn="ctr">
              <a:defRPr sz="1500" b="1">
                <a:solidFill>
                  <a:srgbClr val="0F172A"/>
                </a:solidFill>
                <a:latin typeface="Montserrat"/>
                <a:ea typeface="Montserrat"/>
                <a:cs typeface="Montserrat"/>
              </a:defRPr>
            </a:lvl8pPr>
            <a:lvl9pPr algn="ctr">
              <a:defRPr sz="1500" b="1">
                <a:solidFill>
                  <a:srgbClr val="0F172A"/>
                </a:solidFill>
                <a:latin typeface="Montserrat"/>
                <a:ea typeface="Montserrat"/>
                <a:cs typeface="Montserrat"/>
              </a:defRPr>
            </a:lvl9pPr>
          </a:lstStyle>
          <a:p xmlns:a="http://schemas.openxmlformats.org/drawingml/2006/main">
            <a:pPr algn="ctr">
              <a:defRPr sz="1500" b="1">
                <a:solidFill>
                  <a:srgbClr val="0F172A"/>
                </a:solidFill>
                <a:latin typeface="Montserrat"/>
                <a:ea typeface="Montserrat"/>
                <a:cs typeface="Montserrat"/>
              </a:defRPr>
            </a:pPr>
            <a:r>
              <a:rPr sz="1500" b="1">
                <a:solidFill>
                  <a:srgbClr val="0F172A"/>
                </a:solidFill>
                <a:latin typeface="Montserrat"/>
                <a:ea typeface="Montserrat"/>
                <a:cs typeface="Montserrat"/>
              </a:rPr>
              <a:t>Issue</a:t>
            </a:r>
          </a:p>
        </p:txBody>
      </p:sp>
      <p:sp>
        <p:nvSpPr>
          <p:cNvPr id="44" name="">
            <a:extLst xmlns:a="http://schemas.openxmlformats.org/drawingml/2006/main">
              <a:ext uri="{FF2B5EF4-FFF2-40B4-BE49-F238E27FC236}">
                <a16:creationId xmlns:a16="http://schemas.microsoft.com/office/drawing/2014/main" id="{FD13BA1A-02B8-4E50-A9CC-36FD5850BCEB}"/>
              </a:ext>
            </a:extLst>
          </p:cNvPr>
          <p:cNvSpPr>
            <a:spLocks xmlns:a="http://schemas.openxmlformats.org/drawingml/2006/main" noGrp="1"/>
          </p:cNvSpPr>
          <p:nvPr/>
        </p:nvSpPr>
        <p:spPr>
          <a:xfrm xmlns:a="http://schemas.openxmlformats.org/drawingml/2006/main">
            <a:off x="3314700" y="3333750"/>
            <a:ext cx="23241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125" b="0">
                <a:solidFill>
                  <a:srgbClr val="475569"/>
                </a:solidFill>
                <a:latin typeface="Montserrat"/>
                <a:ea typeface="Montserrat"/>
                <a:cs typeface="Montserrat"/>
              </a:defRPr>
            </a:defPPr>
            <a:lvl1pPr algn="ctr">
              <a:defRPr sz="1125" b="0">
                <a:solidFill>
                  <a:srgbClr val="475569"/>
                </a:solidFill>
                <a:latin typeface="Montserrat"/>
                <a:ea typeface="Montserrat"/>
                <a:cs typeface="Montserrat"/>
              </a:defRPr>
            </a:lvl1pPr>
            <a:lvl2pPr algn="ctr">
              <a:defRPr sz="1125" b="0">
                <a:solidFill>
                  <a:srgbClr val="475569"/>
                </a:solidFill>
                <a:latin typeface="Montserrat"/>
                <a:ea typeface="Montserrat"/>
                <a:cs typeface="Montserrat"/>
              </a:defRPr>
            </a:lvl2pPr>
            <a:lvl3pPr algn="ctr">
              <a:defRPr sz="1125" b="0">
                <a:solidFill>
                  <a:srgbClr val="475569"/>
                </a:solidFill>
                <a:latin typeface="Montserrat"/>
                <a:ea typeface="Montserrat"/>
                <a:cs typeface="Montserrat"/>
              </a:defRPr>
            </a:lvl3pPr>
            <a:lvl4pPr algn="ctr">
              <a:defRPr sz="1125" b="0">
                <a:solidFill>
                  <a:srgbClr val="475569"/>
                </a:solidFill>
                <a:latin typeface="Montserrat"/>
                <a:ea typeface="Montserrat"/>
                <a:cs typeface="Montserrat"/>
              </a:defRPr>
            </a:lvl4pPr>
            <a:lvl5pPr algn="ctr">
              <a:defRPr sz="1125" b="0">
                <a:solidFill>
                  <a:srgbClr val="475569"/>
                </a:solidFill>
                <a:latin typeface="Montserrat"/>
                <a:ea typeface="Montserrat"/>
                <a:cs typeface="Montserrat"/>
              </a:defRPr>
            </a:lvl5pPr>
            <a:lvl6pPr algn="ctr">
              <a:defRPr sz="1125" b="0">
                <a:solidFill>
                  <a:srgbClr val="475569"/>
                </a:solidFill>
                <a:latin typeface="Montserrat"/>
                <a:ea typeface="Montserrat"/>
                <a:cs typeface="Montserrat"/>
              </a:defRPr>
            </a:lvl6pPr>
            <a:lvl7pPr algn="ctr">
              <a:defRPr sz="1125" b="0">
                <a:solidFill>
                  <a:srgbClr val="475569"/>
                </a:solidFill>
                <a:latin typeface="Montserrat"/>
                <a:ea typeface="Montserrat"/>
                <a:cs typeface="Montserrat"/>
              </a:defRPr>
            </a:lvl7pPr>
            <a:lvl8pPr algn="ctr">
              <a:defRPr sz="1125" b="0">
                <a:solidFill>
                  <a:srgbClr val="475569"/>
                </a:solidFill>
                <a:latin typeface="Montserrat"/>
                <a:ea typeface="Montserrat"/>
                <a:cs typeface="Montserrat"/>
              </a:defRPr>
            </a:lvl8pPr>
            <a:lvl9pPr algn="ctr">
              <a:defRPr sz="1125" b="0">
                <a:solidFill>
                  <a:srgbClr val="475569"/>
                </a:solidFill>
                <a:latin typeface="Montserrat"/>
                <a:ea typeface="Montserrat"/>
                <a:cs typeface="Montserrat"/>
              </a:defRPr>
            </a:lvl9pPr>
          </a:lstStyle>
          <a:p xmlns:a="http://schemas.openxmlformats.org/drawingml/2006/main">
            <a:pPr algn="ctr">
              <a:defRPr sz="1125" b="0">
                <a:solidFill>
                  <a:srgbClr val="475569"/>
                </a:solidFill>
                <a:latin typeface="Montserrat"/>
                <a:ea typeface="Montserrat"/>
                <a:cs typeface="Montserrat"/>
              </a:defRPr>
            </a:pPr>
            <a:r>
              <a:rPr sz="1125" b="0">
                <a:solidFill>
                  <a:srgbClr val="475569"/>
                </a:solidFill>
                <a:latin typeface="Montserrat"/>
                <a:ea typeface="Montserrat"/>
                <a:cs typeface="Montserrat"/>
              </a:rPr>
              <a:t>A named problem, question, or improvement.</a:t>
            </a:r>
          </a:p>
        </p:txBody>
      </p:sp>
      <p:sp>
        <p:nvSpPr>
          <p:cNvPr id="45" name="">
            <a:extLst xmlns:a="http://schemas.openxmlformats.org/drawingml/2006/main">
              <a:ext uri="{FF2B5EF4-FFF2-40B4-BE49-F238E27FC236}">
                <a16:creationId xmlns:a16="http://schemas.microsoft.com/office/drawing/2014/main" id="{BA5AD1F8-45F4-40CE-94D8-A091A4AFEE82}"/>
              </a:ext>
            </a:extLst>
          </p:cNvPr>
          <p:cNvSpPr>
            <a:spLocks xmlns:a="http://schemas.openxmlformats.org/drawingml/2006/main" noGrp="1"/>
          </p:cNvSpPr>
          <p:nvPr/>
        </p:nvSpPr>
        <p:spPr>
          <a:xfrm xmlns:a="http://schemas.openxmlformats.org/drawingml/2006/main">
            <a:off x="7458075" y="2619375"/>
            <a:ext cx="133350" cy="133350"/>
          </a:xfrm>
          <a:prstGeom xmlns:a="http://schemas.openxmlformats.org/drawingml/2006/main" prst="ellipse">
            <a:avLst/>
          </a:prstGeom>
          <a:solidFill xmlns:a="http://schemas.openxmlformats.org/drawingml/2006/main">
            <a:srgbClr val="FFFFFF"/>
          </a:solidFill>
          <a:ln xmlns:a="http://schemas.openxmlformats.org/drawingml/2006/main" w="9525">
            <a:solidFill>
              <a:srgbClr val="307FE2"/>
            </a:solidFill>
            <a:prstDash val="solid"/>
          </a:ln>
        </p:spPr>
      </p:sp>
      <p:sp>
        <p:nvSpPr>
          <p:cNvPr id="46" name="">
            <a:extLst xmlns:a="http://schemas.openxmlformats.org/drawingml/2006/main">
              <a:ext uri="{FF2B5EF4-FFF2-40B4-BE49-F238E27FC236}">
                <a16:creationId xmlns:a16="http://schemas.microsoft.com/office/drawing/2014/main" id="{C7AB29CC-85E6-48BA-8248-40EB2D0DF5A8}"/>
              </a:ext>
            </a:extLst>
          </p:cNvPr>
          <p:cNvSpPr>
            <a:spLocks xmlns:a="http://schemas.openxmlformats.org/drawingml/2006/main" noGrp="1"/>
          </p:cNvSpPr>
          <p:nvPr/>
        </p:nvSpPr>
        <p:spPr>
          <a:xfrm xmlns:a="http://schemas.openxmlformats.org/drawingml/2006/main">
            <a:off x="6524625" y="29146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500" b="1">
                <a:solidFill>
                  <a:srgbClr val="0F172A"/>
                </a:solidFill>
                <a:latin typeface="Montserrat"/>
                <a:ea typeface="Montserrat"/>
                <a:cs typeface="Montserrat"/>
              </a:defRPr>
            </a:defPPr>
            <a:lvl1pPr algn="ctr">
              <a:defRPr sz="1500" b="1">
                <a:solidFill>
                  <a:srgbClr val="0F172A"/>
                </a:solidFill>
                <a:latin typeface="Montserrat"/>
                <a:ea typeface="Montserrat"/>
                <a:cs typeface="Montserrat"/>
              </a:defRPr>
            </a:lvl1pPr>
            <a:lvl2pPr algn="ctr">
              <a:defRPr sz="1500" b="1">
                <a:solidFill>
                  <a:srgbClr val="0F172A"/>
                </a:solidFill>
                <a:latin typeface="Montserrat"/>
                <a:ea typeface="Montserrat"/>
                <a:cs typeface="Montserrat"/>
              </a:defRPr>
            </a:lvl2pPr>
            <a:lvl3pPr algn="ctr">
              <a:defRPr sz="1500" b="1">
                <a:solidFill>
                  <a:srgbClr val="0F172A"/>
                </a:solidFill>
                <a:latin typeface="Montserrat"/>
                <a:ea typeface="Montserrat"/>
                <a:cs typeface="Montserrat"/>
              </a:defRPr>
            </a:lvl3pPr>
            <a:lvl4pPr algn="ctr">
              <a:defRPr sz="1500" b="1">
                <a:solidFill>
                  <a:srgbClr val="0F172A"/>
                </a:solidFill>
                <a:latin typeface="Montserrat"/>
                <a:ea typeface="Montserrat"/>
                <a:cs typeface="Montserrat"/>
              </a:defRPr>
            </a:lvl4pPr>
            <a:lvl5pPr algn="ctr">
              <a:defRPr sz="1500" b="1">
                <a:solidFill>
                  <a:srgbClr val="0F172A"/>
                </a:solidFill>
                <a:latin typeface="Montserrat"/>
                <a:ea typeface="Montserrat"/>
                <a:cs typeface="Montserrat"/>
              </a:defRPr>
            </a:lvl5pPr>
            <a:lvl6pPr algn="ctr">
              <a:defRPr sz="1500" b="1">
                <a:solidFill>
                  <a:srgbClr val="0F172A"/>
                </a:solidFill>
                <a:latin typeface="Montserrat"/>
                <a:ea typeface="Montserrat"/>
                <a:cs typeface="Montserrat"/>
              </a:defRPr>
            </a:lvl6pPr>
            <a:lvl7pPr algn="ctr">
              <a:defRPr sz="1500" b="1">
                <a:solidFill>
                  <a:srgbClr val="0F172A"/>
                </a:solidFill>
                <a:latin typeface="Montserrat"/>
                <a:ea typeface="Montserrat"/>
                <a:cs typeface="Montserrat"/>
              </a:defRPr>
            </a:lvl7pPr>
            <a:lvl8pPr algn="ctr">
              <a:defRPr sz="1500" b="1">
                <a:solidFill>
                  <a:srgbClr val="0F172A"/>
                </a:solidFill>
                <a:latin typeface="Montserrat"/>
                <a:ea typeface="Montserrat"/>
                <a:cs typeface="Montserrat"/>
              </a:defRPr>
            </a:lvl8pPr>
            <a:lvl9pPr algn="ctr">
              <a:defRPr sz="1500" b="1">
                <a:solidFill>
                  <a:srgbClr val="0F172A"/>
                </a:solidFill>
                <a:latin typeface="Montserrat"/>
                <a:ea typeface="Montserrat"/>
                <a:cs typeface="Montserrat"/>
              </a:defRPr>
            </a:lvl9pPr>
          </a:lstStyle>
          <a:p xmlns:a="http://schemas.openxmlformats.org/drawingml/2006/main">
            <a:pPr algn="ctr">
              <a:defRPr sz="1500" b="1">
                <a:solidFill>
                  <a:srgbClr val="0F172A"/>
                </a:solidFill>
                <a:latin typeface="Montserrat"/>
                <a:ea typeface="Montserrat"/>
                <a:cs typeface="Montserrat"/>
              </a:defRPr>
            </a:pPr>
            <a:r>
              <a:rPr sz="1500" b="1">
                <a:solidFill>
                  <a:srgbClr val="0F172A"/>
                </a:solidFill>
                <a:latin typeface="Montserrat"/>
                <a:ea typeface="Montserrat"/>
                <a:cs typeface="Montserrat"/>
              </a:rPr>
              <a:t>Pull request</a:t>
            </a:r>
          </a:p>
        </p:txBody>
      </p:sp>
      <p:sp>
        <p:nvSpPr>
          <p:cNvPr id="47" name="">
            <a:extLst xmlns:a="http://schemas.openxmlformats.org/drawingml/2006/main">
              <a:ext uri="{FF2B5EF4-FFF2-40B4-BE49-F238E27FC236}">
                <a16:creationId xmlns:a16="http://schemas.microsoft.com/office/drawing/2014/main" id="{B6565F90-4959-4406-97F6-93006098047C}"/>
              </a:ext>
            </a:extLst>
          </p:cNvPr>
          <p:cNvSpPr>
            <a:spLocks xmlns:a="http://schemas.openxmlformats.org/drawingml/2006/main" noGrp="1"/>
          </p:cNvSpPr>
          <p:nvPr/>
        </p:nvSpPr>
        <p:spPr>
          <a:xfrm xmlns:a="http://schemas.openxmlformats.org/drawingml/2006/main">
            <a:off x="6362700" y="3333750"/>
            <a:ext cx="23241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125" b="0">
                <a:solidFill>
                  <a:srgbClr val="475569"/>
                </a:solidFill>
                <a:latin typeface="Montserrat"/>
                <a:ea typeface="Montserrat"/>
                <a:cs typeface="Montserrat"/>
              </a:defRPr>
            </a:defPPr>
            <a:lvl1pPr algn="ctr">
              <a:defRPr sz="1125" b="0">
                <a:solidFill>
                  <a:srgbClr val="475569"/>
                </a:solidFill>
                <a:latin typeface="Montserrat"/>
                <a:ea typeface="Montserrat"/>
                <a:cs typeface="Montserrat"/>
              </a:defRPr>
            </a:lvl1pPr>
            <a:lvl2pPr algn="ctr">
              <a:defRPr sz="1125" b="0">
                <a:solidFill>
                  <a:srgbClr val="475569"/>
                </a:solidFill>
                <a:latin typeface="Montserrat"/>
                <a:ea typeface="Montserrat"/>
                <a:cs typeface="Montserrat"/>
              </a:defRPr>
            </a:lvl2pPr>
            <a:lvl3pPr algn="ctr">
              <a:defRPr sz="1125" b="0">
                <a:solidFill>
                  <a:srgbClr val="475569"/>
                </a:solidFill>
                <a:latin typeface="Montserrat"/>
                <a:ea typeface="Montserrat"/>
                <a:cs typeface="Montserrat"/>
              </a:defRPr>
            </a:lvl3pPr>
            <a:lvl4pPr algn="ctr">
              <a:defRPr sz="1125" b="0">
                <a:solidFill>
                  <a:srgbClr val="475569"/>
                </a:solidFill>
                <a:latin typeface="Montserrat"/>
                <a:ea typeface="Montserrat"/>
                <a:cs typeface="Montserrat"/>
              </a:defRPr>
            </a:lvl4pPr>
            <a:lvl5pPr algn="ctr">
              <a:defRPr sz="1125" b="0">
                <a:solidFill>
                  <a:srgbClr val="475569"/>
                </a:solidFill>
                <a:latin typeface="Montserrat"/>
                <a:ea typeface="Montserrat"/>
                <a:cs typeface="Montserrat"/>
              </a:defRPr>
            </a:lvl5pPr>
            <a:lvl6pPr algn="ctr">
              <a:defRPr sz="1125" b="0">
                <a:solidFill>
                  <a:srgbClr val="475569"/>
                </a:solidFill>
                <a:latin typeface="Montserrat"/>
                <a:ea typeface="Montserrat"/>
                <a:cs typeface="Montserrat"/>
              </a:defRPr>
            </a:lvl6pPr>
            <a:lvl7pPr algn="ctr">
              <a:defRPr sz="1125" b="0">
                <a:solidFill>
                  <a:srgbClr val="475569"/>
                </a:solidFill>
                <a:latin typeface="Montserrat"/>
                <a:ea typeface="Montserrat"/>
                <a:cs typeface="Montserrat"/>
              </a:defRPr>
            </a:lvl7pPr>
            <a:lvl8pPr algn="ctr">
              <a:defRPr sz="1125" b="0">
                <a:solidFill>
                  <a:srgbClr val="475569"/>
                </a:solidFill>
                <a:latin typeface="Montserrat"/>
                <a:ea typeface="Montserrat"/>
                <a:cs typeface="Montserrat"/>
              </a:defRPr>
            </a:lvl8pPr>
            <a:lvl9pPr algn="ctr">
              <a:defRPr sz="1125" b="0">
                <a:solidFill>
                  <a:srgbClr val="475569"/>
                </a:solidFill>
                <a:latin typeface="Montserrat"/>
                <a:ea typeface="Montserrat"/>
                <a:cs typeface="Montserrat"/>
              </a:defRPr>
            </a:lvl9pPr>
          </a:lstStyle>
          <a:p xmlns:a="http://schemas.openxmlformats.org/drawingml/2006/main">
            <a:pPr algn="ctr">
              <a:defRPr sz="1125" b="0">
                <a:solidFill>
                  <a:srgbClr val="475569"/>
                </a:solidFill>
                <a:latin typeface="Montserrat"/>
                <a:ea typeface="Montserrat"/>
                <a:cs typeface="Montserrat"/>
              </a:defRPr>
            </a:pPr>
            <a:r>
              <a:rPr sz="1125" b="0">
                <a:solidFill>
                  <a:srgbClr val="475569"/>
                </a:solidFill>
                <a:latin typeface="Montserrat"/>
                <a:ea typeface="Montserrat"/>
                <a:cs typeface="Montserrat"/>
              </a:rPr>
              <a:t>A proposed set of changes you can review.</a:t>
            </a:r>
          </a:p>
        </p:txBody>
      </p:sp>
      <p:sp>
        <p:nvSpPr>
          <p:cNvPr id="48" name="">
            <a:extLst xmlns:a="http://schemas.openxmlformats.org/drawingml/2006/main">
              <a:ext uri="{FF2B5EF4-FFF2-40B4-BE49-F238E27FC236}">
                <a16:creationId xmlns:a16="http://schemas.microsoft.com/office/drawing/2014/main" id="{F68786B4-BAB9-4D15-82CB-2C35CA494F49}"/>
              </a:ext>
            </a:extLst>
          </p:cNvPr>
          <p:cNvSpPr>
            <a:spLocks xmlns:a="http://schemas.openxmlformats.org/drawingml/2006/main" noGrp="1"/>
          </p:cNvSpPr>
          <p:nvPr/>
        </p:nvSpPr>
        <p:spPr>
          <a:xfrm xmlns:a="http://schemas.openxmlformats.org/drawingml/2006/main">
            <a:off x="10506075" y="2619375"/>
            <a:ext cx="133350" cy="133350"/>
          </a:xfrm>
          <a:prstGeom xmlns:a="http://schemas.openxmlformats.org/drawingml/2006/main" prst="ellipse">
            <a:avLst/>
          </a:prstGeom>
          <a:solidFill xmlns:a="http://schemas.openxmlformats.org/drawingml/2006/main">
            <a:srgbClr val="EF8B39"/>
          </a:solidFill>
          <a:ln xmlns:a="http://schemas.openxmlformats.org/drawingml/2006/main" w="9525">
            <a:solidFill>
              <a:srgbClr val="EF8B39"/>
            </a:solidFill>
            <a:prstDash val="solid"/>
          </a:ln>
        </p:spPr>
      </p:sp>
      <p:sp>
        <p:nvSpPr>
          <p:cNvPr id="49" name="">
            <a:extLst xmlns:a="http://schemas.openxmlformats.org/drawingml/2006/main">
              <a:ext uri="{FF2B5EF4-FFF2-40B4-BE49-F238E27FC236}">
                <a16:creationId xmlns:a16="http://schemas.microsoft.com/office/drawing/2014/main" id="{E037D134-5C26-4D88-A66D-E6F55EFF11FE}"/>
              </a:ext>
            </a:extLst>
          </p:cNvPr>
          <p:cNvSpPr>
            <a:spLocks xmlns:a="http://schemas.openxmlformats.org/drawingml/2006/main" noGrp="1"/>
          </p:cNvSpPr>
          <p:nvPr/>
        </p:nvSpPr>
        <p:spPr>
          <a:xfrm xmlns:a="http://schemas.openxmlformats.org/drawingml/2006/main">
            <a:off x="9572625" y="29146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500" b="1">
                <a:solidFill>
                  <a:srgbClr val="0F172A"/>
                </a:solidFill>
                <a:latin typeface="Montserrat"/>
                <a:ea typeface="Montserrat"/>
                <a:cs typeface="Montserrat"/>
              </a:defRPr>
            </a:defPPr>
            <a:lvl1pPr algn="ctr">
              <a:defRPr sz="1500" b="1">
                <a:solidFill>
                  <a:srgbClr val="0F172A"/>
                </a:solidFill>
                <a:latin typeface="Montserrat"/>
                <a:ea typeface="Montserrat"/>
                <a:cs typeface="Montserrat"/>
              </a:defRPr>
            </a:lvl1pPr>
            <a:lvl2pPr algn="ctr">
              <a:defRPr sz="1500" b="1">
                <a:solidFill>
                  <a:srgbClr val="0F172A"/>
                </a:solidFill>
                <a:latin typeface="Montserrat"/>
                <a:ea typeface="Montserrat"/>
                <a:cs typeface="Montserrat"/>
              </a:defRPr>
            </a:lvl2pPr>
            <a:lvl3pPr algn="ctr">
              <a:defRPr sz="1500" b="1">
                <a:solidFill>
                  <a:srgbClr val="0F172A"/>
                </a:solidFill>
                <a:latin typeface="Montserrat"/>
                <a:ea typeface="Montserrat"/>
                <a:cs typeface="Montserrat"/>
              </a:defRPr>
            </a:lvl3pPr>
            <a:lvl4pPr algn="ctr">
              <a:defRPr sz="1500" b="1">
                <a:solidFill>
                  <a:srgbClr val="0F172A"/>
                </a:solidFill>
                <a:latin typeface="Montserrat"/>
                <a:ea typeface="Montserrat"/>
                <a:cs typeface="Montserrat"/>
              </a:defRPr>
            </a:lvl4pPr>
            <a:lvl5pPr algn="ctr">
              <a:defRPr sz="1500" b="1">
                <a:solidFill>
                  <a:srgbClr val="0F172A"/>
                </a:solidFill>
                <a:latin typeface="Montserrat"/>
                <a:ea typeface="Montserrat"/>
                <a:cs typeface="Montserrat"/>
              </a:defRPr>
            </a:lvl5pPr>
            <a:lvl6pPr algn="ctr">
              <a:defRPr sz="1500" b="1">
                <a:solidFill>
                  <a:srgbClr val="0F172A"/>
                </a:solidFill>
                <a:latin typeface="Montserrat"/>
                <a:ea typeface="Montserrat"/>
                <a:cs typeface="Montserrat"/>
              </a:defRPr>
            </a:lvl6pPr>
            <a:lvl7pPr algn="ctr">
              <a:defRPr sz="1500" b="1">
                <a:solidFill>
                  <a:srgbClr val="0F172A"/>
                </a:solidFill>
                <a:latin typeface="Montserrat"/>
                <a:ea typeface="Montserrat"/>
                <a:cs typeface="Montserrat"/>
              </a:defRPr>
            </a:lvl7pPr>
            <a:lvl8pPr algn="ctr">
              <a:defRPr sz="1500" b="1">
                <a:solidFill>
                  <a:srgbClr val="0F172A"/>
                </a:solidFill>
                <a:latin typeface="Montserrat"/>
                <a:ea typeface="Montserrat"/>
                <a:cs typeface="Montserrat"/>
              </a:defRPr>
            </a:lvl8pPr>
            <a:lvl9pPr algn="ctr">
              <a:defRPr sz="1500" b="1">
                <a:solidFill>
                  <a:srgbClr val="0F172A"/>
                </a:solidFill>
                <a:latin typeface="Montserrat"/>
                <a:ea typeface="Montserrat"/>
                <a:cs typeface="Montserrat"/>
              </a:defRPr>
            </a:lvl9pPr>
          </a:lstStyle>
          <a:p xmlns:a="http://schemas.openxmlformats.org/drawingml/2006/main">
            <a:pPr algn="ctr">
              <a:defRPr sz="1500" b="1">
                <a:solidFill>
                  <a:srgbClr val="0F172A"/>
                </a:solidFill>
                <a:latin typeface="Montserrat"/>
                <a:ea typeface="Montserrat"/>
                <a:cs typeface="Montserrat"/>
              </a:defRPr>
            </a:pPr>
            <a:r>
              <a:rPr sz="1500" b="1">
                <a:solidFill>
                  <a:srgbClr val="0F172A"/>
                </a:solidFill>
                <a:latin typeface="Montserrat"/>
                <a:ea typeface="Montserrat"/>
                <a:cs typeface="Montserrat"/>
              </a:rPr>
              <a:t>Merge</a:t>
            </a:r>
          </a:p>
        </p:txBody>
      </p:sp>
      <p:sp>
        <p:nvSpPr>
          <p:cNvPr id="50" name="">
            <a:extLst xmlns:a="http://schemas.openxmlformats.org/drawingml/2006/main">
              <a:ext uri="{FF2B5EF4-FFF2-40B4-BE49-F238E27FC236}">
                <a16:creationId xmlns:a16="http://schemas.microsoft.com/office/drawing/2014/main" id="{B1A22D68-D05C-4A9C-9125-E129D6861702}"/>
              </a:ext>
            </a:extLst>
          </p:cNvPr>
          <p:cNvSpPr>
            <a:spLocks xmlns:a="http://schemas.openxmlformats.org/drawingml/2006/main" noGrp="1"/>
          </p:cNvSpPr>
          <p:nvPr/>
        </p:nvSpPr>
        <p:spPr>
          <a:xfrm xmlns:a="http://schemas.openxmlformats.org/drawingml/2006/main">
            <a:off x="9410700" y="3333750"/>
            <a:ext cx="23241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125" b="0">
                <a:solidFill>
                  <a:srgbClr val="475569"/>
                </a:solidFill>
                <a:latin typeface="Montserrat"/>
                <a:ea typeface="Montserrat"/>
                <a:cs typeface="Montserrat"/>
              </a:defRPr>
            </a:defPPr>
            <a:lvl1pPr algn="ctr">
              <a:defRPr sz="1125" b="0">
                <a:solidFill>
                  <a:srgbClr val="475569"/>
                </a:solidFill>
                <a:latin typeface="Montserrat"/>
                <a:ea typeface="Montserrat"/>
                <a:cs typeface="Montserrat"/>
              </a:defRPr>
            </a:lvl1pPr>
            <a:lvl2pPr algn="ctr">
              <a:defRPr sz="1125" b="0">
                <a:solidFill>
                  <a:srgbClr val="475569"/>
                </a:solidFill>
                <a:latin typeface="Montserrat"/>
                <a:ea typeface="Montserrat"/>
                <a:cs typeface="Montserrat"/>
              </a:defRPr>
            </a:lvl2pPr>
            <a:lvl3pPr algn="ctr">
              <a:defRPr sz="1125" b="0">
                <a:solidFill>
                  <a:srgbClr val="475569"/>
                </a:solidFill>
                <a:latin typeface="Montserrat"/>
                <a:ea typeface="Montserrat"/>
                <a:cs typeface="Montserrat"/>
              </a:defRPr>
            </a:lvl3pPr>
            <a:lvl4pPr algn="ctr">
              <a:defRPr sz="1125" b="0">
                <a:solidFill>
                  <a:srgbClr val="475569"/>
                </a:solidFill>
                <a:latin typeface="Montserrat"/>
                <a:ea typeface="Montserrat"/>
                <a:cs typeface="Montserrat"/>
              </a:defRPr>
            </a:lvl4pPr>
            <a:lvl5pPr algn="ctr">
              <a:defRPr sz="1125" b="0">
                <a:solidFill>
                  <a:srgbClr val="475569"/>
                </a:solidFill>
                <a:latin typeface="Montserrat"/>
                <a:ea typeface="Montserrat"/>
                <a:cs typeface="Montserrat"/>
              </a:defRPr>
            </a:lvl5pPr>
            <a:lvl6pPr algn="ctr">
              <a:defRPr sz="1125" b="0">
                <a:solidFill>
                  <a:srgbClr val="475569"/>
                </a:solidFill>
                <a:latin typeface="Montserrat"/>
                <a:ea typeface="Montserrat"/>
                <a:cs typeface="Montserrat"/>
              </a:defRPr>
            </a:lvl6pPr>
            <a:lvl7pPr algn="ctr">
              <a:defRPr sz="1125" b="0">
                <a:solidFill>
                  <a:srgbClr val="475569"/>
                </a:solidFill>
                <a:latin typeface="Montserrat"/>
                <a:ea typeface="Montserrat"/>
                <a:cs typeface="Montserrat"/>
              </a:defRPr>
            </a:lvl7pPr>
            <a:lvl8pPr algn="ctr">
              <a:defRPr sz="1125" b="0">
                <a:solidFill>
                  <a:srgbClr val="475569"/>
                </a:solidFill>
                <a:latin typeface="Montserrat"/>
                <a:ea typeface="Montserrat"/>
                <a:cs typeface="Montserrat"/>
              </a:defRPr>
            </a:lvl8pPr>
            <a:lvl9pPr algn="ctr">
              <a:defRPr sz="1125" b="0">
                <a:solidFill>
                  <a:srgbClr val="475569"/>
                </a:solidFill>
                <a:latin typeface="Montserrat"/>
                <a:ea typeface="Montserrat"/>
                <a:cs typeface="Montserrat"/>
              </a:defRPr>
            </a:lvl9pPr>
          </a:lstStyle>
          <a:p xmlns:a="http://schemas.openxmlformats.org/drawingml/2006/main">
            <a:pPr algn="ctr">
              <a:defRPr sz="1125" b="0">
                <a:solidFill>
                  <a:srgbClr val="475569"/>
                </a:solidFill>
                <a:latin typeface="Montserrat"/>
                <a:ea typeface="Montserrat"/>
                <a:cs typeface="Montserrat"/>
              </a:defRPr>
            </a:pPr>
            <a:r>
              <a:rPr sz="1125" b="0">
                <a:solidFill>
                  <a:srgbClr val="475569"/>
                </a:solidFill>
                <a:latin typeface="Montserrat"/>
                <a:ea typeface="Montserrat"/>
                <a:cs typeface="Montserrat"/>
              </a:rPr>
              <a:t>The approved changes join the main version.</a:t>
            </a:r>
          </a:p>
        </p:txBody>
      </p:sp>
      <p:sp>
        <p:nvSpPr>
          <p:cNvPr id="51" name="">
            <a:extLst xmlns:a="http://schemas.openxmlformats.org/drawingml/2006/main">
              <a:ext uri="{FF2B5EF4-FFF2-40B4-BE49-F238E27FC236}">
                <a16:creationId xmlns:a16="http://schemas.microsoft.com/office/drawing/2014/main" id="{59AF0154-70A4-460C-A624-DEB8DE9EDDE1}"/>
              </a:ext>
            </a:extLst>
          </p:cNvPr>
          <p:cNvSpPr>
            <a:spLocks xmlns:a="http://schemas.openxmlformats.org/drawingml/2006/main" noGrp="1"/>
          </p:cNvSpPr>
          <p:nvPr/>
        </p:nvSpPr>
        <p:spPr>
          <a:xfrm xmlns:a="http://schemas.openxmlformats.org/drawingml/2006/main">
            <a:off x="742950" y="4552950"/>
            <a:ext cx="103251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52" name="">
            <a:extLst xmlns:a="http://schemas.openxmlformats.org/drawingml/2006/main">
              <a:ext uri="{FF2B5EF4-FFF2-40B4-BE49-F238E27FC236}">
                <a16:creationId xmlns:a16="http://schemas.microsoft.com/office/drawing/2014/main" id="{8792FB0B-B4B1-41B1-B273-B4E53183D11E}"/>
              </a:ext>
            </a:extLst>
          </p:cNvPr>
          <p:cNvSpPr>
            <a:spLocks xmlns:a="http://schemas.openxmlformats.org/drawingml/2006/main" noGrp="1"/>
          </p:cNvSpPr>
          <p:nvPr/>
        </p:nvSpPr>
        <p:spPr>
          <a:xfrm xmlns:a="http://schemas.openxmlformats.org/drawingml/2006/main">
            <a:off x="876300" y="4791075"/>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307FE2"/>
                </a:solidFill>
                <a:latin typeface="Courier New"/>
                <a:ea typeface="Courier New"/>
                <a:cs typeface="Courier New"/>
              </a:defRPr>
            </a:defPPr>
            <a:lvl1pPr algn="l">
              <a:defRPr sz="900" b="1">
                <a:solidFill>
                  <a:srgbClr val="307FE2"/>
                </a:solidFill>
                <a:latin typeface="Courier New"/>
                <a:ea typeface="Courier New"/>
                <a:cs typeface="Courier New"/>
              </a:defRPr>
            </a:lvl1pPr>
            <a:lvl2pPr algn="l">
              <a:defRPr sz="900" b="1">
                <a:solidFill>
                  <a:srgbClr val="307FE2"/>
                </a:solidFill>
                <a:latin typeface="Courier New"/>
                <a:ea typeface="Courier New"/>
                <a:cs typeface="Courier New"/>
              </a:defRPr>
            </a:lvl2pPr>
            <a:lvl3pPr algn="l">
              <a:defRPr sz="900" b="1">
                <a:solidFill>
                  <a:srgbClr val="307FE2"/>
                </a:solidFill>
                <a:latin typeface="Courier New"/>
                <a:ea typeface="Courier New"/>
                <a:cs typeface="Courier New"/>
              </a:defRPr>
            </a:lvl3pPr>
            <a:lvl4pPr algn="l">
              <a:defRPr sz="900" b="1">
                <a:solidFill>
                  <a:srgbClr val="307FE2"/>
                </a:solidFill>
                <a:latin typeface="Courier New"/>
                <a:ea typeface="Courier New"/>
                <a:cs typeface="Courier New"/>
              </a:defRPr>
            </a:lvl4pPr>
            <a:lvl5pPr algn="l">
              <a:defRPr sz="900" b="1">
                <a:solidFill>
                  <a:srgbClr val="307FE2"/>
                </a:solidFill>
                <a:latin typeface="Courier New"/>
                <a:ea typeface="Courier New"/>
                <a:cs typeface="Courier New"/>
              </a:defRPr>
            </a:lvl5pPr>
            <a:lvl6pPr algn="l">
              <a:defRPr sz="900" b="1">
                <a:solidFill>
                  <a:srgbClr val="307FE2"/>
                </a:solidFill>
                <a:latin typeface="Courier New"/>
                <a:ea typeface="Courier New"/>
                <a:cs typeface="Courier New"/>
              </a:defRPr>
            </a:lvl6pPr>
            <a:lvl7pPr algn="l">
              <a:defRPr sz="900" b="1">
                <a:solidFill>
                  <a:srgbClr val="307FE2"/>
                </a:solidFill>
                <a:latin typeface="Courier New"/>
                <a:ea typeface="Courier New"/>
                <a:cs typeface="Courier New"/>
              </a:defRPr>
            </a:lvl7pPr>
            <a:lvl8pPr algn="l">
              <a:defRPr sz="900" b="1">
                <a:solidFill>
                  <a:srgbClr val="307FE2"/>
                </a:solidFill>
                <a:latin typeface="Courier New"/>
                <a:ea typeface="Courier New"/>
                <a:cs typeface="Courier New"/>
              </a:defRPr>
            </a:lvl8pPr>
            <a:lvl9pPr algn="l">
              <a:defRPr sz="900" b="1">
                <a:solidFill>
                  <a:srgbClr val="307FE2"/>
                </a:solidFill>
                <a:latin typeface="Courier New"/>
                <a:ea typeface="Courier New"/>
                <a:cs typeface="Courier New"/>
              </a:defRPr>
            </a:lvl9pPr>
          </a:lstStyle>
          <a:p xmlns:a="http://schemas.openxmlformats.org/drawingml/2006/main">
            <a:pPr algn="l">
              <a:defRPr sz="900" b="1">
                <a:solidFill>
                  <a:srgbClr val="307FE2"/>
                </a:solidFill>
                <a:latin typeface="Courier New"/>
                <a:ea typeface="Courier New"/>
                <a:cs typeface="Courier New"/>
              </a:defRPr>
            </a:pPr>
            <a:r>
              <a:rPr sz="900" b="1">
                <a:solidFill>
                  <a:srgbClr val="307FE2"/>
                </a:solidFill>
                <a:latin typeface="Courier New"/>
                <a:ea typeface="Courier New"/>
                <a:cs typeface="Courier New"/>
              </a:rPr>
              <a:t>STAR</a:t>
            </a:r>
          </a:p>
        </p:txBody>
      </p:sp>
      <p:sp>
        <p:nvSpPr>
          <p:cNvPr id="53" name="">
            <a:extLst xmlns:a="http://schemas.openxmlformats.org/drawingml/2006/main">
              <a:ext uri="{FF2B5EF4-FFF2-40B4-BE49-F238E27FC236}">
                <a16:creationId xmlns:a16="http://schemas.microsoft.com/office/drawing/2014/main" id="{C6EA8D12-2FBA-4CD4-9236-E2F894AC2352}"/>
              </a:ext>
            </a:extLst>
          </p:cNvPr>
          <p:cNvSpPr>
            <a:spLocks xmlns:a="http://schemas.openxmlformats.org/drawingml/2006/main" noGrp="1"/>
          </p:cNvSpPr>
          <p:nvPr/>
        </p:nvSpPr>
        <p:spPr>
          <a:xfrm xmlns:a="http://schemas.openxmlformats.org/drawingml/2006/main">
            <a:off x="1752600" y="4752975"/>
            <a:ext cx="2247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1">
                <a:solidFill>
                  <a:srgbClr val="0F172A"/>
                </a:solidFill>
                <a:latin typeface="Montserrat"/>
                <a:ea typeface="Montserrat"/>
                <a:cs typeface="Montserrat"/>
              </a:defRPr>
            </a:defPPr>
            <a:lvl1pPr algn="l">
              <a:defRPr sz="1125" b="1">
                <a:solidFill>
                  <a:srgbClr val="0F172A"/>
                </a:solidFill>
                <a:latin typeface="Montserrat"/>
                <a:ea typeface="Montserrat"/>
                <a:cs typeface="Montserrat"/>
              </a:defRPr>
            </a:lvl1pPr>
            <a:lvl2pPr algn="l">
              <a:defRPr sz="1125" b="1">
                <a:solidFill>
                  <a:srgbClr val="0F172A"/>
                </a:solidFill>
                <a:latin typeface="Montserrat"/>
                <a:ea typeface="Montserrat"/>
                <a:cs typeface="Montserrat"/>
              </a:defRPr>
            </a:lvl2pPr>
            <a:lvl3pPr algn="l">
              <a:defRPr sz="1125" b="1">
                <a:solidFill>
                  <a:srgbClr val="0F172A"/>
                </a:solidFill>
                <a:latin typeface="Montserrat"/>
                <a:ea typeface="Montserrat"/>
                <a:cs typeface="Montserrat"/>
              </a:defRPr>
            </a:lvl3pPr>
            <a:lvl4pPr algn="l">
              <a:defRPr sz="1125" b="1">
                <a:solidFill>
                  <a:srgbClr val="0F172A"/>
                </a:solidFill>
                <a:latin typeface="Montserrat"/>
                <a:ea typeface="Montserrat"/>
                <a:cs typeface="Montserrat"/>
              </a:defRPr>
            </a:lvl4pPr>
            <a:lvl5pPr algn="l">
              <a:defRPr sz="1125" b="1">
                <a:solidFill>
                  <a:srgbClr val="0F172A"/>
                </a:solidFill>
                <a:latin typeface="Montserrat"/>
                <a:ea typeface="Montserrat"/>
                <a:cs typeface="Montserrat"/>
              </a:defRPr>
            </a:lvl5pPr>
            <a:lvl6pPr algn="l">
              <a:defRPr sz="1125" b="1">
                <a:solidFill>
                  <a:srgbClr val="0F172A"/>
                </a:solidFill>
                <a:latin typeface="Montserrat"/>
                <a:ea typeface="Montserrat"/>
                <a:cs typeface="Montserrat"/>
              </a:defRPr>
            </a:lvl6pPr>
            <a:lvl7pPr algn="l">
              <a:defRPr sz="1125" b="1">
                <a:solidFill>
                  <a:srgbClr val="0F172A"/>
                </a:solidFill>
                <a:latin typeface="Montserrat"/>
                <a:ea typeface="Montserrat"/>
                <a:cs typeface="Montserrat"/>
              </a:defRPr>
            </a:lvl7pPr>
            <a:lvl8pPr algn="l">
              <a:defRPr sz="1125" b="1">
                <a:solidFill>
                  <a:srgbClr val="0F172A"/>
                </a:solidFill>
                <a:latin typeface="Montserrat"/>
                <a:ea typeface="Montserrat"/>
                <a:cs typeface="Montserrat"/>
              </a:defRPr>
            </a:lvl8pPr>
            <a:lvl9pPr algn="l">
              <a:defRPr sz="1125" b="1">
                <a:solidFill>
                  <a:srgbClr val="0F172A"/>
                </a:solidFill>
                <a:latin typeface="Montserrat"/>
                <a:ea typeface="Montserrat"/>
                <a:cs typeface="Montserrat"/>
              </a:defRPr>
            </a:lvl9pPr>
          </a:lstStyle>
          <a:p xmlns:a="http://schemas.openxmlformats.org/drawingml/2006/main">
            <a:pPr algn="l">
              <a:defRPr sz="1125" b="1">
                <a:solidFill>
                  <a:srgbClr val="0F172A"/>
                </a:solidFill>
                <a:latin typeface="Montserrat"/>
                <a:ea typeface="Montserrat"/>
                <a:cs typeface="Montserrat"/>
              </a:defRPr>
            </a:pPr>
            <a:r>
              <a:rPr sz="1125" b="1">
                <a:solidFill>
                  <a:srgbClr val="0F172A"/>
                </a:solidFill>
                <a:latin typeface="Montserrat"/>
                <a:ea typeface="Montserrat"/>
                <a:cs typeface="Montserrat"/>
              </a:rPr>
              <a:t>Bookmark it and show interest.</a:t>
            </a:r>
          </a:p>
        </p:txBody>
      </p:sp>
      <p:sp>
        <p:nvSpPr>
          <p:cNvPr id="54" name="">
            <a:extLst xmlns:a="http://schemas.openxmlformats.org/drawingml/2006/main">
              <a:ext uri="{FF2B5EF4-FFF2-40B4-BE49-F238E27FC236}">
                <a16:creationId xmlns:a16="http://schemas.microsoft.com/office/drawing/2014/main" id="{574E8B09-D5DF-4B28-BD51-DCD9277C267B}"/>
              </a:ext>
            </a:extLst>
          </p:cNvPr>
          <p:cNvSpPr>
            <a:spLocks xmlns:a="http://schemas.openxmlformats.org/drawingml/2006/main" noGrp="1"/>
          </p:cNvSpPr>
          <p:nvPr/>
        </p:nvSpPr>
        <p:spPr>
          <a:xfrm xmlns:a="http://schemas.openxmlformats.org/drawingml/2006/main">
            <a:off x="4038600" y="4762500"/>
            <a:ext cx="0" cy="53340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55" name="">
            <a:extLst xmlns:a="http://schemas.openxmlformats.org/drawingml/2006/main">
              <a:ext uri="{FF2B5EF4-FFF2-40B4-BE49-F238E27FC236}">
                <a16:creationId xmlns:a16="http://schemas.microsoft.com/office/drawing/2014/main" id="{2F6D16E3-DF33-40CE-B26D-4F3A3892D2A2}"/>
              </a:ext>
            </a:extLst>
          </p:cNvPr>
          <p:cNvSpPr>
            <a:spLocks xmlns:a="http://schemas.openxmlformats.org/drawingml/2006/main" noGrp="1"/>
          </p:cNvSpPr>
          <p:nvPr/>
        </p:nvSpPr>
        <p:spPr>
          <a:xfrm xmlns:a="http://schemas.openxmlformats.org/drawingml/2006/main">
            <a:off x="4362450" y="4791075"/>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307FE2"/>
                </a:solidFill>
                <a:latin typeface="Courier New"/>
                <a:ea typeface="Courier New"/>
                <a:cs typeface="Courier New"/>
              </a:defRPr>
            </a:defPPr>
            <a:lvl1pPr algn="l">
              <a:defRPr sz="900" b="1">
                <a:solidFill>
                  <a:srgbClr val="307FE2"/>
                </a:solidFill>
                <a:latin typeface="Courier New"/>
                <a:ea typeface="Courier New"/>
                <a:cs typeface="Courier New"/>
              </a:defRPr>
            </a:lvl1pPr>
            <a:lvl2pPr algn="l">
              <a:defRPr sz="900" b="1">
                <a:solidFill>
                  <a:srgbClr val="307FE2"/>
                </a:solidFill>
                <a:latin typeface="Courier New"/>
                <a:ea typeface="Courier New"/>
                <a:cs typeface="Courier New"/>
              </a:defRPr>
            </a:lvl2pPr>
            <a:lvl3pPr algn="l">
              <a:defRPr sz="900" b="1">
                <a:solidFill>
                  <a:srgbClr val="307FE2"/>
                </a:solidFill>
                <a:latin typeface="Courier New"/>
                <a:ea typeface="Courier New"/>
                <a:cs typeface="Courier New"/>
              </a:defRPr>
            </a:lvl3pPr>
            <a:lvl4pPr algn="l">
              <a:defRPr sz="900" b="1">
                <a:solidFill>
                  <a:srgbClr val="307FE2"/>
                </a:solidFill>
                <a:latin typeface="Courier New"/>
                <a:ea typeface="Courier New"/>
                <a:cs typeface="Courier New"/>
              </a:defRPr>
            </a:lvl4pPr>
            <a:lvl5pPr algn="l">
              <a:defRPr sz="900" b="1">
                <a:solidFill>
                  <a:srgbClr val="307FE2"/>
                </a:solidFill>
                <a:latin typeface="Courier New"/>
                <a:ea typeface="Courier New"/>
                <a:cs typeface="Courier New"/>
              </a:defRPr>
            </a:lvl5pPr>
            <a:lvl6pPr algn="l">
              <a:defRPr sz="900" b="1">
                <a:solidFill>
                  <a:srgbClr val="307FE2"/>
                </a:solidFill>
                <a:latin typeface="Courier New"/>
                <a:ea typeface="Courier New"/>
                <a:cs typeface="Courier New"/>
              </a:defRPr>
            </a:lvl6pPr>
            <a:lvl7pPr algn="l">
              <a:defRPr sz="900" b="1">
                <a:solidFill>
                  <a:srgbClr val="307FE2"/>
                </a:solidFill>
                <a:latin typeface="Courier New"/>
                <a:ea typeface="Courier New"/>
                <a:cs typeface="Courier New"/>
              </a:defRPr>
            </a:lvl7pPr>
            <a:lvl8pPr algn="l">
              <a:defRPr sz="900" b="1">
                <a:solidFill>
                  <a:srgbClr val="307FE2"/>
                </a:solidFill>
                <a:latin typeface="Courier New"/>
                <a:ea typeface="Courier New"/>
                <a:cs typeface="Courier New"/>
              </a:defRPr>
            </a:lvl8pPr>
            <a:lvl9pPr algn="l">
              <a:defRPr sz="900" b="1">
                <a:solidFill>
                  <a:srgbClr val="307FE2"/>
                </a:solidFill>
                <a:latin typeface="Courier New"/>
                <a:ea typeface="Courier New"/>
                <a:cs typeface="Courier New"/>
              </a:defRPr>
            </a:lvl9pPr>
          </a:lstStyle>
          <a:p xmlns:a="http://schemas.openxmlformats.org/drawingml/2006/main">
            <a:pPr algn="l">
              <a:defRPr sz="900" b="1">
                <a:solidFill>
                  <a:srgbClr val="307FE2"/>
                </a:solidFill>
                <a:latin typeface="Courier New"/>
                <a:ea typeface="Courier New"/>
                <a:cs typeface="Courier New"/>
              </a:defRPr>
            </a:pPr>
            <a:r>
              <a:rPr sz="900" b="1">
                <a:solidFill>
                  <a:srgbClr val="307FE2"/>
                </a:solidFill>
                <a:latin typeface="Courier New"/>
                <a:ea typeface="Courier New"/>
                <a:cs typeface="Courier New"/>
              </a:rPr>
              <a:t>FORK</a:t>
            </a:r>
          </a:p>
        </p:txBody>
      </p:sp>
      <p:sp>
        <p:nvSpPr>
          <p:cNvPr id="56" name="">
            <a:extLst xmlns:a="http://schemas.openxmlformats.org/drawingml/2006/main">
              <a:ext uri="{FF2B5EF4-FFF2-40B4-BE49-F238E27FC236}">
                <a16:creationId xmlns:a16="http://schemas.microsoft.com/office/drawing/2014/main" id="{74638A82-404D-4CC0-8C86-DF65E5B5BACC}"/>
              </a:ext>
            </a:extLst>
          </p:cNvPr>
          <p:cNvSpPr>
            <a:spLocks xmlns:a="http://schemas.openxmlformats.org/drawingml/2006/main" noGrp="1"/>
          </p:cNvSpPr>
          <p:nvPr/>
        </p:nvSpPr>
        <p:spPr>
          <a:xfrm xmlns:a="http://schemas.openxmlformats.org/drawingml/2006/main">
            <a:off x="5238750" y="4752975"/>
            <a:ext cx="2247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1">
                <a:solidFill>
                  <a:srgbClr val="0F172A"/>
                </a:solidFill>
                <a:latin typeface="Montserrat"/>
                <a:ea typeface="Montserrat"/>
                <a:cs typeface="Montserrat"/>
              </a:defRPr>
            </a:defPPr>
            <a:lvl1pPr algn="l">
              <a:defRPr sz="1125" b="1">
                <a:solidFill>
                  <a:srgbClr val="0F172A"/>
                </a:solidFill>
                <a:latin typeface="Montserrat"/>
                <a:ea typeface="Montserrat"/>
                <a:cs typeface="Montserrat"/>
              </a:defRPr>
            </a:lvl1pPr>
            <a:lvl2pPr algn="l">
              <a:defRPr sz="1125" b="1">
                <a:solidFill>
                  <a:srgbClr val="0F172A"/>
                </a:solidFill>
                <a:latin typeface="Montserrat"/>
                <a:ea typeface="Montserrat"/>
                <a:cs typeface="Montserrat"/>
              </a:defRPr>
            </a:lvl2pPr>
            <a:lvl3pPr algn="l">
              <a:defRPr sz="1125" b="1">
                <a:solidFill>
                  <a:srgbClr val="0F172A"/>
                </a:solidFill>
                <a:latin typeface="Montserrat"/>
                <a:ea typeface="Montserrat"/>
                <a:cs typeface="Montserrat"/>
              </a:defRPr>
            </a:lvl3pPr>
            <a:lvl4pPr algn="l">
              <a:defRPr sz="1125" b="1">
                <a:solidFill>
                  <a:srgbClr val="0F172A"/>
                </a:solidFill>
                <a:latin typeface="Montserrat"/>
                <a:ea typeface="Montserrat"/>
                <a:cs typeface="Montserrat"/>
              </a:defRPr>
            </a:lvl4pPr>
            <a:lvl5pPr algn="l">
              <a:defRPr sz="1125" b="1">
                <a:solidFill>
                  <a:srgbClr val="0F172A"/>
                </a:solidFill>
                <a:latin typeface="Montserrat"/>
                <a:ea typeface="Montserrat"/>
                <a:cs typeface="Montserrat"/>
              </a:defRPr>
            </a:lvl5pPr>
            <a:lvl6pPr algn="l">
              <a:defRPr sz="1125" b="1">
                <a:solidFill>
                  <a:srgbClr val="0F172A"/>
                </a:solidFill>
                <a:latin typeface="Montserrat"/>
                <a:ea typeface="Montserrat"/>
                <a:cs typeface="Montserrat"/>
              </a:defRPr>
            </a:lvl6pPr>
            <a:lvl7pPr algn="l">
              <a:defRPr sz="1125" b="1">
                <a:solidFill>
                  <a:srgbClr val="0F172A"/>
                </a:solidFill>
                <a:latin typeface="Montserrat"/>
                <a:ea typeface="Montserrat"/>
                <a:cs typeface="Montserrat"/>
              </a:defRPr>
            </a:lvl7pPr>
            <a:lvl8pPr algn="l">
              <a:defRPr sz="1125" b="1">
                <a:solidFill>
                  <a:srgbClr val="0F172A"/>
                </a:solidFill>
                <a:latin typeface="Montserrat"/>
                <a:ea typeface="Montserrat"/>
                <a:cs typeface="Montserrat"/>
              </a:defRPr>
            </a:lvl8pPr>
            <a:lvl9pPr algn="l">
              <a:defRPr sz="1125" b="1">
                <a:solidFill>
                  <a:srgbClr val="0F172A"/>
                </a:solidFill>
                <a:latin typeface="Montserrat"/>
                <a:ea typeface="Montserrat"/>
                <a:cs typeface="Montserrat"/>
              </a:defRPr>
            </a:lvl9pPr>
          </a:lstStyle>
          <a:p xmlns:a="http://schemas.openxmlformats.org/drawingml/2006/main">
            <a:pPr algn="l">
              <a:defRPr sz="1125" b="1">
                <a:solidFill>
                  <a:srgbClr val="0F172A"/>
                </a:solidFill>
                <a:latin typeface="Montserrat"/>
                <a:ea typeface="Montserrat"/>
                <a:cs typeface="Montserrat"/>
              </a:defRPr>
            </a:pPr>
            <a:r>
              <a:rPr sz="1125" b="1">
                <a:solidFill>
                  <a:srgbClr val="0F172A"/>
                </a:solidFill>
                <a:latin typeface="Montserrat"/>
                <a:ea typeface="Montserrat"/>
                <a:cs typeface="Montserrat"/>
              </a:rPr>
              <a:t>Make your own copy under your account.</a:t>
            </a:r>
          </a:p>
        </p:txBody>
      </p:sp>
      <p:sp>
        <p:nvSpPr>
          <p:cNvPr id="57" name="">
            <a:extLst xmlns:a="http://schemas.openxmlformats.org/drawingml/2006/main">
              <a:ext uri="{FF2B5EF4-FFF2-40B4-BE49-F238E27FC236}">
                <a16:creationId xmlns:a16="http://schemas.microsoft.com/office/drawing/2014/main" id="{05800DF0-00FF-49A5-B653-89991680F7AC}"/>
              </a:ext>
            </a:extLst>
          </p:cNvPr>
          <p:cNvSpPr>
            <a:spLocks xmlns:a="http://schemas.openxmlformats.org/drawingml/2006/main" noGrp="1"/>
          </p:cNvSpPr>
          <p:nvPr/>
        </p:nvSpPr>
        <p:spPr>
          <a:xfrm xmlns:a="http://schemas.openxmlformats.org/drawingml/2006/main">
            <a:off x="7524750" y="4762500"/>
            <a:ext cx="0" cy="53340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58" name="">
            <a:extLst xmlns:a="http://schemas.openxmlformats.org/drawingml/2006/main">
              <a:ext uri="{FF2B5EF4-FFF2-40B4-BE49-F238E27FC236}">
                <a16:creationId xmlns:a16="http://schemas.microsoft.com/office/drawing/2014/main" id="{2567C5A2-58AF-413D-9E90-5969E0BC71C8}"/>
              </a:ext>
            </a:extLst>
          </p:cNvPr>
          <p:cNvSpPr>
            <a:spLocks xmlns:a="http://schemas.openxmlformats.org/drawingml/2006/main" noGrp="1"/>
          </p:cNvSpPr>
          <p:nvPr/>
        </p:nvSpPr>
        <p:spPr>
          <a:xfrm xmlns:a="http://schemas.openxmlformats.org/drawingml/2006/main">
            <a:off x="7848600" y="4791075"/>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307FE2"/>
                </a:solidFill>
                <a:latin typeface="Courier New"/>
                <a:ea typeface="Courier New"/>
                <a:cs typeface="Courier New"/>
              </a:defRPr>
            </a:defPPr>
            <a:lvl1pPr algn="l">
              <a:defRPr sz="900" b="1">
                <a:solidFill>
                  <a:srgbClr val="307FE2"/>
                </a:solidFill>
                <a:latin typeface="Courier New"/>
                <a:ea typeface="Courier New"/>
                <a:cs typeface="Courier New"/>
              </a:defRPr>
            </a:lvl1pPr>
            <a:lvl2pPr algn="l">
              <a:defRPr sz="900" b="1">
                <a:solidFill>
                  <a:srgbClr val="307FE2"/>
                </a:solidFill>
                <a:latin typeface="Courier New"/>
                <a:ea typeface="Courier New"/>
                <a:cs typeface="Courier New"/>
              </a:defRPr>
            </a:lvl2pPr>
            <a:lvl3pPr algn="l">
              <a:defRPr sz="900" b="1">
                <a:solidFill>
                  <a:srgbClr val="307FE2"/>
                </a:solidFill>
                <a:latin typeface="Courier New"/>
                <a:ea typeface="Courier New"/>
                <a:cs typeface="Courier New"/>
              </a:defRPr>
            </a:lvl3pPr>
            <a:lvl4pPr algn="l">
              <a:defRPr sz="900" b="1">
                <a:solidFill>
                  <a:srgbClr val="307FE2"/>
                </a:solidFill>
                <a:latin typeface="Courier New"/>
                <a:ea typeface="Courier New"/>
                <a:cs typeface="Courier New"/>
              </a:defRPr>
            </a:lvl4pPr>
            <a:lvl5pPr algn="l">
              <a:defRPr sz="900" b="1">
                <a:solidFill>
                  <a:srgbClr val="307FE2"/>
                </a:solidFill>
                <a:latin typeface="Courier New"/>
                <a:ea typeface="Courier New"/>
                <a:cs typeface="Courier New"/>
              </a:defRPr>
            </a:lvl5pPr>
            <a:lvl6pPr algn="l">
              <a:defRPr sz="900" b="1">
                <a:solidFill>
                  <a:srgbClr val="307FE2"/>
                </a:solidFill>
                <a:latin typeface="Courier New"/>
                <a:ea typeface="Courier New"/>
                <a:cs typeface="Courier New"/>
              </a:defRPr>
            </a:lvl6pPr>
            <a:lvl7pPr algn="l">
              <a:defRPr sz="900" b="1">
                <a:solidFill>
                  <a:srgbClr val="307FE2"/>
                </a:solidFill>
                <a:latin typeface="Courier New"/>
                <a:ea typeface="Courier New"/>
                <a:cs typeface="Courier New"/>
              </a:defRPr>
            </a:lvl7pPr>
            <a:lvl8pPr algn="l">
              <a:defRPr sz="900" b="1">
                <a:solidFill>
                  <a:srgbClr val="307FE2"/>
                </a:solidFill>
                <a:latin typeface="Courier New"/>
                <a:ea typeface="Courier New"/>
                <a:cs typeface="Courier New"/>
              </a:defRPr>
            </a:lvl8pPr>
            <a:lvl9pPr algn="l">
              <a:defRPr sz="900" b="1">
                <a:solidFill>
                  <a:srgbClr val="307FE2"/>
                </a:solidFill>
                <a:latin typeface="Courier New"/>
                <a:ea typeface="Courier New"/>
                <a:cs typeface="Courier New"/>
              </a:defRPr>
            </a:lvl9pPr>
          </a:lstStyle>
          <a:p xmlns:a="http://schemas.openxmlformats.org/drawingml/2006/main">
            <a:pPr algn="l">
              <a:defRPr sz="900" b="1">
                <a:solidFill>
                  <a:srgbClr val="307FE2"/>
                </a:solidFill>
                <a:latin typeface="Courier New"/>
                <a:ea typeface="Courier New"/>
                <a:cs typeface="Courier New"/>
              </a:defRPr>
            </a:pPr>
            <a:r>
              <a:rPr sz="900" b="1">
                <a:solidFill>
                  <a:srgbClr val="307FE2"/>
                </a:solidFill>
                <a:latin typeface="Courier New"/>
                <a:ea typeface="Courier New"/>
                <a:cs typeface="Courier New"/>
              </a:rPr>
              <a:t>WATCH</a:t>
            </a:r>
          </a:p>
        </p:txBody>
      </p:sp>
      <p:sp>
        <p:nvSpPr>
          <p:cNvPr id="59" name="">
            <a:extLst xmlns:a="http://schemas.openxmlformats.org/drawingml/2006/main">
              <a:ext uri="{FF2B5EF4-FFF2-40B4-BE49-F238E27FC236}">
                <a16:creationId xmlns:a16="http://schemas.microsoft.com/office/drawing/2014/main" id="{81132AFE-51A7-4415-BCB3-B07BF8E40887}"/>
              </a:ext>
            </a:extLst>
          </p:cNvPr>
          <p:cNvSpPr>
            <a:spLocks xmlns:a="http://schemas.openxmlformats.org/drawingml/2006/main" noGrp="1"/>
          </p:cNvSpPr>
          <p:nvPr/>
        </p:nvSpPr>
        <p:spPr>
          <a:xfrm xmlns:a="http://schemas.openxmlformats.org/drawingml/2006/main">
            <a:off x="8724900" y="4752975"/>
            <a:ext cx="2247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1">
                <a:solidFill>
                  <a:srgbClr val="0F172A"/>
                </a:solidFill>
                <a:latin typeface="Montserrat"/>
                <a:ea typeface="Montserrat"/>
                <a:cs typeface="Montserrat"/>
              </a:defRPr>
            </a:defPPr>
            <a:lvl1pPr algn="l">
              <a:defRPr sz="1125" b="1">
                <a:solidFill>
                  <a:srgbClr val="0F172A"/>
                </a:solidFill>
                <a:latin typeface="Montserrat"/>
                <a:ea typeface="Montserrat"/>
                <a:cs typeface="Montserrat"/>
              </a:defRPr>
            </a:lvl1pPr>
            <a:lvl2pPr algn="l">
              <a:defRPr sz="1125" b="1">
                <a:solidFill>
                  <a:srgbClr val="0F172A"/>
                </a:solidFill>
                <a:latin typeface="Montserrat"/>
                <a:ea typeface="Montserrat"/>
                <a:cs typeface="Montserrat"/>
              </a:defRPr>
            </a:lvl2pPr>
            <a:lvl3pPr algn="l">
              <a:defRPr sz="1125" b="1">
                <a:solidFill>
                  <a:srgbClr val="0F172A"/>
                </a:solidFill>
                <a:latin typeface="Montserrat"/>
                <a:ea typeface="Montserrat"/>
                <a:cs typeface="Montserrat"/>
              </a:defRPr>
            </a:lvl3pPr>
            <a:lvl4pPr algn="l">
              <a:defRPr sz="1125" b="1">
                <a:solidFill>
                  <a:srgbClr val="0F172A"/>
                </a:solidFill>
                <a:latin typeface="Montserrat"/>
                <a:ea typeface="Montserrat"/>
                <a:cs typeface="Montserrat"/>
              </a:defRPr>
            </a:lvl4pPr>
            <a:lvl5pPr algn="l">
              <a:defRPr sz="1125" b="1">
                <a:solidFill>
                  <a:srgbClr val="0F172A"/>
                </a:solidFill>
                <a:latin typeface="Montserrat"/>
                <a:ea typeface="Montserrat"/>
                <a:cs typeface="Montserrat"/>
              </a:defRPr>
            </a:lvl5pPr>
            <a:lvl6pPr algn="l">
              <a:defRPr sz="1125" b="1">
                <a:solidFill>
                  <a:srgbClr val="0F172A"/>
                </a:solidFill>
                <a:latin typeface="Montserrat"/>
                <a:ea typeface="Montserrat"/>
                <a:cs typeface="Montserrat"/>
              </a:defRPr>
            </a:lvl6pPr>
            <a:lvl7pPr algn="l">
              <a:defRPr sz="1125" b="1">
                <a:solidFill>
                  <a:srgbClr val="0F172A"/>
                </a:solidFill>
                <a:latin typeface="Montserrat"/>
                <a:ea typeface="Montserrat"/>
                <a:cs typeface="Montserrat"/>
              </a:defRPr>
            </a:lvl7pPr>
            <a:lvl8pPr algn="l">
              <a:defRPr sz="1125" b="1">
                <a:solidFill>
                  <a:srgbClr val="0F172A"/>
                </a:solidFill>
                <a:latin typeface="Montserrat"/>
                <a:ea typeface="Montserrat"/>
                <a:cs typeface="Montserrat"/>
              </a:defRPr>
            </a:lvl8pPr>
            <a:lvl9pPr algn="l">
              <a:defRPr sz="1125" b="1">
                <a:solidFill>
                  <a:srgbClr val="0F172A"/>
                </a:solidFill>
                <a:latin typeface="Montserrat"/>
                <a:ea typeface="Montserrat"/>
                <a:cs typeface="Montserrat"/>
              </a:defRPr>
            </a:lvl9pPr>
          </a:lstStyle>
          <a:p xmlns:a="http://schemas.openxmlformats.org/drawingml/2006/main">
            <a:pPr algn="l">
              <a:defRPr sz="1125" b="1">
                <a:solidFill>
                  <a:srgbClr val="0F172A"/>
                </a:solidFill>
                <a:latin typeface="Montserrat"/>
                <a:ea typeface="Montserrat"/>
                <a:cs typeface="Montserrat"/>
              </a:defRPr>
            </a:pPr>
            <a:r>
              <a:rPr sz="1125" b="1">
                <a:solidFill>
                  <a:srgbClr val="0F172A"/>
                </a:solidFill>
                <a:latin typeface="Montserrat"/>
                <a:ea typeface="Montserrat"/>
                <a:cs typeface="Montserrat"/>
              </a:rPr>
              <a:t>Ask GitHub to notify you about updates.</a:t>
            </a:r>
          </a:p>
        </p:txBody>
      </p:sp>
      <p:sp>
        <p:nvSpPr>
          <p:cNvPr id="60" name="">
            <a:extLst xmlns:a="http://schemas.openxmlformats.org/drawingml/2006/main">
              <a:ext uri="{FF2B5EF4-FFF2-40B4-BE49-F238E27FC236}">
                <a16:creationId xmlns:a16="http://schemas.microsoft.com/office/drawing/2014/main" id="{026DC10B-6907-487E-B524-71583FCC3E05}"/>
              </a:ext>
            </a:extLst>
          </p:cNvPr>
          <p:cNvSpPr>
            <a:spLocks xmlns:a="http://schemas.openxmlformats.org/drawingml/2006/main" noGrp="1"/>
          </p:cNvSpPr>
          <p:nvPr/>
        </p:nvSpPr>
        <p:spPr>
          <a:xfrm xmlns:a="http://schemas.openxmlformats.org/drawingml/2006/main">
            <a:off x="647700" y="5229225"/>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61" name="">
            <a:extLst xmlns:a="http://schemas.openxmlformats.org/drawingml/2006/main">
              <a:ext uri="{FF2B5EF4-FFF2-40B4-BE49-F238E27FC236}">
                <a16:creationId xmlns:a16="http://schemas.microsoft.com/office/drawing/2014/main" id="{7B20D844-6D8A-490C-B166-649C46913955}"/>
              </a:ext>
            </a:extLst>
          </p:cNvPr>
          <p:cNvSpPr>
            <a:spLocks xmlns:a="http://schemas.openxmlformats.org/drawingml/2006/main" noGrp="1"/>
          </p:cNvSpPr>
          <p:nvPr/>
        </p:nvSpPr>
        <p:spPr>
          <a:xfrm xmlns:a="http://schemas.openxmlformats.org/drawingml/2006/main">
            <a:off x="742950" y="5476875"/>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1">
                <a:solidFill>
                  <a:srgbClr val="0F172A"/>
                </a:solidFill>
                <a:latin typeface="Montserrat"/>
                <a:ea typeface="Montserrat"/>
                <a:cs typeface="Montserrat"/>
              </a:defRPr>
            </a:defPPr>
            <a:lvl1pPr algn="l">
              <a:defRPr sz="1200" b="1">
                <a:solidFill>
                  <a:srgbClr val="0F172A"/>
                </a:solidFill>
                <a:latin typeface="Montserrat"/>
                <a:ea typeface="Montserrat"/>
                <a:cs typeface="Montserrat"/>
              </a:defRPr>
            </a:lvl1pPr>
            <a:lvl2pPr algn="l">
              <a:defRPr sz="1200" b="1">
                <a:solidFill>
                  <a:srgbClr val="0F172A"/>
                </a:solidFill>
                <a:latin typeface="Montserrat"/>
                <a:ea typeface="Montserrat"/>
                <a:cs typeface="Montserrat"/>
              </a:defRPr>
            </a:lvl2pPr>
            <a:lvl3pPr algn="l">
              <a:defRPr sz="1200" b="1">
                <a:solidFill>
                  <a:srgbClr val="0F172A"/>
                </a:solidFill>
                <a:latin typeface="Montserrat"/>
                <a:ea typeface="Montserrat"/>
                <a:cs typeface="Montserrat"/>
              </a:defRPr>
            </a:lvl3pPr>
            <a:lvl4pPr algn="l">
              <a:defRPr sz="1200" b="1">
                <a:solidFill>
                  <a:srgbClr val="0F172A"/>
                </a:solidFill>
                <a:latin typeface="Montserrat"/>
                <a:ea typeface="Montserrat"/>
                <a:cs typeface="Montserrat"/>
              </a:defRPr>
            </a:lvl4pPr>
            <a:lvl5pPr algn="l">
              <a:defRPr sz="1200" b="1">
                <a:solidFill>
                  <a:srgbClr val="0F172A"/>
                </a:solidFill>
                <a:latin typeface="Montserrat"/>
                <a:ea typeface="Montserrat"/>
                <a:cs typeface="Montserrat"/>
              </a:defRPr>
            </a:lvl5pPr>
            <a:lvl6pPr algn="l">
              <a:defRPr sz="1200" b="1">
                <a:solidFill>
                  <a:srgbClr val="0F172A"/>
                </a:solidFill>
                <a:latin typeface="Montserrat"/>
                <a:ea typeface="Montserrat"/>
                <a:cs typeface="Montserrat"/>
              </a:defRPr>
            </a:lvl6pPr>
            <a:lvl7pPr algn="l">
              <a:defRPr sz="1200" b="1">
                <a:solidFill>
                  <a:srgbClr val="0F172A"/>
                </a:solidFill>
                <a:latin typeface="Montserrat"/>
                <a:ea typeface="Montserrat"/>
                <a:cs typeface="Montserrat"/>
              </a:defRPr>
            </a:lvl7pPr>
            <a:lvl8pPr algn="l">
              <a:defRPr sz="1200" b="1">
                <a:solidFill>
                  <a:srgbClr val="0F172A"/>
                </a:solidFill>
                <a:latin typeface="Montserrat"/>
                <a:ea typeface="Montserrat"/>
                <a:cs typeface="Montserrat"/>
              </a:defRPr>
            </a:lvl8pPr>
            <a:lvl9pPr algn="l">
              <a:defRPr sz="1200" b="1">
                <a:solidFill>
                  <a:srgbClr val="0F172A"/>
                </a:solidFill>
                <a:latin typeface="Montserrat"/>
                <a:ea typeface="Montserrat"/>
                <a:cs typeface="Montserrat"/>
              </a:defRPr>
            </a:lvl9pPr>
          </a:lstStyle>
          <a:p xmlns:a="http://schemas.openxmlformats.org/drawingml/2006/main">
            <a:pPr algn="l">
              <a:defRPr sz="1200" b="1">
                <a:solidFill>
                  <a:srgbClr val="0F172A"/>
                </a:solidFill>
                <a:latin typeface="Montserrat"/>
                <a:ea typeface="Montserrat"/>
                <a:cs typeface="Montserrat"/>
              </a:defRPr>
            </a:pPr>
            <a:r>
              <a:rPr sz="1200" b="1">
                <a:solidFill>
                  <a:srgbClr val="0F172A"/>
                </a:solidFill>
                <a:latin typeface="Montserrat"/>
                <a:ea typeface="Montserrat"/>
                <a:cs typeface="Montserrat"/>
              </a:rPr>
              <a:t>Your questions can become issues. Good fixes can become pull requests. Review decides what merges.</a:t>
            </a:r>
          </a:p>
        </p:txBody>
      </p:sp>
      <p:sp>
        <p:nvSpPr>
          <p:cNvPr id="62" name="">
            <a:extLst xmlns:a="http://schemas.openxmlformats.org/drawingml/2006/main">
              <a:ext uri="{FF2B5EF4-FFF2-40B4-BE49-F238E27FC236}">
                <a16:creationId xmlns:a16="http://schemas.microsoft.com/office/drawing/2014/main" id="{B41227A6-BFCA-47E1-82F3-860208228811}"/>
              </a:ext>
            </a:extLst>
          </p:cNvPr>
          <p:cNvSpPr>
            <a:spLocks xmlns:a="http://schemas.openxmlformats.org/drawingml/2006/main" noGrp="1"/>
          </p:cNvSpPr>
          <p:nvPr/>
        </p:nvSpPr>
        <p:spPr>
          <a:xfrm xmlns:a="http://schemas.openxmlformats.org/drawingml/2006/main">
            <a:off x="3667125" y="6381750"/>
            <a:ext cx="4857750" cy="0"/>
          </a:xfrm>
          <a:prstGeom xmlns:a="http://schemas.openxmlformats.org/drawingml/2006/main" prst="line">
            <a:avLst/>
          </a:prstGeom>
          <a:noFill xmlns:a="http://schemas.openxmlformats.org/drawingml/2006/main"/>
          <a:ln xmlns:a="http://schemas.openxmlformats.org/drawingml/2006/main" w="5715">
            <a:solidFill>
              <a:srgbClr val="D8E2EF"/>
            </a:solidFill>
            <a:prstDash val="solid"/>
          </a:ln>
        </p:spPr>
      </p:sp>
      <p:sp>
        <p:nvSpPr>
          <p:cNvPr id="63" name="">
            <a:extLst xmlns:a="http://schemas.openxmlformats.org/drawingml/2006/main">
              <a:ext uri="{FF2B5EF4-FFF2-40B4-BE49-F238E27FC236}">
                <a16:creationId xmlns:a16="http://schemas.microsoft.com/office/drawing/2014/main" id="{0585D896-0A17-499E-8D92-23F8F053159F}"/>
              </a:ext>
            </a:extLst>
          </p:cNvPr>
          <p:cNvSpPr>
            <a:spLocks xmlns:a="http://schemas.openxmlformats.org/drawingml/2006/main" noGrp="1"/>
          </p:cNvSpPr>
          <p:nvPr/>
        </p:nvSpPr>
        <p:spPr>
          <a:xfrm xmlns:a="http://schemas.openxmlformats.org/drawingml/2006/main">
            <a:off x="36337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64" name="">
            <a:extLst xmlns:a="http://schemas.openxmlformats.org/drawingml/2006/main">
              <a:ext uri="{FF2B5EF4-FFF2-40B4-BE49-F238E27FC236}">
                <a16:creationId xmlns:a16="http://schemas.microsoft.com/office/drawing/2014/main" id="{2D03BD77-DE34-4802-B302-EE5D6A291D59}"/>
              </a:ext>
            </a:extLst>
          </p:cNvPr>
          <p:cNvSpPr>
            <a:spLocks xmlns:a="http://schemas.openxmlformats.org/drawingml/2006/main" noGrp="1"/>
          </p:cNvSpPr>
          <p:nvPr/>
        </p:nvSpPr>
        <p:spPr>
          <a:xfrm xmlns:a="http://schemas.openxmlformats.org/drawingml/2006/main">
            <a:off x="32670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PLAN</a:t>
            </a:r>
          </a:p>
        </p:txBody>
      </p:sp>
      <p:sp>
        <p:nvSpPr>
          <p:cNvPr id="65" name="">
            <a:extLst xmlns:a="http://schemas.openxmlformats.org/drawingml/2006/main">
              <a:ext uri="{FF2B5EF4-FFF2-40B4-BE49-F238E27FC236}">
                <a16:creationId xmlns:a16="http://schemas.microsoft.com/office/drawing/2014/main" id="{9AEF12F3-9738-4BFA-A793-1E1E36FF2F60}"/>
              </a:ext>
            </a:extLst>
          </p:cNvPr>
          <p:cNvSpPr>
            <a:spLocks xmlns:a="http://schemas.openxmlformats.org/drawingml/2006/main" noGrp="1"/>
          </p:cNvSpPr>
          <p:nvPr/>
        </p:nvSpPr>
        <p:spPr>
          <a:xfrm xmlns:a="http://schemas.openxmlformats.org/drawingml/2006/main">
            <a:off x="46053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66" name="">
            <a:extLst xmlns:a="http://schemas.openxmlformats.org/drawingml/2006/main">
              <a:ext uri="{FF2B5EF4-FFF2-40B4-BE49-F238E27FC236}">
                <a16:creationId xmlns:a16="http://schemas.microsoft.com/office/drawing/2014/main" id="{3C9D0554-70E1-4446-B5BF-BD2C0D314AED}"/>
              </a:ext>
            </a:extLst>
          </p:cNvPr>
          <p:cNvSpPr>
            <a:spLocks xmlns:a="http://schemas.openxmlformats.org/drawingml/2006/main" noGrp="1"/>
          </p:cNvSpPr>
          <p:nvPr/>
        </p:nvSpPr>
        <p:spPr>
          <a:xfrm xmlns:a="http://schemas.openxmlformats.org/drawingml/2006/main">
            <a:off x="42386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DESIGN</a:t>
            </a:r>
          </a:p>
        </p:txBody>
      </p:sp>
      <p:sp>
        <p:nvSpPr>
          <p:cNvPr id="67" name="">
            <a:extLst xmlns:a="http://schemas.openxmlformats.org/drawingml/2006/main">
              <a:ext uri="{FF2B5EF4-FFF2-40B4-BE49-F238E27FC236}">
                <a16:creationId xmlns:a16="http://schemas.microsoft.com/office/drawing/2014/main" id="{37E96634-B210-441B-9D7D-1ADC43F8A7AF}"/>
              </a:ext>
            </a:extLst>
          </p:cNvPr>
          <p:cNvSpPr>
            <a:spLocks xmlns:a="http://schemas.openxmlformats.org/drawingml/2006/main" noGrp="1"/>
          </p:cNvSpPr>
          <p:nvPr/>
        </p:nvSpPr>
        <p:spPr>
          <a:xfrm xmlns:a="http://schemas.openxmlformats.org/drawingml/2006/main">
            <a:off x="55768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68" name="">
            <a:extLst xmlns:a="http://schemas.openxmlformats.org/drawingml/2006/main">
              <a:ext uri="{FF2B5EF4-FFF2-40B4-BE49-F238E27FC236}">
                <a16:creationId xmlns:a16="http://schemas.microsoft.com/office/drawing/2014/main" id="{980A9351-2A58-4C97-96EA-CF4B7476ABFB}"/>
              </a:ext>
            </a:extLst>
          </p:cNvPr>
          <p:cNvSpPr>
            <a:spLocks xmlns:a="http://schemas.openxmlformats.org/drawingml/2006/main" noGrp="1"/>
          </p:cNvSpPr>
          <p:nvPr/>
        </p:nvSpPr>
        <p:spPr>
          <a:xfrm xmlns:a="http://schemas.openxmlformats.org/drawingml/2006/main">
            <a:off x="52101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BUILD</a:t>
            </a:r>
          </a:p>
        </p:txBody>
      </p:sp>
      <p:sp>
        <p:nvSpPr>
          <p:cNvPr id="69" name="">
            <a:extLst xmlns:a="http://schemas.openxmlformats.org/drawingml/2006/main">
              <a:ext uri="{FF2B5EF4-FFF2-40B4-BE49-F238E27FC236}">
                <a16:creationId xmlns:a16="http://schemas.microsoft.com/office/drawing/2014/main" id="{B606DCA6-AA20-41DD-AE7B-F3C9BE010A16}"/>
              </a:ext>
            </a:extLst>
          </p:cNvPr>
          <p:cNvSpPr>
            <a:spLocks xmlns:a="http://schemas.openxmlformats.org/drawingml/2006/main" noGrp="1"/>
          </p:cNvSpPr>
          <p:nvPr/>
        </p:nvSpPr>
        <p:spPr>
          <a:xfrm xmlns:a="http://schemas.openxmlformats.org/drawingml/2006/main">
            <a:off x="65484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70" name="">
            <a:extLst xmlns:a="http://schemas.openxmlformats.org/drawingml/2006/main">
              <a:ext uri="{FF2B5EF4-FFF2-40B4-BE49-F238E27FC236}">
                <a16:creationId xmlns:a16="http://schemas.microsoft.com/office/drawing/2014/main" id="{B457E3F6-DF16-44C5-A893-7C3CC442C8AC}"/>
              </a:ext>
            </a:extLst>
          </p:cNvPr>
          <p:cNvSpPr>
            <a:spLocks xmlns:a="http://schemas.openxmlformats.org/drawingml/2006/main" noGrp="1"/>
          </p:cNvSpPr>
          <p:nvPr/>
        </p:nvSpPr>
        <p:spPr>
          <a:xfrm xmlns:a="http://schemas.openxmlformats.org/drawingml/2006/main">
            <a:off x="61817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TEST</a:t>
            </a:r>
          </a:p>
        </p:txBody>
      </p:sp>
      <p:sp>
        <p:nvSpPr>
          <p:cNvPr id="71" name="">
            <a:extLst xmlns:a="http://schemas.openxmlformats.org/drawingml/2006/main">
              <a:ext uri="{FF2B5EF4-FFF2-40B4-BE49-F238E27FC236}">
                <a16:creationId xmlns:a16="http://schemas.microsoft.com/office/drawing/2014/main" id="{EBD548C3-F99D-43D1-8074-448D88302A42}"/>
              </a:ext>
            </a:extLst>
          </p:cNvPr>
          <p:cNvSpPr>
            <a:spLocks xmlns:a="http://schemas.openxmlformats.org/drawingml/2006/main" noGrp="1"/>
          </p:cNvSpPr>
          <p:nvPr/>
        </p:nvSpPr>
        <p:spPr>
          <a:xfrm xmlns:a="http://schemas.openxmlformats.org/drawingml/2006/main">
            <a:off x="75199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72" name="">
            <a:extLst xmlns:a="http://schemas.openxmlformats.org/drawingml/2006/main">
              <a:ext uri="{FF2B5EF4-FFF2-40B4-BE49-F238E27FC236}">
                <a16:creationId xmlns:a16="http://schemas.microsoft.com/office/drawing/2014/main" id="{91EE4E66-E220-467B-B2D6-D3D58E14C9B5}"/>
              </a:ext>
            </a:extLst>
          </p:cNvPr>
          <p:cNvSpPr>
            <a:spLocks xmlns:a="http://schemas.openxmlformats.org/drawingml/2006/main" noGrp="1"/>
          </p:cNvSpPr>
          <p:nvPr/>
        </p:nvSpPr>
        <p:spPr>
          <a:xfrm xmlns:a="http://schemas.openxmlformats.org/drawingml/2006/main">
            <a:off x="71532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DEPLOY</a:t>
            </a:r>
          </a:p>
        </p:txBody>
      </p:sp>
      <p:sp>
        <p:nvSpPr>
          <p:cNvPr id="73" name="">
            <a:extLst xmlns:a="http://schemas.openxmlformats.org/drawingml/2006/main">
              <a:ext uri="{FF2B5EF4-FFF2-40B4-BE49-F238E27FC236}">
                <a16:creationId xmlns:a16="http://schemas.microsoft.com/office/drawing/2014/main" id="{FFAEF2F1-B15B-4B67-90FF-D46FE880C9C6}"/>
              </a:ext>
            </a:extLst>
          </p:cNvPr>
          <p:cNvSpPr>
            <a:spLocks xmlns:a="http://schemas.openxmlformats.org/drawingml/2006/main" noGrp="1"/>
          </p:cNvSpPr>
          <p:nvPr/>
        </p:nvSpPr>
        <p:spPr>
          <a:xfrm xmlns:a="http://schemas.openxmlformats.org/drawingml/2006/main">
            <a:off x="84915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74" name="">
            <a:extLst xmlns:a="http://schemas.openxmlformats.org/drawingml/2006/main">
              <a:ext uri="{FF2B5EF4-FFF2-40B4-BE49-F238E27FC236}">
                <a16:creationId xmlns:a16="http://schemas.microsoft.com/office/drawing/2014/main" id="{0E8CD065-4B86-4E52-8785-F9A6750F6B9A}"/>
              </a:ext>
            </a:extLst>
          </p:cNvPr>
          <p:cNvSpPr>
            <a:spLocks xmlns:a="http://schemas.openxmlformats.org/drawingml/2006/main" noGrp="1"/>
          </p:cNvSpPr>
          <p:nvPr/>
        </p:nvSpPr>
        <p:spPr>
          <a:xfrm xmlns:a="http://schemas.openxmlformats.org/drawingml/2006/main">
            <a:off x="81248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MAINTAIN</a:t>
            </a:r>
          </a:p>
        </p:txBody>
      </p:sp>
    </p:spTree>
    <p:extLst>
      <p:ext uri="{BB962C8B-B14F-4D97-AF65-F5344CB8AC3E}">
        <p14:creationId xmlns:p14="http://schemas.microsoft.com/office/powerpoint/2010/main" val="122997529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FFC1CB3C-366A-4F31-ACAA-FBD0A5196985}"/>
              </a:ext>
            </a:extLst>
          </p:cNvPr>
          <p:cNvPicPr>
            <a:picLocks xmlns:a="http://schemas.openxmlformats.org/drawingml/2006/main" noChangeAspect="1"/>
          </p:cNvPicPr>
          <p:nvPr/>
        </p:nvPicPr>
        <p:blipFill>
          <a:blip xmlns:r="http://schemas.openxmlformats.org/officeDocument/2006/relationships" xmlns:a="http://schemas.openxmlformats.org/drawingml/2006/main" r:embed="Rd0b96aeb3e834715"/>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50B0E0A3-7722-42F0-90EC-96A55413227F}"/>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23 / 63</a:t>
            </a:r>
            <a:endParaRPr sz="900"/>
          </a:p>
        </p:txBody>
      </p:sp>
      <p:sp>
        <p:nvSpPr>
          <p:cNvPr id="30" name="">
            <a:extLst xmlns:a="http://schemas.openxmlformats.org/drawingml/2006/main">
              <a:ext uri="{FF2B5EF4-FFF2-40B4-BE49-F238E27FC236}">
                <a16:creationId xmlns:a16="http://schemas.microsoft.com/office/drawing/2014/main" id="{AA93094F-9903-46BD-B8B2-D9974860C779}"/>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307FE2"/>
                </a:solidFill>
                <a:latin typeface="Montserrat"/>
                <a:ea typeface="Montserrat"/>
                <a:cs typeface="Montserrat"/>
              </a:defRPr>
            </a:defPPr>
            <a:lvl1pPr algn="l">
              <a:defRPr sz="1050" b="1">
                <a:solidFill>
                  <a:srgbClr val="307FE2"/>
                </a:solidFill>
                <a:latin typeface="Montserrat"/>
                <a:ea typeface="Montserrat"/>
                <a:cs typeface="Montserrat"/>
              </a:defRPr>
            </a:lvl1pPr>
            <a:lvl2pPr algn="l">
              <a:defRPr sz="1050" b="1">
                <a:solidFill>
                  <a:srgbClr val="307FE2"/>
                </a:solidFill>
                <a:latin typeface="Montserrat"/>
                <a:ea typeface="Montserrat"/>
                <a:cs typeface="Montserrat"/>
              </a:defRPr>
            </a:lvl2pPr>
            <a:lvl3pPr algn="l">
              <a:defRPr sz="1050" b="1">
                <a:solidFill>
                  <a:srgbClr val="307FE2"/>
                </a:solidFill>
                <a:latin typeface="Montserrat"/>
                <a:ea typeface="Montserrat"/>
                <a:cs typeface="Montserrat"/>
              </a:defRPr>
            </a:lvl3pPr>
            <a:lvl4pPr algn="l">
              <a:defRPr sz="1050" b="1">
                <a:solidFill>
                  <a:srgbClr val="307FE2"/>
                </a:solidFill>
                <a:latin typeface="Montserrat"/>
                <a:ea typeface="Montserrat"/>
                <a:cs typeface="Montserrat"/>
              </a:defRPr>
            </a:lvl4pPr>
            <a:lvl5pPr algn="l">
              <a:defRPr sz="1050" b="1">
                <a:solidFill>
                  <a:srgbClr val="307FE2"/>
                </a:solidFill>
                <a:latin typeface="Montserrat"/>
                <a:ea typeface="Montserrat"/>
                <a:cs typeface="Montserrat"/>
              </a:defRPr>
            </a:lvl5pPr>
            <a:lvl6pPr algn="l">
              <a:defRPr sz="1050" b="1">
                <a:solidFill>
                  <a:srgbClr val="307FE2"/>
                </a:solidFill>
                <a:latin typeface="Montserrat"/>
                <a:ea typeface="Montserrat"/>
                <a:cs typeface="Montserrat"/>
              </a:defRPr>
            </a:lvl6pPr>
            <a:lvl7pPr algn="l">
              <a:defRPr sz="1050" b="1">
                <a:solidFill>
                  <a:srgbClr val="307FE2"/>
                </a:solidFill>
                <a:latin typeface="Montserrat"/>
                <a:ea typeface="Montserrat"/>
                <a:cs typeface="Montserrat"/>
              </a:defRPr>
            </a:lvl7pPr>
            <a:lvl8pPr algn="l">
              <a:defRPr sz="1050" b="1">
                <a:solidFill>
                  <a:srgbClr val="307FE2"/>
                </a:solidFill>
                <a:latin typeface="Montserrat"/>
                <a:ea typeface="Montserrat"/>
                <a:cs typeface="Montserrat"/>
              </a:defRPr>
            </a:lvl8pPr>
            <a:lvl9pPr algn="l">
              <a:defRPr sz="1050" b="1">
                <a:solidFill>
                  <a:srgbClr val="307FE2"/>
                </a:solidFill>
                <a:latin typeface="Montserrat"/>
                <a:ea typeface="Montserrat"/>
                <a:cs typeface="Montserrat"/>
              </a:defRPr>
            </a:lvl9pPr>
          </a:lstStyle>
          <a:p xmlns:a="http://schemas.openxmlformats.org/drawingml/2006/main">
            <a:pPr algn="l">
              <a:defRPr sz="1050" b="1">
                <a:solidFill>
                  <a:srgbClr val="307FE2"/>
                </a:solidFill>
                <a:latin typeface="Montserrat"/>
                <a:ea typeface="Montserrat"/>
                <a:cs typeface="Montserrat"/>
              </a:defRPr>
            </a:pPr>
            <a:r>
              <a:rPr sz="1050" b="1">
                <a:solidFill>
                  <a:srgbClr val="307FE2"/>
                </a:solidFill>
                <a:latin typeface="Montserrat"/>
                <a:ea typeface="Montserrat"/>
                <a:cs typeface="Montserrat"/>
              </a:rPr>
              <a:t>// SETUP · VERCEL</a:t>
            </a:r>
          </a:p>
        </p:txBody>
      </p:sp>
      <p:sp>
        <p:nvSpPr>
          <p:cNvPr id="31" name="">
            <a:extLst xmlns:a="http://schemas.openxmlformats.org/drawingml/2006/main">
              <a:ext uri="{FF2B5EF4-FFF2-40B4-BE49-F238E27FC236}">
                <a16:creationId xmlns:a16="http://schemas.microsoft.com/office/drawing/2014/main" id="{48C073A9-1801-4F16-A78C-129930E00D20}"/>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94A3B8"/>
                </a:solidFill>
                <a:latin typeface="Montserrat"/>
                <a:ea typeface="Montserrat"/>
                <a:cs typeface="Montserrat"/>
              </a:defRPr>
            </a:defPPr>
            <a:lvl1pPr algn="r">
              <a:defRPr sz="900" b="0">
                <a:solidFill>
                  <a:srgbClr val="94A3B8"/>
                </a:solidFill>
                <a:latin typeface="Montserrat"/>
                <a:ea typeface="Montserrat"/>
                <a:cs typeface="Montserrat"/>
              </a:defRPr>
            </a:lvl1pPr>
            <a:lvl2pPr algn="r">
              <a:defRPr sz="900" b="0">
                <a:solidFill>
                  <a:srgbClr val="94A3B8"/>
                </a:solidFill>
                <a:latin typeface="Montserrat"/>
                <a:ea typeface="Montserrat"/>
                <a:cs typeface="Montserrat"/>
              </a:defRPr>
            </a:lvl2pPr>
            <a:lvl3pPr algn="r">
              <a:defRPr sz="900" b="0">
                <a:solidFill>
                  <a:srgbClr val="94A3B8"/>
                </a:solidFill>
                <a:latin typeface="Montserrat"/>
                <a:ea typeface="Montserrat"/>
                <a:cs typeface="Montserrat"/>
              </a:defRPr>
            </a:lvl3pPr>
            <a:lvl4pPr algn="r">
              <a:defRPr sz="900" b="0">
                <a:solidFill>
                  <a:srgbClr val="94A3B8"/>
                </a:solidFill>
                <a:latin typeface="Montserrat"/>
                <a:ea typeface="Montserrat"/>
                <a:cs typeface="Montserrat"/>
              </a:defRPr>
            </a:lvl4pPr>
            <a:lvl5pPr algn="r">
              <a:defRPr sz="900" b="0">
                <a:solidFill>
                  <a:srgbClr val="94A3B8"/>
                </a:solidFill>
                <a:latin typeface="Montserrat"/>
                <a:ea typeface="Montserrat"/>
                <a:cs typeface="Montserrat"/>
              </a:defRPr>
            </a:lvl5pPr>
            <a:lvl6pPr algn="r">
              <a:defRPr sz="900" b="0">
                <a:solidFill>
                  <a:srgbClr val="94A3B8"/>
                </a:solidFill>
                <a:latin typeface="Montserrat"/>
                <a:ea typeface="Montserrat"/>
                <a:cs typeface="Montserrat"/>
              </a:defRPr>
            </a:lvl6pPr>
            <a:lvl7pPr algn="r">
              <a:defRPr sz="900" b="0">
                <a:solidFill>
                  <a:srgbClr val="94A3B8"/>
                </a:solidFill>
                <a:latin typeface="Montserrat"/>
                <a:ea typeface="Montserrat"/>
                <a:cs typeface="Montserrat"/>
              </a:defRPr>
            </a:lvl7pPr>
            <a:lvl8pPr algn="r">
              <a:defRPr sz="900" b="0">
                <a:solidFill>
                  <a:srgbClr val="94A3B8"/>
                </a:solidFill>
                <a:latin typeface="Montserrat"/>
                <a:ea typeface="Montserrat"/>
                <a:cs typeface="Montserrat"/>
              </a:defRPr>
            </a:lvl8pPr>
            <a:lvl9pPr algn="r">
              <a:defRPr sz="900" b="0">
                <a:solidFill>
                  <a:srgbClr val="94A3B8"/>
                </a:solidFill>
                <a:latin typeface="Montserrat"/>
                <a:ea typeface="Montserrat"/>
                <a:cs typeface="Montserrat"/>
              </a:defRPr>
            </a:lvl9pPr>
          </a:lstStyle>
          <a:p xmlns:a="http://schemas.openxmlformats.org/drawingml/2006/main">
            <a:pPr algn="r">
              <a:defRPr sz="900" b="0">
                <a:solidFill>
                  <a:srgbClr val="94A3B8"/>
                </a:solidFill>
                <a:latin typeface="Montserrat"/>
                <a:ea typeface="Montserrat"/>
                <a:cs typeface="Montserrat"/>
              </a:defRPr>
            </a:pPr>
            <a:r>
              <a:rPr sz="900" b="0">
                <a:solidFill>
                  <a:srgbClr val="94A3B8"/>
                </a:solidFill>
                <a:latin typeface="Montserrat"/>
                <a:ea typeface="Montserrat"/>
                <a:cs typeface="Montserrat"/>
              </a:rPr>
              <a:t>1:25–1:35</a:t>
            </a:r>
          </a:p>
        </p:txBody>
      </p:sp>
      <p:sp>
        <p:nvSpPr>
          <p:cNvPr id="32" name="">
            <a:extLst xmlns:a="http://schemas.openxmlformats.org/drawingml/2006/main">
              <a:ext uri="{FF2B5EF4-FFF2-40B4-BE49-F238E27FC236}">
                <a16:creationId xmlns:a16="http://schemas.microsoft.com/office/drawing/2014/main" id="{943727DA-CF4F-4006-B2D3-B70DBC904B50}"/>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Vercel: the publishing home</a:t>
            </a:r>
          </a:p>
        </p:txBody>
      </p:sp>
      <p:sp>
        <p:nvSpPr>
          <p:cNvPr id="33" name="">
            <a:extLst xmlns:a="http://schemas.openxmlformats.org/drawingml/2006/main">
              <a:ext uri="{FF2B5EF4-FFF2-40B4-BE49-F238E27FC236}">
                <a16:creationId xmlns:a16="http://schemas.microsoft.com/office/drawing/2014/main" id="{6D4183F9-271B-45C2-9991-45DBB6419B02}"/>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ONE PROJECT CONNECTS TO ONE GITHUB REPOSITORY</a:t>
            </a:r>
          </a:p>
        </p:txBody>
      </p:sp>
      <p:pic>
        <p:nvPicPr>
          <p:cNvPr id="34" name="">
            <a:extLst xmlns:a="http://schemas.openxmlformats.org/drawingml/2006/main">
              <a:ext uri="{FF2B5EF4-FFF2-40B4-BE49-F238E27FC236}">
                <a16:creationId xmlns:a16="http://schemas.microsoft.com/office/drawing/2014/main" id="{19995BB5-085D-4BA8-BE9F-668549C701DC}"/>
              </a:ext>
            </a:extLst>
          </p:cNvPr>
          <p:cNvPicPr>
            <a:picLocks xmlns:a="http://schemas.openxmlformats.org/drawingml/2006/main" noChangeAspect="1"/>
          </p:cNvPicPr>
          <p:nvPr/>
        </p:nvPicPr>
        <p:blipFill>
          <a:blip xmlns:r="http://schemas.openxmlformats.org/officeDocument/2006/relationships" xmlns:a="http://schemas.openxmlformats.org/drawingml/2006/main" r:embed="R0aba73cd46864008"/>
          <a:stretch xmlns:a="http://schemas.openxmlformats.org/drawingml/2006/main"/>
        </p:blipFill>
        <p:spPr>
          <a:xfrm xmlns:a="http://schemas.openxmlformats.org/drawingml/2006/main">
            <a:off x="782479" y="2247900"/>
            <a:ext cx="1540193" cy="1333500"/>
          </a:xfrm>
          <a:prstGeom xmlns:a="http://schemas.openxmlformats.org/drawingml/2006/main" prst="rect">
            <a:avLst/>
          </a:prstGeom>
        </p:spPr>
      </p:pic>
      <p:sp>
        <p:nvSpPr>
          <p:cNvPr id="35" name="">
            <a:extLst xmlns:a="http://schemas.openxmlformats.org/drawingml/2006/main">
              <a:ext uri="{FF2B5EF4-FFF2-40B4-BE49-F238E27FC236}">
                <a16:creationId xmlns:a16="http://schemas.microsoft.com/office/drawing/2014/main" id="{E44DC6C1-4FD7-49FC-A125-2A22949516BD}"/>
              </a:ext>
            </a:extLst>
          </p:cNvPr>
          <p:cNvSpPr>
            <a:spLocks xmlns:a="http://schemas.openxmlformats.org/drawingml/2006/main" noGrp="1"/>
          </p:cNvSpPr>
          <p:nvPr/>
        </p:nvSpPr>
        <p:spPr>
          <a:xfrm xmlns:a="http://schemas.openxmlformats.org/drawingml/2006/main">
            <a:off x="3143250" y="21336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01</a:t>
            </a:r>
          </a:p>
        </p:txBody>
      </p:sp>
      <p:sp>
        <p:nvSpPr>
          <p:cNvPr id="36" name="">
            <a:extLst xmlns:a="http://schemas.openxmlformats.org/drawingml/2006/main">
              <a:ext uri="{FF2B5EF4-FFF2-40B4-BE49-F238E27FC236}">
                <a16:creationId xmlns:a16="http://schemas.microsoft.com/office/drawing/2014/main" id="{0AC38BC3-B6D5-4472-9745-F99A3EA910D2}"/>
              </a:ext>
            </a:extLst>
          </p:cNvPr>
          <p:cNvSpPr>
            <a:spLocks xmlns:a="http://schemas.openxmlformats.org/drawingml/2006/main" noGrp="1"/>
          </p:cNvSpPr>
          <p:nvPr/>
        </p:nvSpPr>
        <p:spPr>
          <a:xfrm xmlns:a="http://schemas.openxmlformats.org/drawingml/2006/main">
            <a:off x="3752850" y="20955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1">
                <a:solidFill>
                  <a:srgbClr val="0F172A"/>
                </a:solidFill>
                <a:latin typeface="Montserrat"/>
                <a:ea typeface="Montserrat"/>
                <a:cs typeface="Montserrat"/>
              </a:defRPr>
            </a:defPPr>
            <a:lvl1pPr algn="l">
              <a:defRPr sz="1500" b="1">
                <a:solidFill>
                  <a:srgbClr val="0F172A"/>
                </a:solidFill>
                <a:latin typeface="Montserrat"/>
                <a:ea typeface="Montserrat"/>
                <a:cs typeface="Montserrat"/>
              </a:defRPr>
            </a:lvl1pPr>
            <a:lvl2pPr algn="l">
              <a:defRPr sz="1500" b="1">
                <a:solidFill>
                  <a:srgbClr val="0F172A"/>
                </a:solidFill>
                <a:latin typeface="Montserrat"/>
                <a:ea typeface="Montserrat"/>
                <a:cs typeface="Montserrat"/>
              </a:defRPr>
            </a:lvl2pPr>
            <a:lvl3pPr algn="l">
              <a:defRPr sz="1500" b="1">
                <a:solidFill>
                  <a:srgbClr val="0F172A"/>
                </a:solidFill>
                <a:latin typeface="Montserrat"/>
                <a:ea typeface="Montserrat"/>
                <a:cs typeface="Montserrat"/>
              </a:defRPr>
            </a:lvl3pPr>
            <a:lvl4pPr algn="l">
              <a:defRPr sz="1500" b="1">
                <a:solidFill>
                  <a:srgbClr val="0F172A"/>
                </a:solidFill>
                <a:latin typeface="Montserrat"/>
                <a:ea typeface="Montserrat"/>
                <a:cs typeface="Montserrat"/>
              </a:defRPr>
            </a:lvl4pPr>
            <a:lvl5pPr algn="l">
              <a:defRPr sz="1500" b="1">
                <a:solidFill>
                  <a:srgbClr val="0F172A"/>
                </a:solidFill>
                <a:latin typeface="Montserrat"/>
                <a:ea typeface="Montserrat"/>
                <a:cs typeface="Montserrat"/>
              </a:defRPr>
            </a:lvl5pPr>
            <a:lvl6pPr algn="l">
              <a:defRPr sz="1500" b="1">
                <a:solidFill>
                  <a:srgbClr val="0F172A"/>
                </a:solidFill>
                <a:latin typeface="Montserrat"/>
                <a:ea typeface="Montserrat"/>
                <a:cs typeface="Montserrat"/>
              </a:defRPr>
            </a:lvl6pPr>
            <a:lvl7pPr algn="l">
              <a:defRPr sz="1500" b="1">
                <a:solidFill>
                  <a:srgbClr val="0F172A"/>
                </a:solidFill>
                <a:latin typeface="Montserrat"/>
                <a:ea typeface="Montserrat"/>
                <a:cs typeface="Montserrat"/>
              </a:defRPr>
            </a:lvl7pPr>
            <a:lvl8pPr algn="l">
              <a:defRPr sz="1500" b="1">
                <a:solidFill>
                  <a:srgbClr val="0F172A"/>
                </a:solidFill>
                <a:latin typeface="Montserrat"/>
                <a:ea typeface="Montserrat"/>
                <a:cs typeface="Montserrat"/>
              </a:defRPr>
            </a:lvl8pPr>
            <a:lvl9pPr algn="l">
              <a:defRPr sz="1500" b="1">
                <a:solidFill>
                  <a:srgbClr val="0F172A"/>
                </a:solidFill>
                <a:latin typeface="Montserrat"/>
                <a:ea typeface="Montserrat"/>
                <a:cs typeface="Montserrat"/>
              </a:defRPr>
            </a:lvl9pPr>
          </a:lstStyle>
          <a:p xmlns:a="http://schemas.openxmlformats.org/drawingml/2006/main">
            <a:pPr algn="l">
              <a:defRPr sz="1500" b="1">
                <a:solidFill>
                  <a:srgbClr val="0F172A"/>
                </a:solidFill>
                <a:latin typeface="Montserrat"/>
                <a:ea typeface="Montserrat"/>
                <a:cs typeface="Montserrat"/>
              </a:defRPr>
            </a:pPr>
            <a:r>
              <a:rPr sz="1500" b="1">
                <a:solidFill>
                  <a:srgbClr val="0F172A"/>
                </a:solidFill>
                <a:latin typeface="Montserrat"/>
                <a:ea typeface="Montserrat"/>
                <a:cs typeface="Montserrat"/>
              </a:rPr>
              <a:t>Sign up</a:t>
            </a:r>
          </a:p>
        </p:txBody>
      </p:sp>
      <p:sp>
        <p:nvSpPr>
          <p:cNvPr id="37" name="">
            <a:extLst xmlns:a="http://schemas.openxmlformats.org/drawingml/2006/main">
              <a:ext uri="{FF2B5EF4-FFF2-40B4-BE49-F238E27FC236}">
                <a16:creationId xmlns:a16="http://schemas.microsoft.com/office/drawing/2014/main" id="{EB699285-ADC6-4F1D-BAF2-B1F0FB515758}"/>
              </a:ext>
            </a:extLst>
          </p:cNvPr>
          <p:cNvSpPr>
            <a:spLocks xmlns:a="http://schemas.openxmlformats.org/drawingml/2006/main" noGrp="1"/>
          </p:cNvSpPr>
          <p:nvPr/>
        </p:nvSpPr>
        <p:spPr>
          <a:xfrm xmlns:a="http://schemas.openxmlformats.org/drawingml/2006/main">
            <a:off x="6858000" y="2095500"/>
            <a:ext cx="428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0">
                <a:solidFill>
                  <a:srgbClr val="475569"/>
                </a:solidFill>
                <a:latin typeface="Montserrat"/>
                <a:ea typeface="Montserrat"/>
                <a:cs typeface="Montserrat"/>
              </a:defRPr>
            </a:defPPr>
            <a:lvl1pPr algn="l">
              <a:defRPr sz="1275" b="0">
                <a:solidFill>
                  <a:srgbClr val="475569"/>
                </a:solidFill>
                <a:latin typeface="Montserrat"/>
                <a:ea typeface="Montserrat"/>
                <a:cs typeface="Montserrat"/>
              </a:defRPr>
            </a:lvl1pPr>
            <a:lvl2pPr algn="l">
              <a:defRPr sz="1275" b="0">
                <a:solidFill>
                  <a:srgbClr val="475569"/>
                </a:solidFill>
                <a:latin typeface="Montserrat"/>
                <a:ea typeface="Montserrat"/>
                <a:cs typeface="Montserrat"/>
              </a:defRPr>
            </a:lvl2pPr>
            <a:lvl3pPr algn="l">
              <a:defRPr sz="1275" b="0">
                <a:solidFill>
                  <a:srgbClr val="475569"/>
                </a:solidFill>
                <a:latin typeface="Montserrat"/>
                <a:ea typeface="Montserrat"/>
                <a:cs typeface="Montserrat"/>
              </a:defRPr>
            </a:lvl3pPr>
            <a:lvl4pPr algn="l">
              <a:defRPr sz="1275" b="0">
                <a:solidFill>
                  <a:srgbClr val="475569"/>
                </a:solidFill>
                <a:latin typeface="Montserrat"/>
                <a:ea typeface="Montserrat"/>
                <a:cs typeface="Montserrat"/>
              </a:defRPr>
            </a:lvl4pPr>
            <a:lvl5pPr algn="l">
              <a:defRPr sz="1275" b="0">
                <a:solidFill>
                  <a:srgbClr val="475569"/>
                </a:solidFill>
                <a:latin typeface="Montserrat"/>
                <a:ea typeface="Montserrat"/>
                <a:cs typeface="Montserrat"/>
              </a:defRPr>
            </a:lvl5pPr>
            <a:lvl6pPr algn="l">
              <a:defRPr sz="1275" b="0">
                <a:solidFill>
                  <a:srgbClr val="475569"/>
                </a:solidFill>
                <a:latin typeface="Montserrat"/>
                <a:ea typeface="Montserrat"/>
                <a:cs typeface="Montserrat"/>
              </a:defRPr>
            </a:lvl6pPr>
            <a:lvl7pPr algn="l">
              <a:defRPr sz="1275" b="0">
                <a:solidFill>
                  <a:srgbClr val="475569"/>
                </a:solidFill>
                <a:latin typeface="Montserrat"/>
                <a:ea typeface="Montserrat"/>
                <a:cs typeface="Montserrat"/>
              </a:defRPr>
            </a:lvl7pPr>
            <a:lvl8pPr algn="l">
              <a:defRPr sz="1275" b="0">
                <a:solidFill>
                  <a:srgbClr val="475569"/>
                </a:solidFill>
                <a:latin typeface="Montserrat"/>
                <a:ea typeface="Montserrat"/>
                <a:cs typeface="Montserrat"/>
              </a:defRPr>
            </a:lvl8pPr>
            <a:lvl9pPr algn="l">
              <a:defRPr sz="1275" b="0">
                <a:solidFill>
                  <a:srgbClr val="475569"/>
                </a:solidFill>
                <a:latin typeface="Montserrat"/>
                <a:ea typeface="Montserrat"/>
                <a:cs typeface="Montserrat"/>
              </a:defRPr>
            </a:lvl9pPr>
          </a:lstStyle>
          <a:p xmlns:a="http://schemas.openxmlformats.org/drawingml/2006/main">
            <a:pPr algn="l">
              <a:defRPr sz="1275" b="0">
                <a:solidFill>
                  <a:srgbClr val="475569"/>
                </a:solidFill>
                <a:latin typeface="Montserrat"/>
                <a:ea typeface="Montserrat"/>
                <a:cs typeface="Montserrat"/>
              </a:defRPr>
            </a:pPr>
            <a:r>
              <a:rPr sz="1275" b="0">
                <a:solidFill>
                  <a:srgbClr val="475569"/>
                </a:solidFill>
                <a:latin typeface="Montserrat"/>
                <a:ea typeface="Montserrat"/>
                <a:cs typeface="Montserrat"/>
              </a:rPr>
              <a:t>Use the GitHub sign-in path so Vercel can see your practice repositories.</a:t>
            </a:r>
          </a:p>
        </p:txBody>
      </p:sp>
      <p:sp>
        <p:nvSpPr>
          <p:cNvPr id="38" name="">
            <a:extLst xmlns:a="http://schemas.openxmlformats.org/drawingml/2006/main">
              <a:ext uri="{FF2B5EF4-FFF2-40B4-BE49-F238E27FC236}">
                <a16:creationId xmlns:a16="http://schemas.microsoft.com/office/drawing/2014/main" id="{B31A0FC6-FBA4-47F1-BD10-B56DAF9DB604}"/>
              </a:ext>
            </a:extLst>
          </p:cNvPr>
          <p:cNvSpPr>
            <a:spLocks xmlns:a="http://schemas.openxmlformats.org/drawingml/2006/main" noGrp="1"/>
          </p:cNvSpPr>
          <p:nvPr/>
        </p:nvSpPr>
        <p:spPr>
          <a:xfrm xmlns:a="http://schemas.openxmlformats.org/drawingml/2006/main">
            <a:off x="3143250" y="2819400"/>
            <a:ext cx="80010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39" name="">
            <a:extLst xmlns:a="http://schemas.openxmlformats.org/drawingml/2006/main">
              <a:ext uri="{FF2B5EF4-FFF2-40B4-BE49-F238E27FC236}">
                <a16:creationId xmlns:a16="http://schemas.microsoft.com/office/drawing/2014/main" id="{041C87F3-926E-4425-89E3-9D0EEA6F7D7B}"/>
              </a:ext>
            </a:extLst>
          </p:cNvPr>
          <p:cNvSpPr>
            <a:spLocks xmlns:a="http://schemas.openxmlformats.org/drawingml/2006/main" noGrp="1"/>
          </p:cNvSpPr>
          <p:nvPr/>
        </p:nvSpPr>
        <p:spPr>
          <a:xfrm xmlns:a="http://schemas.openxmlformats.org/drawingml/2006/main">
            <a:off x="3143250" y="3133725"/>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02</a:t>
            </a:r>
          </a:p>
        </p:txBody>
      </p:sp>
      <p:sp>
        <p:nvSpPr>
          <p:cNvPr id="40" name="">
            <a:extLst xmlns:a="http://schemas.openxmlformats.org/drawingml/2006/main">
              <a:ext uri="{FF2B5EF4-FFF2-40B4-BE49-F238E27FC236}">
                <a16:creationId xmlns:a16="http://schemas.microsoft.com/office/drawing/2014/main" id="{74365E4B-0ED9-41EC-89BD-5C9CA28C4E77}"/>
              </a:ext>
            </a:extLst>
          </p:cNvPr>
          <p:cNvSpPr>
            <a:spLocks xmlns:a="http://schemas.openxmlformats.org/drawingml/2006/main" noGrp="1"/>
          </p:cNvSpPr>
          <p:nvPr/>
        </p:nvSpPr>
        <p:spPr>
          <a:xfrm xmlns:a="http://schemas.openxmlformats.org/drawingml/2006/main">
            <a:off x="3752850" y="309562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1">
                <a:solidFill>
                  <a:srgbClr val="0F172A"/>
                </a:solidFill>
                <a:latin typeface="Montserrat"/>
                <a:ea typeface="Montserrat"/>
                <a:cs typeface="Montserrat"/>
              </a:defRPr>
            </a:defPPr>
            <a:lvl1pPr algn="l">
              <a:defRPr sz="1500" b="1">
                <a:solidFill>
                  <a:srgbClr val="0F172A"/>
                </a:solidFill>
                <a:latin typeface="Montserrat"/>
                <a:ea typeface="Montserrat"/>
                <a:cs typeface="Montserrat"/>
              </a:defRPr>
            </a:lvl1pPr>
            <a:lvl2pPr algn="l">
              <a:defRPr sz="1500" b="1">
                <a:solidFill>
                  <a:srgbClr val="0F172A"/>
                </a:solidFill>
                <a:latin typeface="Montserrat"/>
                <a:ea typeface="Montserrat"/>
                <a:cs typeface="Montserrat"/>
              </a:defRPr>
            </a:lvl2pPr>
            <a:lvl3pPr algn="l">
              <a:defRPr sz="1500" b="1">
                <a:solidFill>
                  <a:srgbClr val="0F172A"/>
                </a:solidFill>
                <a:latin typeface="Montserrat"/>
                <a:ea typeface="Montserrat"/>
                <a:cs typeface="Montserrat"/>
              </a:defRPr>
            </a:lvl3pPr>
            <a:lvl4pPr algn="l">
              <a:defRPr sz="1500" b="1">
                <a:solidFill>
                  <a:srgbClr val="0F172A"/>
                </a:solidFill>
                <a:latin typeface="Montserrat"/>
                <a:ea typeface="Montserrat"/>
                <a:cs typeface="Montserrat"/>
              </a:defRPr>
            </a:lvl4pPr>
            <a:lvl5pPr algn="l">
              <a:defRPr sz="1500" b="1">
                <a:solidFill>
                  <a:srgbClr val="0F172A"/>
                </a:solidFill>
                <a:latin typeface="Montserrat"/>
                <a:ea typeface="Montserrat"/>
                <a:cs typeface="Montserrat"/>
              </a:defRPr>
            </a:lvl5pPr>
            <a:lvl6pPr algn="l">
              <a:defRPr sz="1500" b="1">
                <a:solidFill>
                  <a:srgbClr val="0F172A"/>
                </a:solidFill>
                <a:latin typeface="Montserrat"/>
                <a:ea typeface="Montserrat"/>
                <a:cs typeface="Montserrat"/>
              </a:defRPr>
            </a:lvl6pPr>
            <a:lvl7pPr algn="l">
              <a:defRPr sz="1500" b="1">
                <a:solidFill>
                  <a:srgbClr val="0F172A"/>
                </a:solidFill>
                <a:latin typeface="Montserrat"/>
                <a:ea typeface="Montserrat"/>
                <a:cs typeface="Montserrat"/>
              </a:defRPr>
            </a:lvl7pPr>
            <a:lvl8pPr algn="l">
              <a:defRPr sz="1500" b="1">
                <a:solidFill>
                  <a:srgbClr val="0F172A"/>
                </a:solidFill>
                <a:latin typeface="Montserrat"/>
                <a:ea typeface="Montserrat"/>
                <a:cs typeface="Montserrat"/>
              </a:defRPr>
            </a:lvl8pPr>
            <a:lvl9pPr algn="l">
              <a:defRPr sz="1500" b="1">
                <a:solidFill>
                  <a:srgbClr val="0F172A"/>
                </a:solidFill>
                <a:latin typeface="Montserrat"/>
                <a:ea typeface="Montserrat"/>
                <a:cs typeface="Montserrat"/>
              </a:defRPr>
            </a:lvl9pPr>
          </a:lstStyle>
          <a:p xmlns:a="http://schemas.openxmlformats.org/drawingml/2006/main">
            <a:pPr algn="l">
              <a:defRPr sz="1500" b="1">
                <a:solidFill>
                  <a:srgbClr val="0F172A"/>
                </a:solidFill>
                <a:latin typeface="Montserrat"/>
                <a:ea typeface="Montserrat"/>
                <a:cs typeface="Montserrat"/>
              </a:defRPr>
            </a:pPr>
            <a:r>
              <a:rPr sz="1500" b="1">
                <a:solidFill>
                  <a:srgbClr val="0F172A"/>
                </a:solidFill>
                <a:latin typeface="Montserrat"/>
                <a:ea typeface="Montserrat"/>
                <a:cs typeface="Montserrat"/>
              </a:rPr>
              <a:t>Authorize</a:t>
            </a:r>
          </a:p>
        </p:txBody>
      </p:sp>
      <p:sp>
        <p:nvSpPr>
          <p:cNvPr id="41" name="">
            <a:extLst xmlns:a="http://schemas.openxmlformats.org/drawingml/2006/main">
              <a:ext uri="{FF2B5EF4-FFF2-40B4-BE49-F238E27FC236}">
                <a16:creationId xmlns:a16="http://schemas.microsoft.com/office/drawing/2014/main" id="{7E32669B-2C27-4FEF-88BD-3BB8E9D89483}"/>
              </a:ext>
            </a:extLst>
          </p:cNvPr>
          <p:cNvSpPr>
            <a:spLocks xmlns:a="http://schemas.openxmlformats.org/drawingml/2006/main" noGrp="1"/>
          </p:cNvSpPr>
          <p:nvPr/>
        </p:nvSpPr>
        <p:spPr>
          <a:xfrm xmlns:a="http://schemas.openxmlformats.org/drawingml/2006/main">
            <a:off x="6858000" y="3095625"/>
            <a:ext cx="428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0">
                <a:solidFill>
                  <a:srgbClr val="475569"/>
                </a:solidFill>
                <a:latin typeface="Montserrat"/>
                <a:ea typeface="Montserrat"/>
                <a:cs typeface="Montserrat"/>
              </a:defRPr>
            </a:defPPr>
            <a:lvl1pPr algn="l">
              <a:defRPr sz="1275" b="0">
                <a:solidFill>
                  <a:srgbClr val="475569"/>
                </a:solidFill>
                <a:latin typeface="Montserrat"/>
                <a:ea typeface="Montserrat"/>
                <a:cs typeface="Montserrat"/>
              </a:defRPr>
            </a:lvl1pPr>
            <a:lvl2pPr algn="l">
              <a:defRPr sz="1275" b="0">
                <a:solidFill>
                  <a:srgbClr val="475569"/>
                </a:solidFill>
                <a:latin typeface="Montserrat"/>
                <a:ea typeface="Montserrat"/>
                <a:cs typeface="Montserrat"/>
              </a:defRPr>
            </a:lvl2pPr>
            <a:lvl3pPr algn="l">
              <a:defRPr sz="1275" b="0">
                <a:solidFill>
                  <a:srgbClr val="475569"/>
                </a:solidFill>
                <a:latin typeface="Montserrat"/>
                <a:ea typeface="Montserrat"/>
                <a:cs typeface="Montserrat"/>
              </a:defRPr>
            </a:lvl3pPr>
            <a:lvl4pPr algn="l">
              <a:defRPr sz="1275" b="0">
                <a:solidFill>
                  <a:srgbClr val="475569"/>
                </a:solidFill>
                <a:latin typeface="Montserrat"/>
                <a:ea typeface="Montserrat"/>
                <a:cs typeface="Montserrat"/>
              </a:defRPr>
            </a:lvl4pPr>
            <a:lvl5pPr algn="l">
              <a:defRPr sz="1275" b="0">
                <a:solidFill>
                  <a:srgbClr val="475569"/>
                </a:solidFill>
                <a:latin typeface="Montserrat"/>
                <a:ea typeface="Montserrat"/>
                <a:cs typeface="Montserrat"/>
              </a:defRPr>
            </a:lvl5pPr>
            <a:lvl6pPr algn="l">
              <a:defRPr sz="1275" b="0">
                <a:solidFill>
                  <a:srgbClr val="475569"/>
                </a:solidFill>
                <a:latin typeface="Montserrat"/>
                <a:ea typeface="Montserrat"/>
                <a:cs typeface="Montserrat"/>
              </a:defRPr>
            </a:lvl6pPr>
            <a:lvl7pPr algn="l">
              <a:defRPr sz="1275" b="0">
                <a:solidFill>
                  <a:srgbClr val="475569"/>
                </a:solidFill>
                <a:latin typeface="Montserrat"/>
                <a:ea typeface="Montserrat"/>
                <a:cs typeface="Montserrat"/>
              </a:defRPr>
            </a:lvl7pPr>
            <a:lvl8pPr algn="l">
              <a:defRPr sz="1275" b="0">
                <a:solidFill>
                  <a:srgbClr val="475569"/>
                </a:solidFill>
                <a:latin typeface="Montserrat"/>
                <a:ea typeface="Montserrat"/>
                <a:cs typeface="Montserrat"/>
              </a:defRPr>
            </a:lvl8pPr>
            <a:lvl9pPr algn="l">
              <a:defRPr sz="1275" b="0">
                <a:solidFill>
                  <a:srgbClr val="475569"/>
                </a:solidFill>
                <a:latin typeface="Montserrat"/>
                <a:ea typeface="Montserrat"/>
                <a:cs typeface="Montserrat"/>
              </a:defRPr>
            </a:lvl9pPr>
          </a:lstStyle>
          <a:p xmlns:a="http://schemas.openxmlformats.org/drawingml/2006/main">
            <a:pPr algn="l">
              <a:defRPr sz="1275" b="0">
                <a:solidFill>
                  <a:srgbClr val="475569"/>
                </a:solidFill>
                <a:latin typeface="Montserrat"/>
                <a:ea typeface="Montserrat"/>
                <a:cs typeface="Montserrat"/>
              </a:defRPr>
            </a:pPr>
            <a:r>
              <a:rPr sz="1275" b="0">
                <a:solidFill>
                  <a:srgbClr val="475569"/>
                </a:solidFill>
                <a:latin typeface="Montserrat"/>
                <a:ea typeface="Montserrat"/>
                <a:cs typeface="Montserrat"/>
              </a:rPr>
              <a:t>Allow only the repositories you intend to use when that choice appears.</a:t>
            </a:r>
          </a:p>
        </p:txBody>
      </p:sp>
      <p:sp>
        <p:nvSpPr>
          <p:cNvPr id="42" name="">
            <a:extLst xmlns:a="http://schemas.openxmlformats.org/drawingml/2006/main">
              <a:ext uri="{FF2B5EF4-FFF2-40B4-BE49-F238E27FC236}">
                <a16:creationId xmlns:a16="http://schemas.microsoft.com/office/drawing/2014/main" id="{82E7AABB-68C0-4BAD-8812-A58F514E9A85}"/>
              </a:ext>
            </a:extLst>
          </p:cNvPr>
          <p:cNvSpPr>
            <a:spLocks xmlns:a="http://schemas.openxmlformats.org/drawingml/2006/main" noGrp="1"/>
          </p:cNvSpPr>
          <p:nvPr/>
        </p:nvSpPr>
        <p:spPr>
          <a:xfrm xmlns:a="http://schemas.openxmlformats.org/drawingml/2006/main">
            <a:off x="3143250" y="3819525"/>
            <a:ext cx="80010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43" name="">
            <a:extLst xmlns:a="http://schemas.openxmlformats.org/drawingml/2006/main">
              <a:ext uri="{FF2B5EF4-FFF2-40B4-BE49-F238E27FC236}">
                <a16:creationId xmlns:a16="http://schemas.microsoft.com/office/drawing/2014/main" id="{3A390479-6E88-4A88-99DC-4EA96615059F}"/>
              </a:ext>
            </a:extLst>
          </p:cNvPr>
          <p:cNvSpPr>
            <a:spLocks xmlns:a="http://schemas.openxmlformats.org/drawingml/2006/main" noGrp="1"/>
          </p:cNvSpPr>
          <p:nvPr/>
        </p:nvSpPr>
        <p:spPr>
          <a:xfrm xmlns:a="http://schemas.openxmlformats.org/drawingml/2006/main">
            <a:off x="3143250" y="41338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03</a:t>
            </a:r>
          </a:p>
        </p:txBody>
      </p:sp>
      <p:sp>
        <p:nvSpPr>
          <p:cNvPr id="44" name="">
            <a:extLst xmlns:a="http://schemas.openxmlformats.org/drawingml/2006/main">
              <a:ext uri="{FF2B5EF4-FFF2-40B4-BE49-F238E27FC236}">
                <a16:creationId xmlns:a16="http://schemas.microsoft.com/office/drawing/2014/main" id="{E2895A67-2390-49AE-9233-BB14301FEC8B}"/>
              </a:ext>
            </a:extLst>
          </p:cNvPr>
          <p:cNvSpPr>
            <a:spLocks xmlns:a="http://schemas.openxmlformats.org/drawingml/2006/main" noGrp="1"/>
          </p:cNvSpPr>
          <p:nvPr/>
        </p:nvSpPr>
        <p:spPr>
          <a:xfrm xmlns:a="http://schemas.openxmlformats.org/drawingml/2006/main">
            <a:off x="3752850" y="40957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1">
                <a:solidFill>
                  <a:srgbClr val="0F172A"/>
                </a:solidFill>
                <a:latin typeface="Montserrat"/>
                <a:ea typeface="Montserrat"/>
                <a:cs typeface="Montserrat"/>
              </a:defRPr>
            </a:defPPr>
            <a:lvl1pPr algn="l">
              <a:defRPr sz="1500" b="1">
                <a:solidFill>
                  <a:srgbClr val="0F172A"/>
                </a:solidFill>
                <a:latin typeface="Montserrat"/>
                <a:ea typeface="Montserrat"/>
                <a:cs typeface="Montserrat"/>
              </a:defRPr>
            </a:lvl1pPr>
            <a:lvl2pPr algn="l">
              <a:defRPr sz="1500" b="1">
                <a:solidFill>
                  <a:srgbClr val="0F172A"/>
                </a:solidFill>
                <a:latin typeface="Montserrat"/>
                <a:ea typeface="Montserrat"/>
                <a:cs typeface="Montserrat"/>
              </a:defRPr>
            </a:lvl2pPr>
            <a:lvl3pPr algn="l">
              <a:defRPr sz="1500" b="1">
                <a:solidFill>
                  <a:srgbClr val="0F172A"/>
                </a:solidFill>
                <a:latin typeface="Montserrat"/>
                <a:ea typeface="Montserrat"/>
                <a:cs typeface="Montserrat"/>
              </a:defRPr>
            </a:lvl3pPr>
            <a:lvl4pPr algn="l">
              <a:defRPr sz="1500" b="1">
                <a:solidFill>
                  <a:srgbClr val="0F172A"/>
                </a:solidFill>
                <a:latin typeface="Montserrat"/>
                <a:ea typeface="Montserrat"/>
                <a:cs typeface="Montserrat"/>
              </a:defRPr>
            </a:lvl4pPr>
            <a:lvl5pPr algn="l">
              <a:defRPr sz="1500" b="1">
                <a:solidFill>
                  <a:srgbClr val="0F172A"/>
                </a:solidFill>
                <a:latin typeface="Montserrat"/>
                <a:ea typeface="Montserrat"/>
                <a:cs typeface="Montserrat"/>
              </a:defRPr>
            </a:lvl5pPr>
            <a:lvl6pPr algn="l">
              <a:defRPr sz="1500" b="1">
                <a:solidFill>
                  <a:srgbClr val="0F172A"/>
                </a:solidFill>
                <a:latin typeface="Montserrat"/>
                <a:ea typeface="Montserrat"/>
                <a:cs typeface="Montserrat"/>
              </a:defRPr>
            </a:lvl6pPr>
            <a:lvl7pPr algn="l">
              <a:defRPr sz="1500" b="1">
                <a:solidFill>
                  <a:srgbClr val="0F172A"/>
                </a:solidFill>
                <a:latin typeface="Montserrat"/>
                <a:ea typeface="Montserrat"/>
                <a:cs typeface="Montserrat"/>
              </a:defRPr>
            </a:lvl7pPr>
            <a:lvl8pPr algn="l">
              <a:defRPr sz="1500" b="1">
                <a:solidFill>
                  <a:srgbClr val="0F172A"/>
                </a:solidFill>
                <a:latin typeface="Montserrat"/>
                <a:ea typeface="Montserrat"/>
                <a:cs typeface="Montserrat"/>
              </a:defRPr>
            </a:lvl8pPr>
            <a:lvl9pPr algn="l">
              <a:defRPr sz="1500" b="1">
                <a:solidFill>
                  <a:srgbClr val="0F172A"/>
                </a:solidFill>
                <a:latin typeface="Montserrat"/>
                <a:ea typeface="Montserrat"/>
                <a:cs typeface="Montserrat"/>
              </a:defRPr>
            </a:lvl9pPr>
          </a:lstStyle>
          <a:p xmlns:a="http://schemas.openxmlformats.org/drawingml/2006/main">
            <a:pPr algn="l">
              <a:defRPr sz="1500" b="1">
                <a:solidFill>
                  <a:srgbClr val="0F172A"/>
                </a:solidFill>
                <a:latin typeface="Montserrat"/>
                <a:ea typeface="Montserrat"/>
                <a:cs typeface="Montserrat"/>
              </a:defRPr>
            </a:pPr>
            <a:r>
              <a:rPr sz="1500" b="1">
                <a:solidFill>
                  <a:srgbClr val="0F172A"/>
                </a:solidFill>
                <a:latin typeface="Montserrat"/>
                <a:ea typeface="Montserrat"/>
                <a:cs typeface="Montserrat"/>
              </a:rPr>
              <a:t>Check the home</a:t>
            </a:r>
          </a:p>
        </p:txBody>
      </p:sp>
      <p:sp>
        <p:nvSpPr>
          <p:cNvPr id="45" name="">
            <a:extLst xmlns:a="http://schemas.openxmlformats.org/drawingml/2006/main">
              <a:ext uri="{FF2B5EF4-FFF2-40B4-BE49-F238E27FC236}">
                <a16:creationId xmlns:a16="http://schemas.microsoft.com/office/drawing/2014/main" id="{E13079EC-E823-48C6-B42E-2ECD8B71C70D}"/>
              </a:ext>
            </a:extLst>
          </p:cNvPr>
          <p:cNvSpPr>
            <a:spLocks xmlns:a="http://schemas.openxmlformats.org/drawingml/2006/main" noGrp="1"/>
          </p:cNvSpPr>
          <p:nvPr/>
        </p:nvSpPr>
        <p:spPr>
          <a:xfrm xmlns:a="http://schemas.openxmlformats.org/drawingml/2006/main">
            <a:off x="6858000" y="4095750"/>
            <a:ext cx="428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0">
                <a:solidFill>
                  <a:srgbClr val="475569"/>
                </a:solidFill>
                <a:latin typeface="Montserrat"/>
                <a:ea typeface="Montserrat"/>
                <a:cs typeface="Montserrat"/>
              </a:defRPr>
            </a:defPPr>
            <a:lvl1pPr algn="l">
              <a:defRPr sz="1275" b="0">
                <a:solidFill>
                  <a:srgbClr val="475569"/>
                </a:solidFill>
                <a:latin typeface="Montserrat"/>
                <a:ea typeface="Montserrat"/>
                <a:cs typeface="Montserrat"/>
              </a:defRPr>
            </a:lvl1pPr>
            <a:lvl2pPr algn="l">
              <a:defRPr sz="1275" b="0">
                <a:solidFill>
                  <a:srgbClr val="475569"/>
                </a:solidFill>
                <a:latin typeface="Montserrat"/>
                <a:ea typeface="Montserrat"/>
                <a:cs typeface="Montserrat"/>
              </a:defRPr>
            </a:lvl2pPr>
            <a:lvl3pPr algn="l">
              <a:defRPr sz="1275" b="0">
                <a:solidFill>
                  <a:srgbClr val="475569"/>
                </a:solidFill>
                <a:latin typeface="Montserrat"/>
                <a:ea typeface="Montserrat"/>
                <a:cs typeface="Montserrat"/>
              </a:defRPr>
            </a:lvl3pPr>
            <a:lvl4pPr algn="l">
              <a:defRPr sz="1275" b="0">
                <a:solidFill>
                  <a:srgbClr val="475569"/>
                </a:solidFill>
                <a:latin typeface="Montserrat"/>
                <a:ea typeface="Montserrat"/>
                <a:cs typeface="Montserrat"/>
              </a:defRPr>
            </a:lvl4pPr>
            <a:lvl5pPr algn="l">
              <a:defRPr sz="1275" b="0">
                <a:solidFill>
                  <a:srgbClr val="475569"/>
                </a:solidFill>
                <a:latin typeface="Montserrat"/>
                <a:ea typeface="Montserrat"/>
                <a:cs typeface="Montserrat"/>
              </a:defRPr>
            </a:lvl5pPr>
            <a:lvl6pPr algn="l">
              <a:defRPr sz="1275" b="0">
                <a:solidFill>
                  <a:srgbClr val="475569"/>
                </a:solidFill>
                <a:latin typeface="Montserrat"/>
                <a:ea typeface="Montserrat"/>
                <a:cs typeface="Montserrat"/>
              </a:defRPr>
            </a:lvl6pPr>
            <a:lvl7pPr algn="l">
              <a:defRPr sz="1275" b="0">
                <a:solidFill>
                  <a:srgbClr val="475569"/>
                </a:solidFill>
                <a:latin typeface="Montserrat"/>
                <a:ea typeface="Montserrat"/>
                <a:cs typeface="Montserrat"/>
              </a:defRPr>
            </a:lvl7pPr>
            <a:lvl8pPr algn="l">
              <a:defRPr sz="1275" b="0">
                <a:solidFill>
                  <a:srgbClr val="475569"/>
                </a:solidFill>
                <a:latin typeface="Montserrat"/>
                <a:ea typeface="Montserrat"/>
                <a:cs typeface="Montserrat"/>
              </a:defRPr>
            </a:lvl8pPr>
            <a:lvl9pPr algn="l">
              <a:defRPr sz="1275" b="0">
                <a:solidFill>
                  <a:srgbClr val="475569"/>
                </a:solidFill>
                <a:latin typeface="Montserrat"/>
                <a:ea typeface="Montserrat"/>
                <a:cs typeface="Montserrat"/>
              </a:defRPr>
            </a:lvl9pPr>
          </a:lstStyle>
          <a:p xmlns:a="http://schemas.openxmlformats.org/drawingml/2006/main">
            <a:pPr algn="l">
              <a:defRPr sz="1275" b="0">
                <a:solidFill>
                  <a:srgbClr val="475569"/>
                </a:solidFill>
                <a:latin typeface="Montserrat"/>
                <a:ea typeface="Montserrat"/>
                <a:cs typeface="Montserrat"/>
              </a:defRPr>
            </a:pPr>
            <a:r>
              <a:rPr sz="1275" b="0">
                <a:solidFill>
                  <a:srgbClr val="475569"/>
                </a:solidFill>
                <a:latin typeface="Montserrat"/>
                <a:ea typeface="Montserrat"/>
                <a:cs typeface="Montserrat"/>
              </a:rPr>
              <a:t>Confirm the correct personal account or team before you create a project.</a:t>
            </a:r>
          </a:p>
        </p:txBody>
      </p:sp>
      <p:sp>
        <p:nvSpPr>
          <p:cNvPr id="46" name="">
            <a:extLst xmlns:a="http://schemas.openxmlformats.org/drawingml/2006/main">
              <a:ext uri="{FF2B5EF4-FFF2-40B4-BE49-F238E27FC236}">
                <a16:creationId xmlns:a16="http://schemas.microsoft.com/office/drawing/2014/main" id="{6F111DBF-9179-4DE3-8224-189DFE38A585}"/>
              </a:ext>
            </a:extLst>
          </p:cNvPr>
          <p:cNvSpPr>
            <a:spLocks xmlns:a="http://schemas.openxmlformats.org/drawingml/2006/main" noGrp="1"/>
          </p:cNvSpPr>
          <p:nvPr/>
        </p:nvSpPr>
        <p:spPr>
          <a:xfrm xmlns:a="http://schemas.openxmlformats.org/drawingml/2006/main">
            <a:off x="647700" y="470535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47" name="">
            <a:extLst xmlns:a="http://schemas.openxmlformats.org/drawingml/2006/main">
              <a:ext uri="{FF2B5EF4-FFF2-40B4-BE49-F238E27FC236}">
                <a16:creationId xmlns:a16="http://schemas.microsoft.com/office/drawing/2014/main" id="{E8438BCD-8FBE-4D4E-AA2E-CBC5B982753F}"/>
              </a:ext>
            </a:extLst>
          </p:cNvPr>
          <p:cNvSpPr>
            <a:spLocks xmlns:a="http://schemas.openxmlformats.org/drawingml/2006/main" noGrp="1"/>
          </p:cNvSpPr>
          <p:nvPr/>
        </p:nvSpPr>
        <p:spPr>
          <a:xfrm xmlns:a="http://schemas.openxmlformats.org/drawingml/2006/main">
            <a:off x="742950" y="49530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0F172A"/>
                </a:solidFill>
                <a:latin typeface="Montserrat"/>
                <a:ea typeface="Montserrat"/>
                <a:cs typeface="Montserrat"/>
              </a:defRPr>
            </a:defPPr>
            <a:lvl1pPr algn="l">
              <a:defRPr sz="1275" b="1">
                <a:solidFill>
                  <a:srgbClr val="0F172A"/>
                </a:solidFill>
                <a:latin typeface="Montserrat"/>
                <a:ea typeface="Montserrat"/>
                <a:cs typeface="Montserrat"/>
              </a:defRPr>
            </a:lvl1pPr>
            <a:lvl2pPr algn="l">
              <a:defRPr sz="1275" b="1">
                <a:solidFill>
                  <a:srgbClr val="0F172A"/>
                </a:solidFill>
                <a:latin typeface="Montserrat"/>
                <a:ea typeface="Montserrat"/>
                <a:cs typeface="Montserrat"/>
              </a:defRPr>
            </a:lvl2pPr>
            <a:lvl3pPr algn="l">
              <a:defRPr sz="1275" b="1">
                <a:solidFill>
                  <a:srgbClr val="0F172A"/>
                </a:solidFill>
                <a:latin typeface="Montserrat"/>
                <a:ea typeface="Montserrat"/>
                <a:cs typeface="Montserrat"/>
              </a:defRPr>
            </a:lvl3pPr>
            <a:lvl4pPr algn="l">
              <a:defRPr sz="1275" b="1">
                <a:solidFill>
                  <a:srgbClr val="0F172A"/>
                </a:solidFill>
                <a:latin typeface="Montserrat"/>
                <a:ea typeface="Montserrat"/>
                <a:cs typeface="Montserrat"/>
              </a:defRPr>
            </a:lvl4pPr>
            <a:lvl5pPr algn="l">
              <a:defRPr sz="1275" b="1">
                <a:solidFill>
                  <a:srgbClr val="0F172A"/>
                </a:solidFill>
                <a:latin typeface="Montserrat"/>
                <a:ea typeface="Montserrat"/>
                <a:cs typeface="Montserrat"/>
              </a:defRPr>
            </a:lvl5pPr>
            <a:lvl6pPr algn="l">
              <a:defRPr sz="1275" b="1">
                <a:solidFill>
                  <a:srgbClr val="0F172A"/>
                </a:solidFill>
                <a:latin typeface="Montserrat"/>
                <a:ea typeface="Montserrat"/>
                <a:cs typeface="Montserrat"/>
              </a:defRPr>
            </a:lvl6pPr>
            <a:lvl7pPr algn="l">
              <a:defRPr sz="1275" b="1">
                <a:solidFill>
                  <a:srgbClr val="0F172A"/>
                </a:solidFill>
                <a:latin typeface="Montserrat"/>
                <a:ea typeface="Montserrat"/>
                <a:cs typeface="Montserrat"/>
              </a:defRPr>
            </a:lvl7pPr>
            <a:lvl8pPr algn="l">
              <a:defRPr sz="1275" b="1">
                <a:solidFill>
                  <a:srgbClr val="0F172A"/>
                </a:solidFill>
                <a:latin typeface="Montserrat"/>
                <a:ea typeface="Montserrat"/>
                <a:cs typeface="Montserrat"/>
              </a:defRPr>
            </a:lvl8pPr>
            <a:lvl9pPr algn="l">
              <a:defRPr sz="1275" b="1">
                <a:solidFill>
                  <a:srgbClr val="0F172A"/>
                </a:solidFill>
                <a:latin typeface="Montserrat"/>
                <a:ea typeface="Montserrat"/>
                <a:cs typeface="Montserrat"/>
              </a:defRPr>
            </a:lvl9pPr>
          </a:lstStyle>
          <a:p xmlns:a="http://schemas.openxmlformats.org/drawingml/2006/main">
            <a:pPr algn="l">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A project is the home. A deployment is one published version. A URL is how people reach it.</a:t>
            </a:r>
          </a:p>
        </p:txBody>
      </p:sp>
      <p:sp>
        <p:nvSpPr>
          <p:cNvPr id="48" name="">
            <a:extLst xmlns:a="http://schemas.openxmlformats.org/drawingml/2006/main">
              <a:ext uri="{FF2B5EF4-FFF2-40B4-BE49-F238E27FC236}">
                <a16:creationId xmlns:a16="http://schemas.microsoft.com/office/drawing/2014/main" id="{29D67765-43CD-4F2C-89FD-17FF0A7AA33F}"/>
              </a:ext>
            </a:extLst>
          </p:cNvPr>
          <p:cNvSpPr>
            <a:spLocks xmlns:a="http://schemas.openxmlformats.org/drawingml/2006/main" noGrp="1"/>
          </p:cNvSpPr>
          <p:nvPr/>
        </p:nvSpPr>
        <p:spPr>
          <a:xfrm xmlns:a="http://schemas.openxmlformats.org/drawingml/2006/main">
            <a:off x="3667125" y="6381750"/>
            <a:ext cx="4857750" cy="0"/>
          </a:xfrm>
          <a:prstGeom xmlns:a="http://schemas.openxmlformats.org/drawingml/2006/main" prst="line">
            <a:avLst/>
          </a:prstGeom>
          <a:noFill xmlns:a="http://schemas.openxmlformats.org/drawingml/2006/main"/>
          <a:ln xmlns:a="http://schemas.openxmlformats.org/drawingml/2006/main" w="5715">
            <a:solidFill>
              <a:srgbClr val="D8E2EF"/>
            </a:solidFill>
            <a:prstDash val="solid"/>
          </a:ln>
        </p:spPr>
      </p:sp>
      <p:sp>
        <p:nvSpPr>
          <p:cNvPr id="49" name="">
            <a:extLst xmlns:a="http://schemas.openxmlformats.org/drawingml/2006/main">
              <a:ext uri="{FF2B5EF4-FFF2-40B4-BE49-F238E27FC236}">
                <a16:creationId xmlns:a16="http://schemas.microsoft.com/office/drawing/2014/main" id="{3615F8DF-EB6C-4305-9D02-EFE2CE1B9527}"/>
              </a:ext>
            </a:extLst>
          </p:cNvPr>
          <p:cNvSpPr>
            <a:spLocks xmlns:a="http://schemas.openxmlformats.org/drawingml/2006/main" noGrp="1"/>
          </p:cNvSpPr>
          <p:nvPr/>
        </p:nvSpPr>
        <p:spPr>
          <a:xfrm xmlns:a="http://schemas.openxmlformats.org/drawingml/2006/main">
            <a:off x="36337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50" name="">
            <a:extLst xmlns:a="http://schemas.openxmlformats.org/drawingml/2006/main">
              <a:ext uri="{FF2B5EF4-FFF2-40B4-BE49-F238E27FC236}">
                <a16:creationId xmlns:a16="http://schemas.microsoft.com/office/drawing/2014/main" id="{B3B526DF-B339-461C-AD4C-7B323DAEEFF8}"/>
              </a:ext>
            </a:extLst>
          </p:cNvPr>
          <p:cNvSpPr>
            <a:spLocks xmlns:a="http://schemas.openxmlformats.org/drawingml/2006/main" noGrp="1"/>
          </p:cNvSpPr>
          <p:nvPr/>
        </p:nvSpPr>
        <p:spPr>
          <a:xfrm xmlns:a="http://schemas.openxmlformats.org/drawingml/2006/main">
            <a:off x="32670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PLAN</a:t>
            </a:r>
          </a:p>
        </p:txBody>
      </p:sp>
      <p:sp>
        <p:nvSpPr>
          <p:cNvPr id="51" name="">
            <a:extLst xmlns:a="http://schemas.openxmlformats.org/drawingml/2006/main">
              <a:ext uri="{FF2B5EF4-FFF2-40B4-BE49-F238E27FC236}">
                <a16:creationId xmlns:a16="http://schemas.microsoft.com/office/drawing/2014/main" id="{DFECE877-CB13-4361-97E3-74023F4E2FAF}"/>
              </a:ext>
            </a:extLst>
          </p:cNvPr>
          <p:cNvSpPr>
            <a:spLocks xmlns:a="http://schemas.openxmlformats.org/drawingml/2006/main" noGrp="1"/>
          </p:cNvSpPr>
          <p:nvPr/>
        </p:nvSpPr>
        <p:spPr>
          <a:xfrm xmlns:a="http://schemas.openxmlformats.org/drawingml/2006/main">
            <a:off x="46053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52" name="">
            <a:extLst xmlns:a="http://schemas.openxmlformats.org/drawingml/2006/main">
              <a:ext uri="{FF2B5EF4-FFF2-40B4-BE49-F238E27FC236}">
                <a16:creationId xmlns:a16="http://schemas.microsoft.com/office/drawing/2014/main" id="{F8E11E23-8B48-4029-8579-C3D4B43524E6}"/>
              </a:ext>
            </a:extLst>
          </p:cNvPr>
          <p:cNvSpPr>
            <a:spLocks xmlns:a="http://schemas.openxmlformats.org/drawingml/2006/main" noGrp="1"/>
          </p:cNvSpPr>
          <p:nvPr/>
        </p:nvSpPr>
        <p:spPr>
          <a:xfrm xmlns:a="http://schemas.openxmlformats.org/drawingml/2006/main">
            <a:off x="42386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DESIGN</a:t>
            </a:r>
          </a:p>
        </p:txBody>
      </p:sp>
      <p:sp>
        <p:nvSpPr>
          <p:cNvPr id="53" name="">
            <a:extLst xmlns:a="http://schemas.openxmlformats.org/drawingml/2006/main">
              <a:ext uri="{FF2B5EF4-FFF2-40B4-BE49-F238E27FC236}">
                <a16:creationId xmlns:a16="http://schemas.microsoft.com/office/drawing/2014/main" id="{D6E78592-384F-4C08-83AF-9C028C062FB8}"/>
              </a:ext>
            </a:extLst>
          </p:cNvPr>
          <p:cNvSpPr>
            <a:spLocks xmlns:a="http://schemas.openxmlformats.org/drawingml/2006/main" noGrp="1"/>
          </p:cNvSpPr>
          <p:nvPr/>
        </p:nvSpPr>
        <p:spPr>
          <a:xfrm xmlns:a="http://schemas.openxmlformats.org/drawingml/2006/main">
            <a:off x="55768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54" name="">
            <a:extLst xmlns:a="http://schemas.openxmlformats.org/drawingml/2006/main">
              <a:ext uri="{FF2B5EF4-FFF2-40B4-BE49-F238E27FC236}">
                <a16:creationId xmlns:a16="http://schemas.microsoft.com/office/drawing/2014/main" id="{3F5F3F91-3AD1-404E-B346-5E5BD3A3C514}"/>
              </a:ext>
            </a:extLst>
          </p:cNvPr>
          <p:cNvSpPr>
            <a:spLocks xmlns:a="http://schemas.openxmlformats.org/drawingml/2006/main" noGrp="1"/>
          </p:cNvSpPr>
          <p:nvPr/>
        </p:nvSpPr>
        <p:spPr>
          <a:xfrm xmlns:a="http://schemas.openxmlformats.org/drawingml/2006/main">
            <a:off x="52101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BUILD</a:t>
            </a:r>
          </a:p>
        </p:txBody>
      </p:sp>
      <p:sp>
        <p:nvSpPr>
          <p:cNvPr id="55" name="">
            <a:extLst xmlns:a="http://schemas.openxmlformats.org/drawingml/2006/main">
              <a:ext uri="{FF2B5EF4-FFF2-40B4-BE49-F238E27FC236}">
                <a16:creationId xmlns:a16="http://schemas.microsoft.com/office/drawing/2014/main" id="{8C5D62CA-A1A3-482B-A9CD-71FCCEC870AA}"/>
              </a:ext>
            </a:extLst>
          </p:cNvPr>
          <p:cNvSpPr>
            <a:spLocks xmlns:a="http://schemas.openxmlformats.org/drawingml/2006/main" noGrp="1"/>
          </p:cNvSpPr>
          <p:nvPr/>
        </p:nvSpPr>
        <p:spPr>
          <a:xfrm xmlns:a="http://schemas.openxmlformats.org/drawingml/2006/main">
            <a:off x="65484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56" name="">
            <a:extLst xmlns:a="http://schemas.openxmlformats.org/drawingml/2006/main">
              <a:ext uri="{FF2B5EF4-FFF2-40B4-BE49-F238E27FC236}">
                <a16:creationId xmlns:a16="http://schemas.microsoft.com/office/drawing/2014/main" id="{2E49CA6E-8732-493B-873E-FC95990B1AF5}"/>
              </a:ext>
            </a:extLst>
          </p:cNvPr>
          <p:cNvSpPr>
            <a:spLocks xmlns:a="http://schemas.openxmlformats.org/drawingml/2006/main" noGrp="1"/>
          </p:cNvSpPr>
          <p:nvPr/>
        </p:nvSpPr>
        <p:spPr>
          <a:xfrm xmlns:a="http://schemas.openxmlformats.org/drawingml/2006/main">
            <a:off x="61817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TEST</a:t>
            </a:r>
          </a:p>
        </p:txBody>
      </p:sp>
      <p:sp>
        <p:nvSpPr>
          <p:cNvPr id="57" name="">
            <a:extLst xmlns:a="http://schemas.openxmlformats.org/drawingml/2006/main">
              <a:ext uri="{FF2B5EF4-FFF2-40B4-BE49-F238E27FC236}">
                <a16:creationId xmlns:a16="http://schemas.microsoft.com/office/drawing/2014/main" id="{63A4B1B5-5792-419D-819B-EF68E31F974B}"/>
              </a:ext>
            </a:extLst>
          </p:cNvPr>
          <p:cNvSpPr>
            <a:spLocks xmlns:a="http://schemas.openxmlformats.org/drawingml/2006/main" noGrp="1"/>
          </p:cNvSpPr>
          <p:nvPr/>
        </p:nvSpPr>
        <p:spPr>
          <a:xfrm xmlns:a="http://schemas.openxmlformats.org/drawingml/2006/main">
            <a:off x="75199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58" name="">
            <a:extLst xmlns:a="http://schemas.openxmlformats.org/drawingml/2006/main">
              <a:ext uri="{FF2B5EF4-FFF2-40B4-BE49-F238E27FC236}">
                <a16:creationId xmlns:a16="http://schemas.microsoft.com/office/drawing/2014/main" id="{79458DC1-B63E-40F8-98DE-5F3429899A56}"/>
              </a:ext>
            </a:extLst>
          </p:cNvPr>
          <p:cNvSpPr>
            <a:spLocks xmlns:a="http://schemas.openxmlformats.org/drawingml/2006/main" noGrp="1"/>
          </p:cNvSpPr>
          <p:nvPr/>
        </p:nvSpPr>
        <p:spPr>
          <a:xfrm xmlns:a="http://schemas.openxmlformats.org/drawingml/2006/main">
            <a:off x="71532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DEPLOY</a:t>
            </a:r>
          </a:p>
        </p:txBody>
      </p:sp>
      <p:sp>
        <p:nvSpPr>
          <p:cNvPr id="59" name="">
            <a:extLst xmlns:a="http://schemas.openxmlformats.org/drawingml/2006/main">
              <a:ext uri="{FF2B5EF4-FFF2-40B4-BE49-F238E27FC236}">
                <a16:creationId xmlns:a16="http://schemas.microsoft.com/office/drawing/2014/main" id="{116FC189-8354-4B9C-95BF-5C494F04653A}"/>
              </a:ext>
            </a:extLst>
          </p:cNvPr>
          <p:cNvSpPr>
            <a:spLocks xmlns:a="http://schemas.openxmlformats.org/drawingml/2006/main" noGrp="1"/>
          </p:cNvSpPr>
          <p:nvPr/>
        </p:nvSpPr>
        <p:spPr>
          <a:xfrm xmlns:a="http://schemas.openxmlformats.org/drawingml/2006/main">
            <a:off x="84915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60" name="">
            <a:extLst xmlns:a="http://schemas.openxmlformats.org/drawingml/2006/main">
              <a:ext uri="{FF2B5EF4-FFF2-40B4-BE49-F238E27FC236}">
                <a16:creationId xmlns:a16="http://schemas.microsoft.com/office/drawing/2014/main" id="{3BE31EEE-726B-462D-90EC-01413C1FBACB}"/>
              </a:ext>
            </a:extLst>
          </p:cNvPr>
          <p:cNvSpPr>
            <a:spLocks xmlns:a="http://schemas.openxmlformats.org/drawingml/2006/main" noGrp="1"/>
          </p:cNvSpPr>
          <p:nvPr/>
        </p:nvSpPr>
        <p:spPr>
          <a:xfrm xmlns:a="http://schemas.openxmlformats.org/drawingml/2006/main">
            <a:off x="81248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MAINTAIN</a:t>
            </a:r>
          </a:p>
        </p:txBody>
      </p:sp>
    </p:spTree>
    <p:extLst>
      <p:ext uri="{BB962C8B-B14F-4D97-AF65-F5344CB8AC3E}">
        <p14:creationId xmlns:p14="http://schemas.microsoft.com/office/powerpoint/2010/main" val="18282404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FF3B62D7-BEF6-4991-9781-792CFD214CA7}"/>
              </a:ext>
            </a:extLst>
          </p:cNvPr>
          <p:cNvPicPr>
            <a:picLocks xmlns:a="http://schemas.openxmlformats.org/drawingml/2006/main" noChangeAspect="1"/>
          </p:cNvPicPr>
          <p:nvPr/>
        </p:nvPicPr>
        <p:blipFill>
          <a:blip xmlns:r="http://schemas.openxmlformats.org/officeDocument/2006/relationships" xmlns:a="http://schemas.openxmlformats.org/drawingml/2006/main" r:embed="R82a85a33ec00444a"/>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E3BD9321-3258-4916-89FC-7A6D39C638D9}"/>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24 / 63</a:t>
            </a:r>
            <a:endParaRPr sz="900"/>
          </a:p>
        </p:txBody>
      </p:sp>
      <p:sp>
        <p:nvSpPr>
          <p:cNvPr id="111" name="">
            <a:extLst xmlns:a="http://schemas.openxmlformats.org/drawingml/2006/main">
              <a:ext uri="{FF2B5EF4-FFF2-40B4-BE49-F238E27FC236}">
                <a16:creationId xmlns:a16="http://schemas.microsoft.com/office/drawing/2014/main" id="{CBEAE03C-423E-486B-860D-4CD5715A590A}"/>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307FE2"/>
                </a:solidFill>
                <a:latin typeface="Montserrat"/>
                <a:ea typeface="Montserrat"/>
                <a:cs typeface="Montserrat"/>
              </a:defRPr>
            </a:defPPr>
            <a:lvl1pPr algn="l">
              <a:defRPr sz="1050" b="1">
                <a:solidFill>
                  <a:srgbClr val="307FE2"/>
                </a:solidFill>
                <a:latin typeface="Montserrat"/>
                <a:ea typeface="Montserrat"/>
                <a:cs typeface="Montserrat"/>
              </a:defRPr>
            </a:lvl1pPr>
            <a:lvl2pPr algn="l">
              <a:defRPr sz="1050" b="1">
                <a:solidFill>
                  <a:srgbClr val="307FE2"/>
                </a:solidFill>
                <a:latin typeface="Montserrat"/>
                <a:ea typeface="Montserrat"/>
                <a:cs typeface="Montserrat"/>
              </a:defRPr>
            </a:lvl2pPr>
            <a:lvl3pPr algn="l">
              <a:defRPr sz="1050" b="1">
                <a:solidFill>
                  <a:srgbClr val="307FE2"/>
                </a:solidFill>
                <a:latin typeface="Montserrat"/>
                <a:ea typeface="Montserrat"/>
                <a:cs typeface="Montserrat"/>
              </a:defRPr>
            </a:lvl3pPr>
            <a:lvl4pPr algn="l">
              <a:defRPr sz="1050" b="1">
                <a:solidFill>
                  <a:srgbClr val="307FE2"/>
                </a:solidFill>
                <a:latin typeface="Montserrat"/>
                <a:ea typeface="Montserrat"/>
                <a:cs typeface="Montserrat"/>
              </a:defRPr>
            </a:lvl4pPr>
            <a:lvl5pPr algn="l">
              <a:defRPr sz="1050" b="1">
                <a:solidFill>
                  <a:srgbClr val="307FE2"/>
                </a:solidFill>
                <a:latin typeface="Montserrat"/>
                <a:ea typeface="Montserrat"/>
                <a:cs typeface="Montserrat"/>
              </a:defRPr>
            </a:lvl5pPr>
            <a:lvl6pPr algn="l">
              <a:defRPr sz="1050" b="1">
                <a:solidFill>
                  <a:srgbClr val="307FE2"/>
                </a:solidFill>
                <a:latin typeface="Montserrat"/>
                <a:ea typeface="Montserrat"/>
                <a:cs typeface="Montserrat"/>
              </a:defRPr>
            </a:lvl6pPr>
            <a:lvl7pPr algn="l">
              <a:defRPr sz="1050" b="1">
                <a:solidFill>
                  <a:srgbClr val="307FE2"/>
                </a:solidFill>
                <a:latin typeface="Montserrat"/>
                <a:ea typeface="Montserrat"/>
                <a:cs typeface="Montserrat"/>
              </a:defRPr>
            </a:lvl7pPr>
            <a:lvl8pPr algn="l">
              <a:defRPr sz="1050" b="1">
                <a:solidFill>
                  <a:srgbClr val="307FE2"/>
                </a:solidFill>
                <a:latin typeface="Montserrat"/>
                <a:ea typeface="Montserrat"/>
                <a:cs typeface="Montserrat"/>
              </a:defRPr>
            </a:lvl8pPr>
            <a:lvl9pPr algn="l">
              <a:defRPr sz="1050" b="1">
                <a:solidFill>
                  <a:srgbClr val="307FE2"/>
                </a:solidFill>
                <a:latin typeface="Montserrat"/>
                <a:ea typeface="Montserrat"/>
                <a:cs typeface="Montserrat"/>
              </a:defRPr>
            </a:lvl9pPr>
          </a:lstStyle>
          <a:p xmlns:a="http://schemas.openxmlformats.org/drawingml/2006/main">
            <a:pPr algn="l">
              <a:defRPr sz="1050" b="1">
                <a:solidFill>
                  <a:srgbClr val="307FE2"/>
                </a:solidFill>
                <a:latin typeface="Montserrat"/>
                <a:ea typeface="Montserrat"/>
                <a:cs typeface="Montserrat"/>
              </a:defRPr>
            </a:pPr>
            <a:r>
              <a:rPr sz="1050" b="1">
                <a:solidFill>
                  <a:srgbClr val="307FE2"/>
                </a:solidFill>
                <a:latin typeface="Montserrat"/>
                <a:ea typeface="Montserrat"/>
                <a:cs typeface="Montserrat"/>
              </a:rPr>
              <a:t>// SETUP · CONNECT THE ACCOUNTS</a:t>
            </a:r>
          </a:p>
        </p:txBody>
      </p:sp>
      <p:sp>
        <p:nvSpPr>
          <p:cNvPr id="112" name="">
            <a:extLst xmlns:a="http://schemas.openxmlformats.org/drawingml/2006/main">
              <a:ext uri="{FF2B5EF4-FFF2-40B4-BE49-F238E27FC236}">
                <a16:creationId xmlns:a16="http://schemas.microsoft.com/office/drawing/2014/main" id="{48A44C24-D3A9-4ADB-AEAB-27BA3577B477}"/>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94A3B8"/>
                </a:solidFill>
                <a:latin typeface="Montserrat"/>
                <a:ea typeface="Montserrat"/>
                <a:cs typeface="Montserrat"/>
              </a:defRPr>
            </a:defPPr>
            <a:lvl1pPr algn="r">
              <a:defRPr sz="900" b="0">
                <a:solidFill>
                  <a:srgbClr val="94A3B8"/>
                </a:solidFill>
                <a:latin typeface="Montserrat"/>
                <a:ea typeface="Montserrat"/>
                <a:cs typeface="Montserrat"/>
              </a:defRPr>
            </a:lvl1pPr>
            <a:lvl2pPr algn="r">
              <a:defRPr sz="900" b="0">
                <a:solidFill>
                  <a:srgbClr val="94A3B8"/>
                </a:solidFill>
                <a:latin typeface="Montserrat"/>
                <a:ea typeface="Montserrat"/>
                <a:cs typeface="Montserrat"/>
              </a:defRPr>
            </a:lvl2pPr>
            <a:lvl3pPr algn="r">
              <a:defRPr sz="900" b="0">
                <a:solidFill>
                  <a:srgbClr val="94A3B8"/>
                </a:solidFill>
                <a:latin typeface="Montserrat"/>
                <a:ea typeface="Montserrat"/>
                <a:cs typeface="Montserrat"/>
              </a:defRPr>
            </a:lvl3pPr>
            <a:lvl4pPr algn="r">
              <a:defRPr sz="900" b="0">
                <a:solidFill>
                  <a:srgbClr val="94A3B8"/>
                </a:solidFill>
                <a:latin typeface="Montserrat"/>
                <a:ea typeface="Montserrat"/>
                <a:cs typeface="Montserrat"/>
              </a:defRPr>
            </a:lvl4pPr>
            <a:lvl5pPr algn="r">
              <a:defRPr sz="900" b="0">
                <a:solidFill>
                  <a:srgbClr val="94A3B8"/>
                </a:solidFill>
                <a:latin typeface="Montserrat"/>
                <a:ea typeface="Montserrat"/>
                <a:cs typeface="Montserrat"/>
              </a:defRPr>
            </a:lvl5pPr>
            <a:lvl6pPr algn="r">
              <a:defRPr sz="900" b="0">
                <a:solidFill>
                  <a:srgbClr val="94A3B8"/>
                </a:solidFill>
                <a:latin typeface="Montserrat"/>
                <a:ea typeface="Montserrat"/>
                <a:cs typeface="Montserrat"/>
              </a:defRPr>
            </a:lvl6pPr>
            <a:lvl7pPr algn="r">
              <a:defRPr sz="900" b="0">
                <a:solidFill>
                  <a:srgbClr val="94A3B8"/>
                </a:solidFill>
                <a:latin typeface="Montserrat"/>
                <a:ea typeface="Montserrat"/>
                <a:cs typeface="Montserrat"/>
              </a:defRPr>
            </a:lvl7pPr>
            <a:lvl8pPr algn="r">
              <a:defRPr sz="900" b="0">
                <a:solidFill>
                  <a:srgbClr val="94A3B8"/>
                </a:solidFill>
                <a:latin typeface="Montserrat"/>
                <a:ea typeface="Montserrat"/>
                <a:cs typeface="Montserrat"/>
              </a:defRPr>
            </a:lvl8pPr>
            <a:lvl9pPr algn="r">
              <a:defRPr sz="900" b="0">
                <a:solidFill>
                  <a:srgbClr val="94A3B8"/>
                </a:solidFill>
                <a:latin typeface="Montserrat"/>
                <a:ea typeface="Montserrat"/>
                <a:cs typeface="Montserrat"/>
              </a:defRPr>
            </a:lvl9pPr>
          </a:lstStyle>
          <a:p xmlns:a="http://schemas.openxmlformats.org/drawingml/2006/main">
            <a:pPr algn="r">
              <a:defRPr sz="900" b="0">
                <a:solidFill>
                  <a:srgbClr val="94A3B8"/>
                </a:solidFill>
                <a:latin typeface="Montserrat"/>
                <a:ea typeface="Montserrat"/>
                <a:cs typeface="Montserrat"/>
              </a:defRPr>
            </a:pPr>
            <a:r>
              <a:rPr sz="900" b="0">
                <a:solidFill>
                  <a:srgbClr val="94A3B8"/>
                </a:solidFill>
                <a:latin typeface="Montserrat"/>
                <a:ea typeface="Montserrat"/>
                <a:cs typeface="Montserrat"/>
              </a:rPr>
              <a:t>1:35–1:40</a:t>
            </a:r>
          </a:p>
        </p:txBody>
      </p:sp>
      <p:sp>
        <p:nvSpPr>
          <p:cNvPr id="113" name="">
            <a:extLst xmlns:a="http://schemas.openxmlformats.org/drawingml/2006/main">
              <a:ext uri="{FF2B5EF4-FFF2-40B4-BE49-F238E27FC236}">
                <a16:creationId xmlns:a16="http://schemas.microsoft.com/office/drawing/2014/main" id="{835B66F9-3471-46E2-B14C-011EE66C28EB}"/>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GitHub to Vercel</a:t>
            </a:r>
          </a:p>
        </p:txBody>
      </p:sp>
      <p:sp>
        <p:nvSpPr>
          <p:cNvPr id="114" name="">
            <a:extLst xmlns:a="http://schemas.openxmlformats.org/drawingml/2006/main">
              <a:ext uri="{FF2B5EF4-FFF2-40B4-BE49-F238E27FC236}">
                <a16:creationId xmlns:a16="http://schemas.microsoft.com/office/drawing/2014/main" id="{149DD4D6-C091-40ED-A5E9-BB2C0CFBFBEF}"/>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FIND THE REPOSITORY · CHECK THE DESTINATION</a:t>
            </a:r>
          </a:p>
        </p:txBody>
      </p:sp>
      <p:sp>
        <p:nvSpPr>
          <p:cNvPr id="115" name="">
            <a:extLst xmlns:a="http://schemas.openxmlformats.org/drawingml/2006/main">
              <a:ext uri="{FF2B5EF4-FFF2-40B4-BE49-F238E27FC236}">
                <a16:creationId xmlns:a16="http://schemas.microsoft.com/office/drawing/2014/main" id="{34372F52-C652-4AAC-BA38-0CD52F1190C2}"/>
              </a:ext>
            </a:extLst>
          </p:cNvPr>
          <p:cNvSpPr>
            <a:spLocks xmlns:a="http://schemas.openxmlformats.org/drawingml/2006/main" noGrp="1"/>
          </p:cNvSpPr>
          <p:nvPr/>
        </p:nvSpPr>
        <p:spPr>
          <a:xfrm xmlns:a="http://schemas.openxmlformats.org/drawingml/2006/main">
            <a:off x="742950" y="2152650"/>
            <a:ext cx="4000500" cy="2743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1  Choose New Project</a:t>
            </a:r>
          </a:p>
          <a:p xmlns:a="http://schemas.openxmlformats.org/drawingml/2006/main">
            <a:r>
              <a:t/>
            </a:r>
          </a:p>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2  Confirm the GitHub account</a:t>
            </a:r>
          </a:p>
          <a:p xmlns:a="http://schemas.openxmlformats.org/drawingml/2006/main">
            <a:r>
              <a:t/>
            </a:r>
          </a:p>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3  Find my-first-site</a:t>
            </a:r>
          </a:p>
          <a:p xmlns:a="http://schemas.openxmlformats.org/drawingml/2006/main">
            <a:r>
              <a:t/>
            </a:r>
          </a:p>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4  Choose Import</a:t>
            </a:r>
          </a:p>
          <a:p xmlns:a="http://schemas.openxmlformats.org/drawingml/2006/main">
            <a:r>
              <a:t/>
            </a:r>
          </a:p>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5  Stop at project configuration</a:t>
            </a:r>
          </a:p>
        </p:txBody>
      </p:sp>
      <p:sp>
        <p:nvSpPr>
          <p:cNvPr id="116" name="">
            <a:extLst xmlns:a="http://schemas.openxmlformats.org/drawingml/2006/main">
              <a:ext uri="{FF2B5EF4-FFF2-40B4-BE49-F238E27FC236}">
                <a16:creationId xmlns:a16="http://schemas.microsoft.com/office/drawing/2014/main" id="{F6AC882B-3643-4514-98AC-9727547D780E}"/>
              </a:ext>
            </a:extLst>
          </p:cNvPr>
          <p:cNvSpPr>
            <a:spLocks xmlns:a="http://schemas.openxmlformats.org/drawingml/2006/main" noGrp="1"/>
          </p:cNvSpPr>
          <p:nvPr/>
        </p:nvSpPr>
        <p:spPr>
          <a:xfrm xmlns:a="http://schemas.openxmlformats.org/drawingml/2006/main">
            <a:off x="5372100" y="2133600"/>
            <a:ext cx="5848350" cy="2895600"/>
          </a:xfrm>
          <a:prstGeom xmlns:a="http://schemas.openxmlformats.org/drawingml/2006/main" prst="roundRect">
            <a:avLst>
              <a:gd name="adj" fmla="val 4605"/>
            </a:avLst>
          </a:prstGeom>
          <a:solidFill xmlns:a="http://schemas.openxmlformats.org/drawingml/2006/main">
            <a:srgbClr val="FFFFFF"/>
          </a:solidFill>
          <a:ln xmlns:a="http://schemas.openxmlformats.org/drawingml/2006/main" w="9525">
            <a:solidFill>
              <a:srgbClr val="D8E2EF"/>
            </a:solidFill>
            <a:prstDash val="solid"/>
          </a:ln>
        </p:spPr>
      </p:sp>
      <p:pic>
        <p:nvPicPr>
          <p:cNvPr id="117" name="">
            <a:extLst xmlns:a="http://schemas.openxmlformats.org/drawingml/2006/main">
              <a:ext uri="{FF2B5EF4-FFF2-40B4-BE49-F238E27FC236}">
                <a16:creationId xmlns:a16="http://schemas.microsoft.com/office/drawing/2014/main" id="{EE4AE9CC-E7B0-4409-8E6C-D0FF2F01E05A}"/>
              </a:ext>
            </a:extLst>
          </p:cNvPr>
          <p:cNvPicPr>
            <a:picLocks xmlns:a="http://schemas.openxmlformats.org/drawingml/2006/main" noChangeAspect="1"/>
          </p:cNvPicPr>
          <p:nvPr/>
        </p:nvPicPr>
        <p:blipFill>
          <a:blip xmlns:r="http://schemas.openxmlformats.org/officeDocument/2006/relationships" xmlns:a="http://schemas.openxmlformats.org/drawingml/2006/main" r:embed="R698fbb861fb747df"/>
          <a:stretch xmlns:a="http://schemas.openxmlformats.org/drawingml/2006/main"/>
        </p:blipFill>
        <p:spPr>
          <a:xfrm xmlns:a="http://schemas.openxmlformats.org/drawingml/2006/main">
            <a:off x="5391150" y="2328607"/>
            <a:ext cx="5810250" cy="2505586"/>
          </a:xfrm>
          <a:prstGeom xmlns:a="http://schemas.openxmlformats.org/drawingml/2006/main" prst="rect">
            <a:avLst/>
          </a:prstGeom>
        </p:spPr>
      </p:pic>
      <p:sp>
        <p:nvSpPr>
          <p:cNvPr id="118" name="">
            <a:extLst xmlns:a="http://schemas.openxmlformats.org/drawingml/2006/main">
              <a:ext uri="{FF2B5EF4-FFF2-40B4-BE49-F238E27FC236}">
                <a16:creationId xmlns:a16="http://schemas.microsoft.com/office/drawing/2014/main" id="{EEB709E4-1108-4160-8518-7102B0FEF8D0}"/>
              </a:ext>
            </a:extLst>
          </p:cNvPr>
          <p:cNvSpPr>
            <a:spLocks xmlns:a="http://schemas.openxmlformats.org/drawingml/2006/main" noGrp="1"/>
          </p:cNvSpPr>
          <p:nvPr/>
        </p:nvSpPr>
        <p:spPr>
          <a:xfrm xmlns:a="http://schemas.openxmlformats.org/drawingml/2006/main">
            <a:off x="647700" y="497205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119" name="">
            <a:extLst xmlns:a="http://schemas.openxmlformats.org/drawingml/2006/main">
              <a:ext uri="{FF2B5EF4-FFF2-40B4-BE49-F238E27FC236}">
                <a16:creationId xmlns:a16="http://schemas.microsoft.com/office/drawing/2014/main" id="{749814EC-A66D-44DE-AD61-7580C3055265}"/>
              </a:ext>
            </a:extLst>
          </p:cNvPr>
          <p:cNvSpPr>
            <a:spLocks xmlns:a="http://schemas.openxmlformats.org/drawingml/2006/main" noGrp="1"/>
          </p:cNvSpPr>
          <p:nvPr/>
        </p:nvSpPr>
        <p:spPr>
          <a:xfrm xmlns:a="http://schemas.openxmlformats.org/drawingml/2006/main">
            <a:off x="742950" y="52197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0F172A"/>
                </a:solidFill>
                <a:latin typeface="Montserrat"/>
                <a:ea typeface="Montserrat"/>
                <a:cs typeface="Montserrat"/>
              </a:defRPr>
            </a:defPPr>
            <a:lvl1pPr algn="l">
              <a:defRPr sz="1275" b="1">
                <a:solidFill>
                  <a:srgbClr val="0F172A"/>
                </a:solidFill>
                <a:latin typeface="Montserrat"/>
                <a:ea typeface="Montserrat"/>
                <a:cs typeface="Montserrat"/>
              </a:defRPr>
            </a:lvl1pPr>
            <a:lvl2pPr algn="l">
              <a:defRPr sz="1275" b="1">
                <a:solidFill>
                  <a:srgbClr val="0F172A"/>
                </a:solidFill>
                <a:latin typeface="Montserrat"/>
                <a:ea typeface="Montserrat"/>
                <a:cs typeface="Montserrat"/>
              </a:defRPr>
            </a:lvl2pPr>
            <a:lvl3pPr algn="l">
              <a:defRPr sz="1275" b="1">
                <a:solidFill>
                  <a:srgbClr val="0F172A"/>
                </a:solidFill>
                <a:latin typeface="Montserrat"/>
                <a:ea typeface="Montserrat"/>
                <a:cs typeface="Montserrat"/>
              </a:defRPr>
            </a:lvl3pPr>
            <a:lvl4pPr algn="l">
              <a:defRPr sz="1275" b="1">
                <a:solidFill>
                  <a:srgbClr val="0F172A"/>
                </a:solidFill>
                <a:latin typeface="Montserrat"/>
                <a:ea typeface="Montserrat"/>
                <a:cs typeface="Montserrat"/>
              </a:defRPr>
            </a:lvl4pPr>
            <a:lvl5pPr algn="l">
              <a:defRPr sz="1275" b="1">
                <a:solidFill>
                  <a:srgbClr val="0F172A"/>
                </a:solidFill>
                <a:latin typeface="Montserrat"/>
                <a:ea typeface="Montserrat"/>
                <a:cs typeface="Montserrat"/>
              </a:defRPr>
            </a:lvl5pPr>
            <a:lvl6pPr algn="l">
              <a:defRPr sz="1275" b="1">
                <a:solidFill>
                  <a:srgbClr val="0F172A"/>
                </a:solidFill>
                <a:latin typeface="Montserrat"/>
                <a:ea typeface="Montserrat"/>
                <a:cs typeface="Montserrat"/>
              </a:defRPr>
            </a:lvl6pPr>
            <a:lvl7pPr algn="l">
              <a:defRPr sz="1275" b="1">
                <a:solidFill>
                  <a:srgbClr val="0F172A"/>
                </a:solidFill>
                <a:latin typeface="Montserrat"/>
                <a:ea typeface="Montserrat"/>
                <a:cs typeface="Montserrat"/>
              </a:defRPr>
            </a:lvl7pPr>
            <a:lvl8pPr algn="l">
              <a:defRPr sz="1275" b="1">
                <a:solidFill>
                  <a:srgbClr val="0F172A"/>
                </a:solidFill>
                <a:latin typeface="Montserrat"/>
                <a:ea typeface="Montserrat"/>
                <a:cs typeface="Montserrat"/>
              </a:defRPr>
            </a:lvl8pPr>
            <a:lvl9pPr algn="l">
              <a:defRPr sz="1275" b="1">
                <a:solidFill>
                  <a:srgbClr val="0F172A"/>
                </a:solidFill>
                <a:latin typeface="Montserrat"/>
                <a:ea typeface="Montserrat"/>
                <a:cs typeface="Montserrat"/>
              </a:defRPr>
            </a:lvl9pPr>
          </a:lstStyle>
          <a:p xmlns:a="http://schemas.openxmlformats.org/drawingml/2006/main">
            <a:pPr algn="l">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Seeing the repository in Vercel proves the accounts are connected. It does not publish yet.</a:t>
            </a:r>
          </a:p>
        </p:txBody>
      </p:sp>
      <p:sp>
        <p:nvSpPr>
          <p:cNvPr id="120" name="">
            <a:extLst xmlns:a="http://schemas.openxmlformats.org/drawingml/2006/main">
              <a:ext uri="{FF2B5EF4-FFF2-40B4-BE49-F238E27FC236}">
                <a16:creationId xmlns:a16="http://schemas.microsoft.com/office/drawing/2014/main" id="{15CB77BB-B7E1-4E67-A546-61F46A1532F0}"/>
              </a:ext>
            </a:extLst>
          </p:cNvPr>
          <p:cNvSpPr>
            <a:spLocks xmlns:a="http://schemas.openxmlformats.org/drawingml/2006/main" noGrp="1"/>
          </p:cNvSpPr>
          <p:nvPr/>
        </p:nvSpPr>
        <p:spPr>
          <a:xfrm xmlns:a="http://schemas.openxmlformats.org/drawingml/2006/main">
            <a:off x="3667125" y="6381750"/>
            <a:ext cx="4857750" cy="0"/>
          </a:xfrm>
          <a:prstGeom xmlns:a="http://schemas.openxmlformats.org/drawingml/2006/main" prst="line">
            <a:avLst/>
          </a:prstGeom>
          <a:noFill xmlns:a="http://schemas.openxmlformats.org/drawingml/2006/main"/>
          <a:ln xmlns:a="http://schemas.openxmlformats.org/drawingml/2006/main" w="5715">
            <a:solidFill>
              <a:srgbClr val="D8E2EF"/>
            </a:solidFill>
            <a:prstDash val="solid"/>
          </a:ln>
        </p:spPr>
      </p:sp>
      <p:sp>
        <p:nvSpPr>
          <p:cNvPr id="121" name="">
            <a:extLst xmlns:a="http://schemas.openxmlformats.org/drawingml/2006/main">
              <a:ext uri="{FF2B5EF4-FFF2-40B4-BE49-F238E27FC236}">
                <a16:creationId xmlns:a16="http://schemas.microsoft.com/office/drawing/2014/main" id="{531ABF12-45A2-4037-BC4B-D6E4B5AF779D}"/>
              </a:ext>
            </a:extLst>
          </p:cNvPr>
          <p:cNvSpPr>
            <a:spLocks xmlns:a="http://schemas.openxmlformats.org/drawingml/2006/main" noGrp="1"/>
          </p:cNvSpPr>
          <p:nvPr/>
        </p:nvSpPr>
        <p:spPr>
          <a:xfrm xmlns:a="http://schemas.openxmlformats.org/drawingml/2006/main">
            <a:off x="36337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22" name="">
            <a:extLst xmlns:a="http://schemas.openxmlformats.org/drawingml/2006/main">
              <a:ext uri="{FF2B5EF4-FFF2-40B4-BE49-F238E27FC236}">
                <a16:creationId xmlns:a16="http://schemas.microsoft.com/office/drawing/2014/main" id="{04E5B15E-C27A-4C21-BEEB-817E1FC56741}"/>
              </a:ext>
            </a:extLst>
          </p:cNvPr>
          <p:cNvSpPr>
            <a:spLocks xmlns:a="http://schemas.openxmlformats.org/drawingml/2006/main" noGrp="1"/>
          </p:cNvSpPr>
          <p:nvPr/>
        </p:nvSpPr>
        <p:spPr>
          <a:xfrm xmlns:a="http://schemas.openxmlformats.org/drawingml/2006/main">
            <a:off x="32670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PLAN</a:t>
            </a:r>
          </a:p>
        </p:txBody>
      </p:sp>
      <p:sp>
        <p:nvSpPr>
          <p:cNvPr id="123" name="">
            <a:extLst xmlns:a="http://schemas.openxmlformats.org/drawingml/2006/main">
              <a:ext uri="{FF2B5EF4-FFF2-40B4-BE49-F238E27FC236}">
                <a16:creationId xmlns:a16="http://schemas.microsoft.com/office/drawing/2014/main" id="{7F47C98F-2537-4CB1-8D44-79AE3E916BA4}"/>
              </a:ext>
            </a:extLst>
          </p:cNvPr>
          <p:cNvSpPr>
            <a:spLocks xmlns:a="http://schemas.openxmlformats.org/drawingml/2006/main" noGrp="1"/>
          </p:cNvSpPr>
          <p:nvPr/>
        </p:nvSpPr>
        <p:spPr>
          <a:xfrm xmlns:a="http://schemas.openxmlformats.org/drawingml/2006/main">
            <a:off x="46053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24" name="">
            <a:extLst xmlns:a="http://schemas.openxmlformats.org/drawingml/2006/main">
              <a:ext uri="{FF2B5EF4-FFF2-40B4-BE49-F238E27FC236}">
                <a16:creationId xmlns:a16="http://schemas.microsoft.com/office/drawing/2014/main" id="{913A278F-2DAA-4306-8D35-1B73BAAA81E7}"/>
              </a:ext>
            </a:extLst>
          </p:cNvPr>
          <p:cNvSpPr>
            <a:spLocks xmlns:a="http://schemas.openxmlformats.org/drawingml/2006/main" noGrp="1"/>
          </p:cNvSpPr>
          <p:nvPr/>
        </p:nvSpPr>
        <p:spPr>
          <a:xfrm xmlns:a="http://schemas.openxmlformats.org/drawingml/2006/main">
            <a:off x="42386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DESIGN</a:t>
            </a:r>
          </a:p>
        </p:txBody>
      </p:sp>
      <p:sp>
        <p:nvSpPr>
          <p:cNvPr id="125" name="">
            <a:extLst xmlns:a="http://schemas.openxmlformats.org/drawingml/2006/main">
              <a:ext uri="{FF2B5EF4-FFF2-40B4-BE49-F238E27FC236}">
                <a16:creationId xmlns:a16="http://schemas.microsoft.com/office/drawing/2014/main" id="{E4C4F529-867F-430F-9EDD-90AD180BA346}"/>
              </a:ext>
            </a:extLst>
          </p:cNvPr>
          <p:cNvSpPr>
            <a:spLocks xmlns:a="http://schemas.openxmlformats.org/drawingml/2006/main" noGrp="1"/>
          </p:cNvSpPr>
          <p:nvPr/>
        </p:nvSpPr>
        <p:spPr>
          <a:xfrm xmlns:a="http://schemas.openxmlformats.org/drawingml/2006/main">
            <a:off x="55768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26" name="">
            <a:extLst xmlns:a="http://schemas.openxmlformats.org/drawingml/2006/main">
              <a:ext uri="{FF2B5EF4-FFF2-40B4-BE49-F238E27FC236}">
                <a16:creationId xmlns:a16="http://schemas.microsoft.com/office/drawing/2014/main" id="{888FEA89-14E9-4176-935B-C37853D11DB4}"/>
              </a:ext>
            </a:extLst>
          </p:cNvPr>
          <p:cNvSpPr>
            <a:spLocks xmlns:a="http://schemas.openxmlformats.org/drawingml/2006/main" noGrp="1"/>
          </p:cNvSpPr>
          <p:nvPr/>
        </p:nvSpPr>
        <p:spPr>
          <a:xfrm xmlns:a="http://schemas.openxmlformats.org/drawingml/2006/main">
            <a:off x="52101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BUILD</a:t>
            </a:r>
          </a:p>
        </p:txBody>
      </p:sp>
      <p:sp>
        <p:nvSpPr>
          <p:cNvPr id="127" name="">
            <a:extLst xmlns:a="http://schemas.openxmlformats.org/drawingml/2006/main">
              <a:ext uri="{FF2B5EF4-FFF2-40B4-BE49-F238E27FC236}">
                <a16:creationId xmlns:a16="http://schemas.microsoft.com/office/drawing/2014/main" id="{2528DA38-6A42-4126-B0E8-81E64C5F36A0}"/>
              </a:ext>
            </a:extLst>
          </p:cNvPr>
          <p:cNvSpPr>
            <a:spLocks xmlns:a="http://schemas.openxmlformats.org/drawingml/2006/main" noGrp="1"/>
          </p:cNvSpPr>
          <p:nvPr/>
        </p:nvSpPr>
        <p:spPr>
          <a:xfrm xmlns:a="http://schemas.openxmlformats.org/drawingml/2006/main">
            <a:off x="65484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28" name="">
            <a:extLst xmlns:a="http://schemas.openxmlformats.org/drawingml/2006/main">
              <a:ext uri="{FF2B5EF4-FFF2-40B4-BE49-F238E27FC236}">
                <a16:creationId xmlns:a16="http://schemas.microsoft.com/office/drawing/2014/main" id="{48A3535E-D394-4C50-97F2-F72BEDFEBDB0}"/>
              </a:ext>
            </a:extLst>
          </p:cNvPr>
          <p:cNvSpPr>
            <a:spLocks xmlns:a="http://schemas.openxmlformats.org/drawingml/2006/main" noGrp="1"/>
          </p:cNvSpPr>
          <p:nvPr/>
        </p:nvSpPr>
        <p:spPr>
          <a:xfrm xmlns:a="http://schemas.openxmlformats.org/drawingml/2006/main">
            <a:off x="61817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TEST</a:t>
            </a:r>
          </a:p>
        </p:txBody>
      </p:sp>
      <p:sp>
        <p:nvSpPr>
          <p:cNvPr id="129" name="">
            <a:extLst xmlns:a="http://schemas.openxmlformats.org/drawingml/2006/main">
              <a:ext uri="{FF2B5EF4-FFF2-40B4-BE49-F238E27FC236}">
                <a16:creationId xmlns:a16="http://schemas.microsoft.com/office/drawing/2014/main" id="{2FEAEF2B-A576-407A-9A0F-B865FA0BBEB3}"/>
              </a:ext>
            </a:extLst>
          </p:cNvPr>
          <p:cNvSpPr>
            <a:spLocks xmlns:a="http://schemas.openxmlformats.org/drawingml/2006/main" noGrp="1"/>
          </p:cNvSpPr>
          <p:nvPr/>
        </p:nvSpPr>
        <p:spPr>
          <a:xfrm xmlns:a="http://schemas.openxmlformats.org/drawingml/2006/main">
            <a:off x="75199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30" name="">
            <a:extLst xmlns:a="http://schemas.openxmlformats.org/drawingml/2006/main">
              <a:ext uri="{FF2B5EF4-FFF2-40B4-BE49-F238E27FC236}">
                <a16:creationId xmlns:a16="http://schemas.microsoft.com/office/drawing/2014/main" id="{9257FA74-CE7A-4488-AAE3-11CB9AE2C91B}"/>
              </a:ext>
            </a:extLst>
          </p:cNvPr>
          <p:cNvSpPr>
            <a:spLocks xmlns:a="http://schemas.openxmlformats.org/drawingml/2006/main" noGrp="1"/>
          </p:cNvSpPr>
          <p:nvPr/>
        </p:nvSpPr>
        <p:spPr>
          <a:xfrm xmlns:a="http://schemas.openxmlformats.org/drawingml/2006/main">
            <a:off x="71532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DEPLOY</a:t>
            </a:r>
          </a:p>
        </p:txBody>
      </p:sp>
      <p:sp>
        <p:nvSpPr>
          <p:cNvPr id="131" name="">
            <a:extLst xmlns:a="http://schemas.openxmlformats.org/drawingml/2006/main">
              <a:ext uri="{FF2B5EF4-FFF2-40B4-BE49-F238E27FC236}">
                <a16:creationId xmlns:a16="http://schemas.microsoft.com/office/drawing/2014/main" id="{70D9E6FC-3048-442A-B491-B6420E1CDDFE}"/>
              </a:ext>
            </a:extLst>
          </p:cNvPr>
          <p:cNvSpPr>
            <a:spLocks xmlns:a="http://schemas.openxmlformats.org/drawingml/2006/main" noGrp="1"/>
          </p:cNvSpPr>
          <p:nvPr/>
        </p:nvSpPr>
        <p:spPr>
          <a:xfrm xmlns:a="http://schemas.openxmlformats.org/drawingml/2006/main">
            <a:off x="84915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32" name="">
            <a:extLst xmlns:a="http://schemas.openxmlformats.org/drawingml/2006/main">
              <a:ext uri="{FF2B5EF4-FFF2-40B4-BE49-F238E27FC236}">
                <a16:creationId xmlns:a16="http://schemas.microsoft.com/office/drawing/2014/main" id="{CA491E1A-E274-4939-AE57-D10891EFFB13}"/>
              </a:ext>
            </a:extLst>
          </p:cNvPr>
          <p:cNvSpPr>
            <a:spLocks xmlns:a="http://schemas.openxmlformats.org/drawingml/2006/main" noGrp="1"/>
          </p:cNvSpPr>
          <p:nvPr/>
        </p:nvSpPr>
        <p:spPr>
          <a:xfrm xmlns:a="http://schemas.openxmlformats.org/drawingml/2006/main">
            <a:off x="81248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MAINTAIN</a:t>
            </a:r>
          </a:p>
        </p:txBody>
      </p:sp>
    </p:spTree>
    <p:extLst>
      <p:ext uri="{BB962C8B-B14F-4D97-AF65-F5344CB8AC3E}">
        <p14:creationId xmlns:p14="http://schemas.microsoft.com/office/powerpoint/2010/main" val="178395118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E3341F25-EB4E-4EC2-A680-5F4582F57594}"/>
              </a:ext>
            </a:extLst>
          </p:cNvPr>
          <p:cNvPicPr>
            <a:picLocks xmlns:a="http://schemas.openxmlformats.org/drawingml/2006/main" noChangeAspect="1"/>
          </p:cNvPicPr>
          <p:nvPr/>
        </p:nvPicPr>
        <p:blipFill>
          <a:blip xmlns:r="http://schemas.openxmlformats.org/officeDocument/2006/relationships" xmlns:a="http://schemas.openxmlformats.org/drawingml/2006/main" r:embed="R30e4a119faed43ae"/>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4748519F-6533-4F23-BEF7-3121419D30B8}"/>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25 / 63</a:t>
            </a:r>
            <a:endParaRPr sz="900"/>
          </a:p>
        </p:txBody>
      </p:sp>
      <p:sp>
        <p:nvSpPr>
          <p:cNvPr id="101" name="">
            <a:extLst xmlns:a="http://schemas.openxmlformats.org/drawingml/2006/main">
              <a:ext uri="{FF2B5EF4-FFF2-40B4-BE49-F238E27FC236}">
                <a16:creationId xmlns:a16="http://schemas.microsoft.com/office/drawing/2014/main" id="{906DCCF8-104E-4EDA-B2AF-8534DFFF3AB5}"/>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EF8B39"/>
                </a:solidFill>
                <a:latin typeface="Montserrat"/>
                <a:ea typeface="Montserrat"/>
                <a:cs typeface="Montserrat"/>
              </a:defRPr>
            </a:defPPr>
            <a:lvl1pPr algn="l">
              <a:defRPr sz="1050" b="1">
                <a:solidFill>
                  <a:srgbClr val="EF8B39"/>
                </a:solidFill>
                <a:latin typeface="Montserrat"/>
                <a:ea typeface="Montserrat"/>
                <a:cs typeface="Montserrat"/>
              </a:defRPr>
            </a:lvl1pPr>
            <a:lvl2pPr algn="l">
              <a:defRPr sz="1050" b="1">
                <a:solidFill>
                  <a:srgbClr val="EF8B39"/>
                </a:solidFill>
                <a:latin typeface="Montserrat"/>
                <a:ea typeface="Montserrat"/>
                <a:cs typeface="Montserrat"/>
              </a:defRPr>
            </a:lvl2pPr>
            <a:lvl3pPr algn="l">
              <a:defRPr sz="1050" b="1">
                <a:solidFill>
                  <a:srgbClr val="EF8B39"/>
                </a:solidFill>
                <a:latin typeface="Montserrat"/>
                <a:ea typeface="Montserrat"/>
                <a:cs typeface="Montserrat"/>
              </a:defRPr>
            </a:lvl3pPr>
            <a:lvl4pPr algn="l">
              <a:defRPr sz="1050" b="1">
                <a:solidFill>
                  <a:srgbClr val="EF8B39"/>
                </a:solidFill>
                <a:latin typeface="Montserrat"/>
                <a:ea typeface="Montserrat"/>
                <a:cs typeface="Montserrat"/>
              </a:defRPr>
            </a:lvl4pPr>
            <a:lvl5pPr algn="l">
              <a:defRPr sz="1050" b="1">
                <a:solidFill>
                  <a:srgbClr val="EF8B39"/>
                </a:solidFill>
                <a:latin typeface="Montserrat"/>
                <a:ea typeface="Montserrat"/>
                <a:cs typeface="Montserrat"/>
              </a:defRPr>
            </a:lvl5pPr>
            <a:lvl6pPr algn="l">
              <a:defRPr sz="1050" b="1">
                <a:solidFill>
                  <a:srgbClr val="EF8B39"/>
                </a:solidFill>
                <a:latin typeface="Montserrat"/>
                <a:ea typeface="Montserrat"/>
                <a:cs typeface="Montserrat"/>
              </a:defRPr>
            </a:lvl6pPr>
            <a:lvl7pPr algn="l">
              <a:defRPr sz="1050" b="1">
                <a:solidFill>
                  <a:srgbClr val="EF8B39"/>
                </a:solidFill>
                <a:latin typeface="Montserrat"/>
                <a:ea typeface="Montserrat"/>
                <a:cs typeface="Montserrat"/>
              </a:defRPr>
            </a:lvl7pPr>
            <a:lvl8pPr algn="l">
              <a:defRPr sz="1050" b="1">
                <a:solidFill>
                  <a:srgbClr val="EF8B39"/>
                </a:solidFill>
                <a:latin typeface="Montserrat"/>
                <a:ea typeface="Montserrat"/>
                <a:cs typeface="Montserrat"/>
              </a:defRPr>
            </a:lvl8pPr>
            <a:lvl9pPr algn="l">
              <a:defRPr sz="1050" b="1">
                <a:solidFill>
                  <a:srgbClr val="EF8B39"/>
                </a:solidFill>
                <a:latin typeface="Montserrat"/>
                <a:ea typeface="Montserrat"/>
                <a:cs typeface="Montserrat"/>
              </a:defRPr>
            </a:lvl9pPr>
          </a:lstStyle>
          <a:p xmlns:a="http://schemas.openxmlformats.org/drawingml/2006/main">
            <a:pPr algn="l">
              <a:defRPr sz="1050" b="1">
                <a:solidFill>
                  <a:srgbClr val="EF8B39"/>
                </a:solidFill>
                <a:latin typeface="Montserrat"/>
                <a:ea typeface="Montserrat"/>
                <a:cs typeface="Montserrat"/>
              </a:defRPr>
            </a:pPr>
            <a:r>
              <a:rPr sz="1050" b="1">
                <a:solidFill>
                  <a:srgbClr val="EF8B39"/>
                </a:solidFill>
                <a:latin typeface="Montserrat"/>
                <a:ea typeface="Montserrat"/>
                <a:cs typeface="Montserrat"/>
              </a:rPr>
              <a:t>// SETUP · READY CHECK</a:t>
            </a:r>
          </a:p>
        </p:txBody>
      </p:sp>
      <p:sp>
        <p:nvSpPr>
          <p:cNvPr id="102" name="">
            <a:extLst xmlns:a="http://schemas.openxmlformats.org/drawingml/2006/main">
              <a:ext uri="{FF2B5EF4-FFF2-40B4-BE49-F238E27FC236}">
                <a16:creationId xmlns:a16="http://schemas.microsoft.com/office/drawing/2014/main" id="{0414E7EB-60E7-4B21-AEC0-6096173362CB}"/>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B93800"/>
                </a:solidFill>
                <a:latin typeface="Montserrat"/>
                <a:ea typeface="Montserrat"/>
                <a:cs typeface="Montserrat"/>
              </a:defRPr>
            </a:defPPr>
            <a:lvl1pPr algn="r">
              <a:defRPr sz="900" b="0">
                <a:solidFill>
                  <a:srgbClr val="B93800"/>
                </a:solidFill>
                <a:latin typeface="Montserrat"/>
                <a:ea typeface="Montserrat"/>
                <a:cs typeface="Montserrat"/>
              </a:defRPr>
            </a:lvl1pPr>
            <a:lvl2pPr algn="r">
              <a:defRPr sz="900" b="0">
                <a:solidFill>
                  <a:srgbClr val="B93800"/>
                </a:solidFill>
                <a:latin typeface="Montserrat"/>
                <a:ea typeface="Montserrat"/>
                <a:cs typeface="Montserrat"/>
              </a:defRPr>
            </a:lvl2pPr>
            <a:lvl3pPr algn="r">
              <a:defRPr sz="900" b="0">
                <a:solidFill>
                  <a:srgbClr val="B93800"/>
                </a:solidFill>
                <a:latin typeface="Montserrat"/>
                <a:ea typeface="Montserrat"/>
                <a:cs typeface="Montserrat"/>
              </a:defRPr>
            </a:lvl3pPr>
            <a:lvl4pPr algn="r">
              <a:defRPr sz="900" b="0">
                <a:solidFill>
                  <a:srgbClr val="B93800"/>
                </a:solidFill>
                <a:latin typeface="Montserrat"/>
                <a:ea typeface="Montserrat"/>
                <a:cs typeface="Montserrat"/>
              </a:defRPr>
            </a:lvl4pPr>
            <a:lvl5pPr algn="r">
              <a:defRPr sz="900" b="0">
                <a:solidFill>
                  <a:srgbClr val="B93800"/>
                </a:solidFill>
                <a:latin typeface="Montserrat"/>
                <a:ea typeface="Montserrat"/>
                <a:cs typeface="Montserrat"/>
              </a:defRPr>
            </a:lvl5pPr>
            <a:lvl6pPr algn="r">
              <a:defRPr sz="900" b="0">
                <a:solidFill>
                  <a:srgbClr val="B93800"/>
                </a:solidFill>
                <a:latin typeface="Montserrat"/>
                <a:ea typeface="Montserrat"/>
                <a:cs typeface="Montserrat"/>
              </a:defRPr>
            </a:lvl6pPr>
            <a:lvl7pPr algn="r">
              <a:defRPr sz="900" b="0">
                <a:solidFill>
                  <a:srgbClr val="B93800"/>
                </a:solidFill>
                <a:latin typeface="Montserrat"/>
                <a:ea typeface="Montserrat"/>
                <a:cs typeface="Montserrat"/>
              </a:defRPr>
            </a:lvl7pPr>
            <a:lvl8pPr algn="r">
              <a:defRPr sz="900" b="0">
                <a:solidFill>
                  <a:srgbClr val="B93800"/>
                </a:solidFill>
                <a:latin typeface="Montserrat"/>
                <a:ea typeface="Montserrat"/>
                <a:cs typeface="Montserrat"/>
              </a:defRPr>
            </a:lvl8pPr>
            <a:lvl9pPr algn="r">
              <a:defRPr sz="900" b="0">
                <a:solidFill>
                  <a:srgbClr val="B93800"/>
                </a:solidFill>
                <a:latin typeface="Montserrat"/>
                <a:ea typeface="Montserrat"/>
                <a:cs typeface="Montserrat"/>
              </a:defRPr>
            </a:lvl9pPr>
          </a:lstStyle>
          <a:p xmlns:a="http://schemas.openxmlformats.org/drawingml/2006/main">
            <a:pPr algn="r">
              <a:defRPr sz="900" b="0">
                <a:solidFill>
                  <a:srgbClr val="B93800"/>
                </a:solidFill>
                <a:latin typeface="Montserrat"/>
                <a:ea typeface="Montserrat"/>
                <a:cs typeface="Montserrat"/>
              </a:defRPr>
            </a:pPr>
            <a:r>
              <a:rPr sz="900" b="0">
                <a:solidFill>
                  <a:srgbClr val="B93800"/>
                </a:solidFill>
                <a:latin typeface="Montserrat"/>
                <a:ea typeface="Montserrat"/>
                <a:cs typeface="Montserrat"/>
              </a:rPr>
              <a:t>1:40–1:45</a:t>
            </a:r>
          </a:p>
        </p:txBody>
      </p:sp>
      <p:sp>
        <p:nvSpPr>
          <p:cNvPr id="103" name="">
            <a:extLst xmlns:a="http://schemas.openxmlformats.org/drawingml/2006/main">
              <a:ext uri="{FF2B5EF4-FFF2-40B4-BE49-F238E27FC236}">
                <a16:creationId xmlns:a16="http://schemas.microsoft.com/office/drawing/2014/main" id="{3DE86535-49C2-408E-97F0-756640AB835F}"/>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Ready to build</a:t>
            </a:r>
          </a:p>
        </p:txBody>
      </p:sp>
      <p:sp>
        <p:nvSpPr>
          <p:cNvPr id="104" name="">
            <a:extLst xmlns:a="http://schemas.openxmlformats.org/drawingml/2006/main">
              <a:ext uri="{FF2B5EF4-FFF2-40B4-BE49-F238E27FC236}">
                <a16:creationId xmlns:a16="http://schemas.microsoft.com/office/drawing/2014/main" id="{DF311211-E9CF-4A33-A661-FF9F427DAE31}"/>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TWO PROJECTS · SEPARATE HOMES · ONE CLEAR START</a:t>
            </a:r>
          </a:p>
        </p:txBody>
      </p:sp>
      <p:sp>
        <p:nvSpPr>
          <p:cNvPr id="105" name="">
            <a:extLst xmlns:a="http://schemas.openxmlformats.org/drawingml/2006/main">
              <a:ext uri="{FF2B5EF4-FFF2-40B4-BE49-F238E27FC236}">
                <a16:creationId xmlns:a16="http://schemas.microsoft.com/office/drawing/2014/main" id="{4D75BF11-ED5D-4EC6-9E45-1821F4A3DF11}"/>
              </a:ext>
            </a:extLst>
          </p:cNvPr>
          <p:cNvSpPr>
            <a:spLocks xmlns:a="http://schemas.openxmlformats.org/drawingml/2006/main" noGrp="1"/>
          </p:cNvSpPr>
          <p:nvPr/>
        </p:nvSpPr>
        <p:spPr>
          <a:xfrm xmlns:a="http://schemas.openxmlformats.org/drawingml/2006/main">
            <a:off x="647700" y="2009775"/>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106" name="">
            <a:extLst xmlns:a="http://schemas.openxmlformats.org/drawingml/2006/main">
              <a:ext uri="{FF2B5EF4-FFF2-40B4-BE49-F238E27FC236}">
                <a16:creationId xmlns:a16="http://schemas.microsoft.com/office/drawing/2014/main" id="{1F1A53BD-3608-43B1-A4EE-A75D301FF11F}"/>
              </a:ext>
            </a:extLst>
          </p:cNvPr>
          <p:cNvSpPr>
            <a:spLocks xmlns:a="http://schemas.openxmlformats.org/drawingml/2006/main" noGrp="1"/>
          </p:cNvSpPr>
          <p:nvPr/>
        </p:nvSpPr>
        <p:spPr>
          <a:xfrm xmlns:a="http://schemas.openxmlformats.org/drawingml/2006/main">
            <a:off x="742950" y="23812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EF8B39"/>
                </a:solidFill>
                <a:latin typeface="Courier New"/>
                <a:ea typeface="Courier New"/>
                <a:cs typeface="Courier New"/>
              </a:defRPr>
            </a:defPPr>
            <a:lvl1pPr algn="l">
              <a:defRPr sz="900" b="0">
                <a:solidFill>
                  <a:srgbClr val="EF8B39"/>
                </a:solidFill>
                <a:latin typeface="Courier New"/>
                <a:ea typeface="Courier New"/>
                <a:cs typeface="Courier New"/>
              </a:defRPr>
            </a:lvl1pPr>
            <a:lvl2pPr algn="l">
              <a:defRPr sz="900" b="0">
                <a:solidFill>
                  <a:srgbClr val="EF8B39"/>
                </a:solidFill>
                <a:latin typeface="Courier New"/>
                <a:ea typeface="Courier New"/>
                <a:cs typeface="Courier New"/>
              </a:defRPr>
            </a:lvl2pPr>
            <a:lvl3pPr algn="l">
              <a:defRPr sz="900" b="0">
                <a:solidFill>
                  <a:srgbClr val="EF8B39"/>
                </a:solidFill>
                <a:latin typeface="Courier New"/>
                <a:ea typeface="Courier New"/>
                <a:cs typeface="Courier New"/>
              </a:defRPr>
            </a:lvl3pPr>
            <a:lvl4pPr algn="l">
              <a:defRPr sz="900" b="0">
                <a:solidFill>
                  <a:srgbClr val="EF8B39"/>
                </a:solidFill>
                <a:latin typeface="Courier New"/>
                <a:ea typeface="Courier New"/>
                <a:cs typeface="Courier New"/>
              </a:defRPr>
            </a:lvl4pPr>
            <a:lvl5pPr algn="l">
              <a:defRPr sz="900" b="0">
                <a:solidFill>
                  <a:srgbClr val="EF8B39"/>
                </a:solidFill>
                <a:latin typeface="Courier New"/>
                <a:ea typeface="Courier New"/>
                <a:cs typeface="Courier New"/>
              </a:defRPr>
            </a:lvl5pPr>
            <a:lvl6pPr algn="l">
              <a:defRPr sz="900" b="0">
                <a:solidFill>
                  <a:srgbClr val="EF8B39"/>
                </a:solidFill>
                <a:latin typeface="Courier New"/>
                <a:ea typeface="Courier New"/>
                <a:cs typeface="Courier New"/>
              </a:defRPr>
            </a:lvl6pPr>
            <a:lvl7pPr algn="l">
              <a:defRPr sz="900" b="0">
                <a:solidFill>
                  <a:srgbClr val="EF8B39"/>
                </a:solidFill>
                <a:latin typeface="Courier New"/>
                <a:ea typeface="Courier New"/>
                <a:cs typeface="Courier New"/>
              </a:defRPr>
            </a:lvl7pPr>
            <a:lvl8pPr algn="l">
              <a:defRPr sz="900" b="0">
                <a:solidFill>
                  <a:srgbClr val="EF8B39"/>
                </a:solidFill>
                <a:latin typeface="Courier New"/>
                <a:ea typeface="Courier New"/>
                <a:cs typeface="Courier New"/>
              </a:defRPr>
            </a:lvl8pPr>
            <a:lvl9pPr algn="l">
              <a:defRPr sz="900" b="0">
                <a:solidFill>
                  <a:srgbClr val="EF8B39"/>
                </a:solidFill>
                <a:latin typeface="Courier New"/>
                <a:ea typeface="Courier New"/>
                <a:cs typeface="Courier New"/>
              </a:defRPr>
            </a:lvl9pPr>
          </a:lstStyle>
          <a:p xmlns:a="http://schemas.openxmlformats.org/drawingml/2006/main">
            <a:pPr algn="l">
              <a:defRPr sz="900" b="0">
                <a:solidFill>
                  <a:srgbClr val="EF8B39"/>
                </a:solidFill>
                <a:latin typeface="Courier New"/>
                <a:ea typeface="Courier New"/>
                <a:cs typeface="Courier New"/>
              </a:defRPr>
            </a:pPr>
            <a:r>
              <a:rPr sz="900" b="0">
                <a:solidFill>
                  <a:srgbClr val="EF8B39"/>
                </a:solidFill>
                <a:latin typeface="Courier New"/>
                <a:ea typeface="Courier New"/>
                <a:cs typeface="Courier New"/>
              </a:rPr>
              <a:t>01</a:t>
            </a:r>
          </a:p>
        </p:txBody>
      </p:sp>
      <p:sp>
        <p:nvSpPr>
          <p:cNvPr id="107" name="">
            <a:extLst xmlns:a="http://schemas.openxmlformats.org/drawingml/2006/main">
              <a:ext uri="{FF2B5EF4-FFF2-40B4-BE49-F238E27FC236}">
                <a16:creationId xmlns:a16="http://schemas.microsoft.com/office/drawing/2014/main" id="{FC56EE50-2DE6-43C4-B62A-005A5821AF7F}"/>
              </a:ext>
            </a:extLst>
          </p:cNvPr>
          <p:cNvSpPr>
            <a:spLocks xmlns:a="http://schemas.openxmlformats.org/drawingml/2006/main" noGrp="1"/>
          </p:cNvSpPr>
          <p:nvPr/>
        </p:nvSpPr>
        <p:spPr>
          <a:xfrm xmlns:a="http://schemas.openxmlformats.org/drawingml/2006/main">
            <a:off x="1352550" y="2352675"/>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Your GitHub profile opens and my-first-site belongs to you</a:t>
            </a:r>
          </a:p>
        </p:txBody>
      </p:sp>
      <p:sp>
        <p:nvSpPr>
          <p:cNvPr id="108" name="">
            <a:extLst xmlns:a="http://schemas.openxmlformats.org/drawingml/2006/main">
              <a:ext uri="{FF2B5EF4-FFF2-40B4-BE49-F238E27FC236}">
                <a16:creationId xmlns:a16="http://schemas.microsoft.com/office/drawing/2014/main" id="{8A4D9E0A-43EF-4FB8-91A2-B4EBA321949F}"/>
              </a:ext>
            </a:extLst>
          </p:cNvPr>
          <p:cNvSpPr>
            <a:spLocks xmlns:a="http://schemas.openxmlformats.org/drawingml/2006/main" noGrp="1"/>
          </p:cNvSpPr>
          <p:nvPr/>
        </p:nvSpPr>
        <p:spPr>
          <a:xfrm xmlns:a="http://schemas.openxmlformats.org/drawingml/2006/main">
            <a:off x="742950" y="29718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EF8B39"/>
                </a:solidFill>
                <a:latin typeface="Courier New"/>
                <a:ea typeface="Courier New"/>
                <a:cs typeface="Courier New"/>
              </a:defRPr>
            </a:defPPr>
            <a:lvl1pPr algn="l">
              <a:defRPr sz="900" b="0">
                <a:solidFill>
                  <a:srgbClr val="EF8B39"/>
                </a:solidFill>
                <a:latin typeface="Courier New"/>
                <a:ea typeface="Courier New"/>
                <a:cs typeface="Courier New"/>
              </a:defRPr>
            </a:lvl1pPr>
            <a:lvl2pPr algn="l">
              <a:defRPr sz="900" b="0">
                <a:solidFill>
                  <a:srgbClr val="EF8B39"/>
                </a:solidFill>
                <a:latin typeface="Courier New"/>
                <a:ea typeface="Courier New"/>
                <a:cs typeface="Courier New"/>
              </a:defRPr>
            </a:lvl2pPr>
            <a:lvl3pPr algn="l">
              <a:defRPr sz="900" b="0">
                <a:solidFill>
                  <a:srgbClr val="EF8B39"/>
                </a:solidFill>
                <a:latin typeface="Courier New"/>
                <a:ea typeface="Courier New"/>
                <a:cs typeface="Courier New"/>
              </a:defRPr>
            </a:lvl3pPr>
            <a:lvl4pPr algn="l">
              <a:defRPr sz="900" b="0">
                <a:solidFill>
                  <a:srgbClr val="EF8B39"/>
                </a:solidFill>
                <a:latin typeface="Courier New"/>
                <a:ea typeface="Courier New"/>
                <a:cs typeface="Courier New"/>
              </a:defRPr>
            </a:lvl4pPr>
            <a:lvl5pPr algn="l">
              <a:defRPr sz="900" b="0">
                <a:solidFill>
                  <a:srgbClr val="EF8B39"/>
                </a:solidFill>
                <a:latin typeface="Courier New"/>
                <a:ea typeface="Courier New"/>
                <a:cs typeface="Courier New"/>
              </a:defRPr>
            </a:lvl5pPr>
            <a:lvl6pPr algn="l">
              <a:defRPr sz="900" b="0">
                <a:solidFill>
                  <a:srgbClr val="EF8B39"/>
                </a:solidFill>
                <a:latin typeface="Courier New"/>
                <a:ea typeface="Courier New"/>
                <a:cs typeface="Courier New"/>
              </a:defRPr>
            </a:lvl6pPr>
            <a:lvl7pPr algn="l">
              <a:defRPr sz="900" b="0">
                <a:solidFill>
                  <a:srgbClr val="EF8B39"/>
                </a:solidFill>
                <a:latin typeface="Courier New"/>
                <a:ea typeface="Courier New"/>
                <a:cs typeface="Courier New"/>
              </a:defRPr>
            </a:lvl7pPr>
            <a:lvl8pPr algn="l">
              <a:defRPr sz="900" b="0">
                <a:solidFill>
                  <a:srgbClr val="EF8B39"/>
                </a:solidFill>
                <a:latin typeface="Courier New"/>
                <a:ea typeface="Courier New"/>
                <a:cs typeface="Courier New"/>
              </a:defRPr>
            </a:lvl8pPr>
            <a:lvl9pPr algn="l">
              <a:defRPr sz="900" b="0">
                <a:solidFill>
                  <a:srgbClr val="EF8B39"/>
                </a:solidFill>
                <a:latin typeface="Courier New"/>
                <a:ea typeface="Courier New"/>
                <a:cs typeface="Courier New"/>
              </a:defRPr>
            </a:lvl9pPr>
          </a:lstStyle>
          <a:p xmlns:a="http://schemas.openxmlformats.org/drawingml/2006/main">
            <a:pPr algn="l">
              <a:defRPr sz="900" b="0">
                <a:solidFill>
                  <a:srgbClr val="EF8B39"/>
                </a:solidFill>
                <a:latin typeface="Courier New"/>
                <a:ea typeface="Courier New"/>
                <a:cs typeface="Courier New"/>
              </a:defRPr>
            </a:pPr>
            <a:r>
              <a:rPr sz="900" b="0">
                <a:solidFill>
                  <a:srgbClr val="EF8B39"/>
                </a:solidFill>
                <a:latin typeface="Courier New"/>
                <a:ea typeface="Courier New"/>
                <a:cs typeface="Courier New"/>
              </a:rPr>
              <a:t>02</a:t>
            </a:r>
          </a:p>
        </p:txBody>
      </p:sp>
      <p:sp>
        <p:nvSpPr>
          <p:cNvPr id="109" name="">
            <a:extLst xmlns:a="http://schemas.openxmlformats.org/drawingml/2006/main">
              <a:ext uri="{FF2B5EF4-FFF2-40B4-BE49-F238E27FC236}">
                <a16:creationId xmlns:a16="http://schemas.microsoft.com/office/drawing/2014/main" id="{F77123F5-861F-4647-90CD-B54B41CAEA19}"/>
              </a:ext>
            </a:extLst>
          </p:cNvPr>
          <p:cNvSpPr>
            <a:spLocks xmlns:a="http://schemas.openxmlformats.org/drawingml/2006/main" noGrp="1"/>
          </p:cNvSpPr>
          <p:nvPr/>
        </p:nvSpPr>
        <p:spPr>
          <a:xfrm xmlns:a="http://schemas.openxmlformats.org/drawingml/2006/main">
            <a:off x="1352550" y="2943225"/>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Your README has the start prompt and the agent names what it actually read</a:t>
            </a:r>
          </a:p>
        </p:txBody>
      </p:sp>
      <p:sp>
        <p:nvSpPr>
          <p:cNvPr id="110" name="">
            <a:extLst xmlns:a="http://schemas.openxmlformats.org/drawingml/2006/main">
              <a:ext uri="{FF2B5EF4-FFF2-40B4-BE49-F238E27FC236}">
                <a16:creationId xmlns:a16="http://schemas.microsoft.com/office/drawing/2014/main" id="{83527A3D-DBB8-4BB3-B9B3-25929D05266F}"/>
              </a:ext>
            </a:extLst>
          </p:cNvPr>
          <p:cNvSpPr>
            <a:spLocks xmlns:a="http://schemas.openxmlformats.org/drawingml/2006/main" noGrp="1"/>
          </p:cNvSpPr>
          <p:nvPr/>
        </p:nvSpPr>
        <p:spPr>
          <a:xfrm xmlns:a="http://schemas.openxmlformats.org/drawingml/2006/main">
            <a:off x="742950" y="35623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EF8B39"/>
                </a:solidFill>
                <a:latin typeface="Courier New"/>
                <a:ea typeface="Courier New"/>
                <a:cs typeface="Courier New"/>
              </a:defRPr>
            </a:defPPr>
            <a:lvl1pPr algn="l">
              <a:defRPr sz="900" b="0">
                <a:solidFill>
                  <a:srgbClr val="EF8B39"/>
                </a:solidFill>
                <a:latin typeface="Courier New"/>
                <a:ea typeface="Courier New"/>
                <a:cs typeface="Courier New"/>
              </a:defRPr>
            </a:lvl1pPr>
            <a:lvl2pPr algn="l">
              <a:defRPr sz="900" b="0">
                <a:solidFill>
                  <a:srgbClr val="EF8B39"/>
                </a:solidFill>
                <a:latin typeface="Courier New"/>
                <a:ea typeface="Courier New"/>
                <a:cs typeface="Courier New"/>
              </a:defRPr>
            </a:lvl2pPr>
            <a:lvl3pPr algn="l">
              <a:defRPr sz="900" b="0">
                <a:solidFill>
                  <a:srgbClr val="EF8B39"/>
                </a:solidFill>
                <a:latin typeface="Courier New"/>
                <a:ea typeface="Courier New"/>
                <a:cs typeface="Courier New"/>
              </a:defRPr>
            </a:lvl3pPr>
            <a:lvl4pPr algn="l">
              <a:defRPr sz="900" b="0">
                <a:solidFill>
                  <a:srgbClr val="EF8B39"/>
                </a:solidFill>
                <a:latin typeface="Courier New"/>
                <a:ea typeface="Courier New"/>
                <a:cs typeface="Courier New"/>
              </a:defRPr>
            </a:lvl4pPr>
            <a:lvl5pPr algn="l">
              <a:defRPr sz="900" b="0">
                <a:solidFill>
                  <a:srgbClr val="EF8B39"/>
                </a:solidFill>
                <a:latin typeface="Courier New"/>
                <a:ea typeface="Courier New"/>
                <a:cs typeface="Courier New"/>
              </a:defRPr>
            </a:lvl5pPr>
            <a:lvl6pPr algn="l">
              <a:defRPr sz="900" b="0">
                <a:solidFill>
                  <a:srgbClr val="EF8B39"/>
                </a:solidFill>
                <a:latin typeface="Courier New"/>
                <a:ea typeface="Courier New"/>
                <a:cs typeface="Courier New"/>
              </a:defRPr>
            </a:lvl6pPr>
            <a:lvl7pPr algn="l">
              <a:defRPr sz="900" b="0">
                <a:solidFill>
                  <a:srgbClr val="EF8B39"/>
                </a:solidFill>
                <a:latin typeface="Courier New"/>
                <a:ea typeface="Courier New"/>
                <a:cs typeface="Courier New"/>
              </a:defRPr>
            </a:lvl7pPr>
            <a:lvl8pPr algn="l">
              <a:defRPr sz="900" b="0">
                <a:solidFill>
                  <a:srgbClr val="EF8B39"/>
                </a:solidFill>
                <a:latin typeface="Courier New"/>
                <a:ea typeface="Courier New"/>
                <a:cs typeface="Courier New"/>
              </a:defRPr>
            </a:lvl8pPr>
            <a:lvl9pPr algn="l">
              <a:defRPr sz="900" b="0">
                <a:solidFill>
                  <a:srgbClr val="EF8B39"/>
                </a:solidFill>
                <a:latin typeface="Courier New"/>
                <a:ea typeface="Courier New"/>
                <a:cs typeface="Courier New"/>
              </a:defRPr>
            </a:lvl9pPr>
          </a:lstStyle>
          <a:p xmlns:a="http://schemas.openxmlformats.org/drawingml/2006/main">
            <a:pPr algn="l">
              <a:defRPr sz="900" b="0">
                <a:solidFill>
                  <a:srgbClr val="EF8B39"/>
                </a:solidFill>
                <a:latin typeface="Courier New"/>
                <a:ea typeface="Courier New"/>
                <a:cs typeface="Courier New"/>
              </a:defRPr>
            </a:pPr>
            <a:r>
              <a:rPr sz="900" b="0">
                <a:solidFill>
                  <a:srgbClr val="EF8B39"/>
                </a:solidFill>
                <a:latin typeface="Courier New"/>
                <a:ea typeface="Courier New"/>
                <a:cs typeface="Courier New"/>
              </a:rPr>
              <a:t>03</a:t>
            </a:r>
          </a:p>
        </p:txBody>
      </p:sp>
      <p:sp>
        <p:nvSpPr>
          <p:cNvPr id="111" name="">
            <a:extLst xmlns:a="http://schemas.openxmlformats.org/drawingml/2006/main">
              <a:ext uri="{FF2B5EF4-FFF2-40B4-BE49-F238E27FC236}">
                <a16:creationId xmlns:a16="http://schemas.microsoft.com/office/drawing/2014/main" id="{0E196DD8-BB11-45E9-BF8C-58FF65170CDA}"/>
              </a:ext>
            </a:extLst>
          </p:cNvPr>
          <p:cNvSpPr>
            <a:spLocks xmlns:a="http://schemas.openxmlformats.org/drawingml/2006/main" noGrp="1"/>
          </p:cNvSpPr>
          <p:nvPr/>
        </p:nvSpPr>
        <p:spPr>
          <a:xfrm xmlns:a="http://schemas.openxmlformats.org/drawingml/2006/main">
            <a:off x="1352550" y="3533775"/>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Your Vercel dashboard opens and my-first-site appears in the import list</a:t>
            </a:r>
          </a:p>
        </p:txBody>
      </p:sp>
      <p:sp>
        <p:nvSpPr>
          <p:cNvPr id="112" name="">
            <a:extLst xmlns:a="http://schemas.openxmlformats.org/drawingml/2006/main">
              <a:ext uri="{FF2B5EF4-FFF2-40B4-BE49-F238E27FC236}">
                <a16:creationId xmlns:a16="http://schemas.microsoft.com/office/drawing/2014/main" id="{09EADE9C-36AB-4C60-A0A8-FF25D542FCB2}"/>
              </a:ext>
            </a:extLst>
          </p:cNvPr>
          <p:cNvSpPr>
            <a:spLocks xmlns:a="http://schemas.openxmlformats.org/drawingml/2006/main" noGrp="1"/>
          </p:cNvSpPr>
          <p:nvPr/>
        </p:nvSpPr>
        <p:spPr>
          <a:xfrm xmlns:a="http://schemas.openxmlformats.org/drawingml/2006/main">
            <a:off x="742950" y="41529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EF8B39"/>
                </a:solidFill>
                <a:latin typeface="Courier New"/>
                <a:ea typeface="Courier New"/>
                <a:cs typeface="Courier New"/>
              </a:defRPr>
            </a:defPPr>
            <a:lvl1pPr algn="l">
              <a:defRPr sz="900" b="0">
                <a:solidFill>
                  <a:srgbClr val="EF8B39"/>
                </a:solidFill>
                <a:latin typeface="Courier New"/>
                <a:ea typeface="Courier New"/>
                <a:cs typeface="Courier New"/>
              </a:defRPr>
            </a:lvl1pPr>
            <a:lvl2pPr algn="l">
              <a:defRPr sz="900" b="0">
                <a:solidFill>
                  <a:srgbClr val="EF8B39"/>
                </a:solidFill>
                <a:latin typeface="Courier New"/>
                <a:ea typeface="Courier New"/>
                <a:cs typeface="Courier New"/>
              </a:defRPr>
            </a:lvl2pPr>
            <a:lvl3pPr algn="l">
              <a:defRPr sz="900" b="0">
                <a:solidFill>
                  <a:srgbClr val="EF8B39"/>
                </a:solidFill>
                <a:latin typeface="Courier New"/>
                <a:ea typeface="Courier New"/>
                <a:cs typeface="Courier New"/>
              </a:defRPr>
            </a:lvl3pPr>
            <a:lvl4pPr algn="l">
              <a:defRPr sz="900" b="0">
                <a:solidFill>
                  <a:srgbClr val="EF8B39"/>
                </a:solidFill>
                <a:latin typeface="Courier New"/>
                <a:ea typeface="Courier New"/>
                <a:cs typeface="Courier New"/>
              </a:defRPr>
            </a:lvl4pPr>
            <a:lvl5pPr algn="l">
              <a:defRPr sz="900" b="0">
                <a:solidFill>
                  <a:srgbClr val="EF8B39"/>
                </a:solidFill>
                <a:latin typeface="Courier New"/>
                <a:ea typeface="Courier New"/>
                <a:cs typeface="Courier New"/>
              </a:defRPr>
            </a:lvl5pPr>
            <a:lvl6pPr algn="l">
              <a:defRPr sz="900" b="0">
                <a:solidFill>
                  <a:srgbClr val="EF8B39"/>
                </a:solidFill>
                <a:latin typeface="Courier New"/>
                <a:ea typeface="Courier New"/>
                <a:cs typeface="Courier New"/>
              </a:defRPr>
            </a:lvl6pPr>
            <a:lvl7pPr algn="l">
              <a:defRPr sz="900" b="0">
                <a:solidFill>
                  <a:srgbClr val="EF8B39"/>
                </a:solidFill>
                <a:latin typeface="Courier New"/>
                <a:ea typeface="Courier New"/>
                <a:cs typeface="Courier New"/>
              </a:defRPr>
            </a:lvl7pPr>
            <a:lvl8pPr algn="l">
              <a:defRPr sz="900" b="0">
                <a:solidFill>
                  <a:srgbClr val="EF8B39"/>
                </a:solidFill>
                <a:latin typeface="Courier New"/>
                <a:ea typeface="Courier New"/>
                <a:cs typeface="Courier New"/>
              </a:defRPr>
            </a:lvl8pPr>
            <a:lvl9pPr algn="l">
              <a:defRPr sz="900" b="0">
                <a:solidFill>
                  <a:srgbClr val="EF8B39"/>
                </a:solidFill>
                <a:latin typeface="Courier New"/>
                <a:ea typeface="Courier New"/>
                <a:cs typeface="Courier New"/>
              </a:defRPr>
            </a:lvl9pPr>
          </a:lstStyle>
          <a:p xmlns:a="http://schemas.openxmlformats.org/drawingml/2006/main">
            <a:pPr algn="l">
              <a:defRPr sz="900" b="0">
                <a:solidFill>
                  <a:srgbClr val="EF8B39"/>
                </a:solidFill>
                <a:latin typeface="Courier New"/>
                <a:ea typeface="Courier New"/>
                <a:cs typeface="Courier New"/>
              </a:defRPr>
            </a:pPr>
            <a:r>
              <a:rPr sz="900" b="0">
                <a:solidFill>
                  <a:srgbClr val="EF8B39"/>
                </a:solidFill>
                <a:latin typeface="Courier New"/>
                <a:ea typeface="Courier New"/>
                <a:cs typeface="Courier New"/>
              </a:rPr>
              <a:t>04</a:t>
            </a:r>
          </a:p>
        </p:txBody>
      </p:sp>
      <p:sp>
        <p:nvSpPr>
          <p:cNvPr id="113" name="">
            <a:extLst xmlns:a="http://schemas.openxmlformats.org/drawingml/2006/main">
              <a:ext uri="{FF2B5EF4-FFF2-40B4-BE49-F238E27FC236}">
                <a16:creationId xmlns:a16="http://schemas.microsoft.com/office/drawing/2014/main" id="{6827DFE5-47A0-472A-8F2B-E2C8586B5A87}"/>
              </a:ext>
            </a:extLst>
          </p:cNvPr>
          <p:cNvSpPr>
            <a:spLocks xmlns:a="http://schemas.openxmlformats.org/drawingml/2006/main" noGrp="1"/>
          </p:cNvSpPr>
          <p:nvPr/>
        </p:nvSpPr>
        <p:spPr>
          <a:xfrm xmlns:a="http://schemas.openxmlformats.org/drawingml/2006/main">
            <a:off x="1352550" y="4124325"/>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You know the game will use my-first-game and a second Vercel project</a:t>
            </a:r>
          </a:p>
        </p:txBody>
      </p:sp>
      <p:sp>
        <p:nvSpPr>
          <p:cNvPr id="114" name="">
            <a:extLst xmlns:a="http://schemas.openxmlformats.org/drawingml/2006/main">
              <a:ext uri="{FF2B5EF4-FFF2-40B4-BE49-F238E27FC236}">
                <a16:creationId xmlns:a16="http://schemas.microsoft.com/office/drawing/2014/main" id="{992BC318-0B38-4C70-A0E8-15CD8634F36D}"/>
              </a:ext>
            </a:extLst>
          </p:cNvPr>
          <p:cNvSpPr>
            <a:spLocks xmlns:a="http://schemas.openxmlformats.org/drawingml/2006/main" noGrp="1"/>
          </p:cNvSpPr>
          <p:nvPr/>
        </p:nvSpPr>
        <p:spPr>
          <a:xfrm xmlns:a="http://schemas.openxmlformats.org/drawingml/2006/main">
            <a:off x="647700" y="497205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115" name="">
            <a:extLst xmlns:a="http://schemas.openxmlformats.org/drawingml/2006/main">
              <a:ext uri="{FF2B5EF4-FFF2-40B4-BE49-F238E27FC236}">
                <a16:creationId xmlns:a16="http://schemas.microsoft.com/office/drawing/2014/main" id="{ADCFCC18-9BD9-40CE-B71A-312D59AE9BBD}"/>
              </a:ext>
            </a:extLst>
          </p:cNvPr>
          <p:cNvSpPr>
            <a:spLocks xmlns:a="http://schemas.openxmlformats.org/drawingml/2006/main" noGrp="1"/>
          </p:cNvSpPr>
          <p:nvPr/>
        </p:nvSpPr>
        <p:spPr>
          <a:xfrm xmlns:a="http://schemas.openxmlformats.org/drawingml/2006/main">
            <a:off x="742950" y="52197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1">
                <a:solidFill>
                  <a:srgbClr val="B93800"/>
                </a:solidFill>
                <a:latin typeface="Montserrat"/>
                <a:ea typeface="Montserrat"/>
                <a:cs typeface="Montserrat"/>
              </a:defRPr>
            </a:defPPr>
            <a:lvl1pPr algn="l">
              <a:defRPr sz="1200" b="1">
                <a:solidFill>
                  <a:srgbClr val="B93800"/>
                </a:solidFill>
                <a:latin typeface="Montserrat"/>
                <a:ea typeface="Montserrat"/>
                <a:cs typeface="Montserrat"/>
              </a:defRPr>
            </a:lvl1pPr>
            <a:lvl2pPr algn="l">
              <a:defRPr sz="1200" b="1">
                <a:solidFill>
                  <a:srgbClr val="B93800"/>
                </a:solidFill>
                <a:latin typeface="Montserrat"/>
                <a:ea typeface="Montserrat"/>
                <a:cs typeface="Montserrat"/>
              </a:defRPr>
            </a:lvl2pPr>
            <a:lvl3pPr algn="l">
              <a:defRPr sz="1200" b="1">
                <a:solidFill>
                  <a:srgbClr val="B93800"/>
                </a:solidFill>
                <a:latin typeface="Montserrat"/>
                <a:ea typeface="Montserrat"/>
                <a:cs typeface="Montserrat"/>
              </a:defRPr>
            </a:lvl3pPr>
            <a:lvl4pPr algn="l">
              <a:defRPr sz="1200" b="1">
                <a:solidFill>
                  <a:srgbClr val="B93800"/>
                </a:solidFill>
                <a:latin typeface="Montserrat"/>
                <a:ea typeface="Montserrat"/>
                <a:cs typeface="Montserrat"/>
              </a:defRPr>
            </a:lvl4pPr>
            <a:lvl5pPr algn="l">
              <a:defRPr sz="1200" b="1">
                <a:solidFill>
                  <a:srgbClr val="B93800"/>
                </a:solidFill>
                <a:latin typeface="Montserrat"/>
                <a:ea typeface="Montserrat"/>
                <a:cs typeface="Montserrat"/>
              </a:defRPr>
            </a:lvl5pPr>
            <a:lvl6pPr algn="l">
              <a:defRPr sz="1200" b="1">
                <a:solidFill>
                  <a:srgbClr val="B93800"/>
                </a:solidFill>
                <a:latin typeface="Montserrat"/>
                <a:ea typeface="Montserrat"/>
                <a:cs typeface="Montserrat"/>
              </a:defRPr>
            </a:lvl6pPr>
            <a:lvl7pPr algn="l">
              <a:defRPr sz="1200" b="1">
                <a:solidFill>
                  <a:srgbClr val="B93800"/>
                </a:solidFill>
                <a:latin typeface="Montserrat"/>
                <a:ea typeface="Montserrat"/>
                <a:cs typeface="Montserrat"/>
              </a:defRPr>
            </a:lvl7pPr>
            <a:lvl8pPr algn="l">
              <a:defRPr sz="1200" b="1">
                <a:solidFill>
                  <a:srgbClr val="B93800"/>
                </a:solidFill>
                <a:latin typeface="Montserrat"/>
                <a:ea typeface="Montserrat"/>
                <a:cs typeface="Montserrat"/>
              </a:defRPr>
            </a:lvl8pPr>
            <a:lvl9pPr algn="l">
              <a:defRPr sz="1200" b="1">
                <a:solidFill>
                  <a:srgbClr val="B93800"/>
                </a:solidFill>
                <a:latin typeface="Montserrat"/>
                <a:ea typeface="Montserrat"/>
                <a:cs typeface="Montserrat"/>
              </a:defRPr>
            </a:lvl9pPr>
          </a:lstStyle>
          <a:p xmlns:a="http://schemas.openxmlformats.org/drawingml/2006/main">
            <a:pPr algn="l">
              <a:defRPr sz="1200" b="1">
                <a:solidFill>
                  <a:srgbClr val="B93800"/>
                </a:solidFill>
                <a:latin typeface="Montserrat"/>
                <a:ea typeface="Montserrat"/>
                <a:cs typeface="Montserrat"/>
              </a:defRPr>
            </a:pPr>
            <a:r>
              <a:rPr sz="1200" b="1">
                <a:solidFill>
                  <a:srgbClr val="B93800"/>
                </a:solidFill>
                <a:latin typeface="Montserrat"/>
                <a:ea typeface="Montserrat"/>
                <a:cs typeface="Montserrat"/>
              </a:rPr>
              <a:t>Blocked? Keep the exact screen or error. Use the course pack, a partner, or an instructor checkpoint.</a:t>
            </a:r>
          </a:p>
        </p:txBody>
      </p:sp>
      <p:sp>
        <p:nvSpPr>
          <p:cNvPr id="116" name="">
            <a:extLst xmlns:a="http://schemas.openxmlformats.org/drawingml/2006/main">
              <a:ext uri="{FF2B5EF4-FFF2-40B4-BE49-F238E27FC236}">
                <a16:creationId xmlns:a16="http://schemas.microsoft.com/office/drawing/2014/main" id="{68DE97D2-E115-4026-8A9F-019DA9BD3940}"/>
              </a:ext>
            </a:extLst>
          </p:cNvPr>
          <p:cNvSpPr>
            <a:spLocks xmlns:a="http://schemas.openxmlformats.org/drawingml/2006/main" noGrp="1"/>
          </p:cNvSpPr>
          <p:nvPr/>
        </p:nvSpPr>
        <p:spPr>
          <a:xfrm xmlns:a="http://schemas.openxmlformats.org/drawingml/2006/main">
            <a:off x="3667125" y="6381750"/>
            <a:ext cx="4857750" cy="0"/>
          </a:xfrm>
          <a:prstGeom xmlns:a="http://schemas.openxmlformats.org/drawingml/2006/main" prst="line">
            <a:avLst/>
          </a:prstGeom>
          <a:noFill xmlns:a="http://schemas.openxmlformats.org/drawingml/2006/main"/>
          <a:ln xmlns:a="http://schemas.openxmlformats.org/drawingml/2006/main" w="5715">
            <a:solidFill>
              <a:srgbClr val="D8E2EF"/>
            </a:solidFill>
            <a:prstDash val="solid"/>
          </a:ln>
        </p:spPr>
      </p:sp>
      <p:sp>
        <p:nvSpPr>
          <p:cNvPr id="117" name="">
            <a:extLst xmlns:a="http://schemas.openxmlformats.org/drawingml/2006/main">
              <a:ext uri="{FF2B5EF4-FFF2-40B4-BE49-F238E27FC236}">
                <a16:creationId xmlns:a16="http://schemas.microsoft.com/office/drawing/2014/main" id="{FB0DC11D-924A-4B83-8F07-3F855D0E0E9D}"/>
              </a:ext>
            </a:extLst>
          </p:cNvPr>
          <p:cNvSpPr>
            <a:spLocks xmlns:a="http://schemas.openxmlformats.org/drawingml/2006/main" noGrp="1"/>
          </p:cNvSpPr>
          <p:nvPr/>
        </p:nvSpPr>
        <p:spPr>
          <a:xfrm xmlns:a="http://schemas.openxmlformats.org/drawingml/2006/main">
            <a:off x="36337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18" name="">
            <a:extLst xmlns:a="http://schemas.openxmlformats.org/drawingml/2006/main">
              <a:ext uri="{FF2B5EF4-FFF2-40B4-BE49-F238E27FC236}">
                <a16:creationId xmlns:a16="http://schemas.microsoft.com/office/drawing/2014/main" id="{D0D70387-E9A6-42F0-A91B-CC855E22659E}"/>
              </a:ext>
            </a:extLst>
          </p:cNvPr>
          <p:cNvSpPr>
            <a:spLocks xmlns:a="http://schemas.openxmlformats.org/drawingml/2006/main" noGrp="1"/>
          </p:cNvSpPr>
          <p:nvPr/>
        </p:nvSpPr>
        <p:spPr>
          <a:xfrm xmlns:a="http://schemas.openxmlformats.org/drawingml/2006/main">
            <a:off x="32670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PLAN</a:t>
            </a:r>
          </a:p>
        </p:txBody>
      </p:sp>
      <p:sp>
        <p:nvSpPr>
          <p:cNvPr id="119" name="">
            <a:extLst xmlns:a="http://schemas.openxmlformats.org/drawingml/2006/main">
              <a:ext uri="{FF2B5EF4-FFF2-40B4-BE49-F238E27FC236}">
                <a16:creationId xmlns:a16="http://schemas.microsoft.com/office/drawing/2014/main" id="{386B0528-A6C2-43BF-B30C-1E7F254D7BB9}"/>
              </a:ext>
            </a:extLst>
          </p:cNvPr>
          <p:cNvSpPr>
            <a:spLocks xmlns:a="http://schemas.openxmlformats.org/drawingml/2006/main" noGrp="1"/>
          </p:cNvSpPr>
          <p:nvPr/>
        </p:nvSpPr>
        <p:spPr>
          <a:xfrm xmlns:a="http://schemas.openxmlformats.org/drawingml/2006/main">
            <a:off x="46053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20" name="">
            <a:extLst xmlns:a="http://schemas.openxmlformats.org/drawingml/2006/main">
              <a:ext uri="{FF2B5EF4-FFF2-40B4-BE49-F238E27FC236}">
                <a16:creationId xmlns:a16="http://schemas.microsoft.com/office/drawing/2014/main" id="{9B682572-9055-4AC1-A604-417E62F23080}"/>
              </a:ext>
            </a:extLst>
          </p:cNvPr>
          <p:cNvSpPr>
            <a:spLocks xmlns:a="http://schemas.openxmlformats.org/drawingml/2006/main" noGrp="1"/>
          </p:cNvSpPr>
          <p:nvPr/>
        </p:nvSpPr>
        <p:spPr>
          <a:xfrm xmlns:a="http://schemas.openxmlformats.org/drawingml/2006/main">
            <a:off x="42386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DESIGN</a:t>
            </a:r>
          </a:p>
        </p:txBody>
      </p:sp>
      <p:sp>
        <p:nvSpPr>
          <p:cNvPr id="121" name="">
            <a:extLst xmlns:a="http://schemas.openxmlformats.org/drawingml/2006/main">
              <a:ext uri="{FF2B5EF4-FFF2-40B4-BE49-F238E27FC236}">
                <a16:creationId xmlns:a16="http://schemas.microsoft.com/office/drawing/2014/main" id="{C036E6AF-30E9-43AD-A4DC-74133E62435A}"/>
              </a:ext>
            </a:extLst>
          </p:cNvPr>
          <p:cNvSpPr>
            <a:spLocks xmlns:a="http://schemas.openxmlformats.org/drawingml/2006/main" noGrp="1"/>
          </p:cNvSpPr>
          <p:nvPr/>
        </p:nvSpPr>
        <p:spPr>
          <a:xfrm xmlns:a="http://schemas.openxmlformats.org/drawingml/2006/main">
            <a:off x="55768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22" name="">
            <a:extLst xmlns:a="http://schemas.openxmlformats.org/drawingml/2006/main">
              <a:ext uri="{FF2B5EF4-FFF2-40B4-BE49-F238E27FC236}">
                <a16:creationId xmlns:a16="http://schemas.microsoft.com/office/drawing/2014/main" id="{8787B6C8-56E1-43B6-A65A-F9B301A4D72A}"/>
              </a:ext>
            </a:extLst>
          </p:cNvPr>
          <p:cNvSpPr>
            <a:spLocks xmlns:a="http://schemas.openxmlformats.org/drawingml/2006/main" noGrp="1"/>
          </p:cNvSpPr>
          <p:nvPr/>
        </p:nvSpPr>
        <p:spPr>
          <a:xfrm xmlns:a="http://schemas.openxmlformats.org/drawingml/2006/main">
            <a:off x="52101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BUILD</a:t>
            </a:r>
          </a:p>
        </p:txBody>
      </p:sp>
      <p:sp>
        <p:nvSpPr>
          <p:cNvPr id="123" name="">
            <a:extLst xmlns:a="http://schemas.openxmlformats.org/drawingml/2006/main">
              <a:ext uri="{FF2B5EF4-FFF2-40B4-BE49-F238E27FC236}">
                <a16:creationId xmlns:a16="http://schemas.microsoft.com/office/drawing/2014/main" id="{545E878D-7133-4403-B4B5-73C962587011}"/>
              </a:ext>
            </a:extLst>
          </p:cNvPr>
          <p:cNvSpPr>
            <a:spLocks xmlns:a="http://schemas.openxmlformats.org/drawingml/2006/main" noGrp="1"/>
          </p:cNvSpPr>
          <p:nvPr/>
        </p:nvSpPr>
        <p:spPr>
          <a:xfrm xmlns:a="http://schemas.openxmlformats.org/drawingml/2006/main">
            <a:off x="65484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24" name="">
            <a:extLst xmlns:a="http://schemas.openxmlformats.org/drawingml/2006/main">
              <a:ext uri="{FF2B5EF4-FFF2-40B4-BE49-F238E27FC236}">
                <a16:creationId xmlns:a16="http://schemas.microsoft.com/office/drawing/2014/main" id="{3F29F4A1-40E5-4D25-B98C-B79808E22C33}"/>
              </a:ext>
            </a:extLst>
          </p:cNvPr>
          <p:cNvSpPr>
            <a:spLocks xmlns:a="http://schemas.openxmlformats.org/drawingml/2006/main" noGrp="1"/>
          </p:cNvSpPr>
          <p:nvPr/>
        </p:nvSpPr>
        <p:spPr>
          <a:xfrm xmlns:a="http://schemas.openxmlformats.org/drawingml/2006/main">
            <a:off x="61817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TEST</a:t>
            </a:r>
          </a:p>
        </p:txBody>
      </p:sp>
      <p:sp>
        <p:nvSpPr>
          <p:cNvPr id="125" name="">
            <a:extLst xmlns:a="http://schemas.openxmlformats.org/drawingml/2006/main">
              <a:ext uri="{FF2B5EF4-FFF2-40B4-BE49-F238E27FC236}">
                <a16:creationId xmlns:a16="http://schemas.microsoft.com/office/drawing/2014/main" id="{9C6DA77D-29B6-4EA7-BD8B-9EE1FCA6B4CE}"/>
              </a:ext>
            </a:extLst>
          </p:cNvPr>
          <p:cNvSpPr>
            <a:spLocks xmlns:a="http://schemas.openxmlformats.org/drawingml/2006/main" noGrp="1"/>
          </p:cNvSpPr>
          <p:nvPr/>
        </p:nvSpPr>
        <p:spPr>
          <a:xfrm xmlns:a="http://schemas.openxmlformats.org/drawingml/2006/main">
            <a:off x="75199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26" name="">
            <a:extLst xmlns:a="http://schemas.openxmlformats.org/drawingml/2006/main">
              <a:ext uri="{FF2B5EF4-FFF2-40B4-BE49-F238E27FC236}">
                <a16:creationId xmlns:a16="http://schemas.microsoft.com/office/drawing/2014/main" id="{36006958-1812-45BA-98B0-A09CA607D44E}"/>
              </a:ext>
            </a:extLst>
          </p:cNvPr>
          <p:cNvSpPr>
            <a:spLocks xmlns:a="http://schemas.openxmlformats.org/drawingml/2006/main" noGrp="1"/>
          </p:cNvSpPr>
          <p:nvPr/>
        </p:nvSpPr>
        <p:spPr>
          <a:xfrm xmlns:a="http://schemas.openxmlformats.org/drawingml/2006/main">
            <a:off x="71532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DEPLOY</a:t>
            </a:r>
          </a:p>
        </p:txBody>
      </p:sp>
      <p:sp>
        <p:nvSpPr>
          <p:cNvPr id="127" name="">
            <a:extLst xmlns:a="http://schemas.openxmlformats.org/drawingml/2006/main">
              <a:ext uri="{FF2B5EF4-FFF2-40B4-BE49-F238E27FC236}">
                <a16:creationId xmlns:a16="http://schemas.microsoft.com/office/drawing/2014/main" id="{8155E57A-CFF5-476C-B21D-A148BDAF3DB5}"/>
              </a:ext>
            </a:extLst>
          </p:cNvPr>
          <p:cNvSpPr>
            <a:spLocks xmlns:a="http://schemas.openxmlformats.org/drawingml/2006/main" noGrp="1"/>
          </p:cNvSpPr>
          <p:nvPr/>
        </p:nvSpPr>
        <p:spPr>
          <a:xfrm xmlns:a="http://schemas.openxmlformats.org/drawingml/2006/main">
            <a:off x="84915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28" name="">
            <a:extLst xmlns:a="http://schemas.openxmlformats.org/drawingml/2006/main">
              <a:ext uri="{FF2B5EF4-FFF2-40B4-BE49-F238E27FC236}">
                <a16:creationId xmlns:a16="http://schemas.microsoft.com/office/drawing/2014/main" id="{6695649B-2575-4560-AD09-E424A23416B0}"/>
              </a:ext>
            </a:extLst>
          </p:cNvPr>
          <p:cNvSpPr>
            <a:spLocks xmlns:a="http://schemas.openxmlformats.org/drawingml/2006/main" noGrp="1"/>
          </p:cNvSpPr>
          <p:nvPr/>
        </p:nvSpPr>
        <p:spPr>
          <a:xfrm xmlns:a="http://schemas.openxmlformats.org/drawingml/2006/main">
            <a:off x="81248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MAINTAIN</a:t>
            </a:r>
          </a:p>
        </p:txBody>
      </p:sp>
    </p:spTree>
    <p:extLst>
      <p:ext uri="{BB962C8B-B14F-4D97-AF65-F5344CB8AC3E}">
        <p14:creationId xmlns:p14="http://schemas.microsoft.com/office/powerpoint/2010/main" val="26472828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BCCA4560-240F-4D41-9336-C48371B2FB81}"/>
              </a:ext>
            </a:extLst>
          </p:cNvPr>
          <p:cNvPicPr>
            <a:picLocks xmlns:a="http://schemas.openxmlformats.org/drawingml/2006/main" noChangeAspect="1"/>
          </p:cNvPicPr>
          <p:nvPr/>
        </p:nvPicPr>
        <p:blipFill>
          <a:blip xmlns:r="http://schemas.openxmlformats.org/officeDocument/2006/relationships" xmlns:a="http://schemas.openxmlformats.org/drawingml/2006/main" r:embed="Rcb8194b5161b4e5e"/>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B253315A-C245-4DEF-9FD1-24EF2EEE049E}"/>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26 / 63</a:t>
            </a:r>
            <a:endParaRPr sz="900"/>
          </a:p>
        </p:txBody>
      </p:sp>
      <p:sp>
        <p:nvSpPr>
          <p:cNvPr id="29" name="">
            <a:extLst xmlns:a="http://schemas.openxmlformats.org/drawingml/2006/main">
              <a:ext uri="{FF2B5EF4-FFF2-40B4-BE49-F238E27FC236}">
                <a16:creationId xmlns:a16="http://schemas.microsoft.com/office/drawing/2014/main" id="{DFBCD93F-68C8-430D-B7A7-C0955FAB7561}"/>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EF8B39"/>
                </a:solidFill>
                <a:latin typeface="Montserrat"/>
                <a:ea typeface="Montserrat"/>
                <a:cs typeface="Montserrat"/>
              </a:defRPr>
            </a:defPPr>
            <a:lvl1pPr algn="l">
              <a:defRPr sz="1050" b="1">
                <a:solidFill>
                  <a:srgbClr val="EF8B39"/>
                </a:solidFill>
                <a:latin typeface="Montserrat"/>
                <a:ea typeface="Montserrat"/>
                <a:cs typeface="Montserrat"/>
              </a:defRPr>
            </a:lvl1pPr>
            <a:lvl2pPr algn="l">
              <a:defRPr sz="1050" b="1">
                <a:solidFill>
                  <a:srgbClr val="EF8B39"/>
                </a:solidFill>
                <a:latin typeface="Montserrat"/>
                <a:ea typeface="Montserrat"/>
                <a:cs typeface="Montserrat"/>
              </a:defRPr>
            </a:lvl2pPr>
            <a:lvl3pPr algn="l">
              <a:defRPr sz="1050" b="1">
                <a:solidFill>
                  <a:srgbClr val="EF8B39"/>
                </a:solidFill>
                <a:latin typeface="Montserrat"/>
                <a:ea typeface="Montserrat"/>
                <a:cs typeface="Montserrat"/>
              </a:defRPr>
            </a:lvl3pPr>
            <a:lvl4pPr algn="l">
              <a:defRPr sz="1050" b="1">
                <a:solidFill>
                  <a:srgbClr val="EF8B39"/>
                </a:solidFill>
                <a:latin typeface="Montserrat"/>
                <a:ea typeface="Montserrat"/>
                <a:cs typeface="Montserrat"/>
              </a:defRPr>
            </a:lvl4pPr>
            <a:lvl5pPr algn="l">
              <a:defRPr sz="1050" b="1">
                <a:solidFill>
                  <a:srgbClr val="EF8B39"/>
                </a:solidFill>
                <a:latin typeface="Montserrat"/>
                <a:ea typeface="Montserrat"/>
                <a:cs typeface="Montserrat"/>
              </a:defRPr>
            </a:lvl5pPr>
            <a:lvl6pPr algn="l">
              <a:defRPr sz="1050" b="1">
                <a:solidFill>
                  <a:srgbClr val="EF8B39"/>
                </a:solidFill>
                <a:latin typeface="Montserrat"/>
                <a:ea typeface="Montserrat"/>
                <a:cs typeface="Montserrat"/>
              </a:defRPr>
            </a:lvl6pPr>
            <a:lvl7pPr algn="l">
              <a:defRPr sz="1050" b="1">
                <a:solidFill>
                  <a:srgbClr val="EF8B39"/>
                </a:solidFill>
                <a:latin typeface="Montserrat"/>
                <a:ea typeface="Montserrat"/>
                <a:cs typeface="Montserrat"/>
              </a:defRPr>
            </a:lvl7pPr>
            <a:lvl8pPr algn="l">
              <a:defRPr sz="1050" b="1">
                <a:solidFill>
                  <a:srgbClr val="EF8B39"/>
                </a:solidFill>
                <a:latin typeface="Montserrat"/>
                <a:ea typeface="Montserrat"/>
                <a:cs typeface="Montserrat"/>
              </a:defRPr>
            </a:lvl8pPr>
            <a:lvl9pPr algn="l">
              <a:defRPr sz="1050" b="1">
                <a:solidFill>
                  <a:srgbClr val="EF8B39"/>
                </a:solidFill>
                <a:latin typeface="Montserrat"/>
                <a:ea typeface="Montserrat"/>
                <a:cs typeface="Montserrat"/>
              </a:defRPr>
            </a:lvl9pPr>
          </a:lstStyle>
          <a:p xmlns:a="http://schemas.openxmlformats.org/drawingml/2006/main">
            <a:pPr algn="l">
              <a:defRPr sz="1050" b="1">
                <a:solidFill>
                  <a:srgbClr val="EF8B39"/>
                </a:solidFill>
                <a:latin typeface="Montserrat"/>
                <a:ea typeface="Montserrat"/>
                <a:cs typeface="Montserrat"/>
              </a:defRPr>
            </a:pPr>
            <a:r>
              <a:rPr sz="1050" b="1">
                <a:solidFill>
                  <a:srgbClr val="EF8B39"/>
                </a:solidFill>
                <a:latin typeface="Montserrat"/>
                <a:ea typeface="Montserrat"/>
                <a:cs typeface="Montserrat"/>
              </a:rPr>
              <a:t>// EXERCISE 1 · WEBSITE</a:t>
            </a:r>
          </a:p>
        </p:txBody>
      </p:sp>
      <p:sp>
        <p:nvSpPr>
          <p:cNvPr id="30" name="">
            <a:extLst xmlns:a="http://schemas.openxmlformats.org/drawingml/2006/main">
              <a:ext uri="{FF2B5EF4-FFF2-40B4-BE49-F238E27FC236}">
                <a16:creationId xmlns:a16="http://schemas.microsoft.com/office/drawing/2014/main" id="{2365EBF1-131F-42AC-9CA1-A9E048877995}"/>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B93800"/>
                </a:solidFill>
                <a:latin typeface="Montserrat"/>
                <a:ea typeface="Montserrat"/>
                <a:cs typeface="Montserrat"/>
              </a:defRPr>
            </a:defPPr>
            <a:lvl1pPr algn="r">
              <a:defRPr sz="900" b="0">
                <a:solidFill>
                  <a:srgbClr val="B93800"/>
                </a:solidFill>
                <a:latin typeface="Montserrat"/>
                <a:ea typeface="Montserrat"/>
                <a:cs typeface="Montserrat"/>
              </a:defRPr>
            </a:lvl1pPr>
            <a:lvl2pPr algn="r">
              <a:defRPr sz="900" b="0">
                <a:solidFill>
                  <a:srgbClr val="B93800"/>
                </a:solidFill>
                <a:latin typeface="Montserrat"/>
                <a:ea typeface="Montserrat"/>
                <a:cs typeface="Montserrat"/>
              </a:defRPr>
            </a:lvl2pPr>
            <a:lvl3pPr algn="r">
              <a:defRPr sz="900" b="0">
                <a:solidFill>
                  <a:srgbClr val="B93800"/>
                </a:solidFill>
                <a:latin typeface="Montserrat"/>
                <a:ea typeface="Montserrat"/>
                <a:cs typeface="Montserrat"/>
              </a:defRPr>
            </a:lvl3pPr>
            <a:lvl4pPr algn="r">
              <a:defRPr sz="900" b="0">
                <a:solidFill>
                  <a:srgbClr val="B93800"/>
                </a:solidFill>
                <a:latin typeface="Montserrat"/>
                <a:ea typeface="Montserrat"/>
                <a:cs typeface="Montserrat"/>
              </a:defRPr>
            </a:lvl4pPr>
            <a:lvl5pPr algn="r">
              <a:defRPr sz="900" b="0">
                <a:solidFill>
                  <a:srgbClr val="B93800"/>
                </a:solidFill>
                <a:latin typeface="Montserrat"/>
                <a:ea typeface="Montserrat"/>
                <a:cs typeface="Montserrat"/>
              </a:defRPr>
            </a:lvl5pPr>
            <a:lvl6pPr algn="r">
              <a:defRPr sz="900" b="0">
                <a:solidFill>
                  <a:srgbClr val="B93800"/>
                </a:solidFill>
                <a:latin typeface="Montserrat"/>
                <a:ea typeface="Montserrat"/>
                <a:cs typeface="Montserrat"/>
              </a:defRPr>
            </a:lvl6pPr>
            <a:lvl7pPr algn="r">
              <a:defRPr sz="900" b="0">
                <a:solidFill>
                  <a:srgbClr val="B93800"/>
                </a:solidFill>
                <a:latin typeface="Montserrat"/>
                <a:ea typeface="Montserrat"/>
                <a:cs typeface="Montserrat"/>
              </a:defRPr>
            </a:lvl7pPr>
            <a:lvl8pPr algn="r">
              <a:defRPr sz="900" b="0">
                <a:solidFill>
                  <a:srgbClr val="B93800"/>
                </a:solidFill>
                <a:latin typeface="Montserrat"/>
                <a:ea typeface="Montserrat"/>
                <a:cs typeface="Montserrat"/>
              </a:defRPr>
            </a:lvl8pPr>
            <a:lvl9pPr algn="r">
              <a:defRPr sz="900" b="0">
                <a:solidFill>
                  <a:srgbClr val="B93800"/>
                </a:solidFill>
                <a:latin typeface="Montserrat"/>
                <a:ea typeface="Montserrat"/>
                <a:cs typeface="Montserrat"/>
              </a:defRPr>
            </a:lvl9pPr>
          </a:lstStyle>
          <a:p xmlns:a="http://schemas.openxmlformats.org/drawingml/2006/main">
            <a:pPr algn="r">
              <a:defRPr sz="900" b="0">
                <a:solidFill>
                  <a:srgbClr val="B93800"/>
                </a:solidFill>
                <a:latin typeface="Montserrat"/>
                <a:ea typeface="Montserrat"/>
                <a:cs typeface="Montserrat"/>
              </a:defRPr>
            </a:pPr>
            <a:r>
              <a:rPr sz="900" b="0">
                <a:solidFill>
                  <a:srgbClr val="B93800"/>
                </a:solidFill>
                <a:latin typeface="Montserrat"/>
                <a:ea typeface="Montserrat"/>
                <a:cs typeface="Montserrat"/>
              </a:rPr>
              <a:t>1:40–2:30</a:t>
            </a:r>
          </a:p>
        </p:txBody>
      </p:sp>
      <p:sp>
        <p:nvSpPr>
          <p:cNvPr id="31" name="">
            <a:extLst xmlns:a="http://schemas.openxmlformats.org/drawingml/2006/main">
              <a:ext uri="{FF2B5EF4-FFF2-40B4-BE49-F238E27FC236}">
                <a16:creationId xmlns:a16="http://schemas.microsoft.com/office/drawing/2014/main" id="{FCDC0FD3-3022-4B90-8FDE-3117963F6D64}"/>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What you will learn</a:t>
            </a:r>
          </a:p>
        </p:txBody>
      </p:sp>
      <p:sp>
        <p:nvSpPr>
          <p:cNvPr id="32" name="">
            <a:extLst xmlns:a="http://schemas.openxmlformats.org/drawingml/2006/main">
              <a:ext uri="{FF2B5EF4-FFF2-40B4-BE49-F238E27FC236}">
                <a16:creationId xmlns:a16="http://schemas.microsoft.com/office/drawing/2014/main" id="{4AF14D9A-C359-4E14-A5CF-F44494A73F7F}"/>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ONE WORKING PAGE · ONE LIVE URL</a:t>
            </a:r>
          </a:p>
        </p:txBody>
      </p:sp>
      <p:sp>
        <p:nvSpPr>
          <p:cNvPr id="33" name="">
            <a:extLst xmlns:a="http://schemas.openxmlformats.org/drawingml/2006/main">
              <a:ext uri="{FF2B5EF4-FFF2-40B4-BE49-F238E27FC236}">
                <a16:creationId xmlns:a16="http://schemas.microsoft.com/office/drawing/2014/main" id="{FCB8C9C6-A7F0-4143-AA19-EA6EE0289CC3}"/>
              </a:ext>
            </a:extLst>
          </p:cNvPr>
          <p:cNvSpPr>
            <a:spLocks xmlns:a="http://schemas.openxmlformats.org/drawingml/2006/main" noGrp="1"/>
          </p:cNvSpPr>
          <p:nvPr/>
        </p:nvSpPr>
        <p:spPr>
          <a:xfrm xmlns:a="http://schemas.openxmlformats.org/drawingml/2006/main">
            <a:off x="2352675" y="2533650"/>
            <a:ext cx="133350" cy="0"/>
          </a:xfrm>
          <a:prstGeom xmlns:a="http://schemas.openxmlformats.org/drawingml/2006/main" prst="line">
            <a:avLst/>
          </a:prstGeom>
          <a:noFill xmlns:a="http://schemas.openxmlformats.org/drawingml/2006/main"/>
          <a:ln xmlns:a="http://schemas.openxmlformats.org/drawingml/2006/main" w="9525">
            <a:solidFill>
              <a:srgbClr val="EF8B39"/>
            </a:solidFill>
            <a:prstDash val="solid"/>
          </a:ln>
        </p:spPr>
      </p:sp>
      <p:sp>
        <p:nvSpPr>
          <p:cNvPr id="34" name="">
            <a:extLst xmlns:a="http://schemas.openxmlformats.org/drawingml/2006/main">
              <a:ext uri="{FF2B5EF4-FFF2-40B4-BE49-F238E27FC236}">
                <a16:creationId xmlns:a16="http://schemas.microsoft.com/office/drawing/2014/main" id="{7534ADC8-4FB1-439B-BE54-E78973624967}"/>
              </a:ext>
            </a:extLst>
          </p:cNvPr>
          <p:cNvSpPr>
            <a:spLocks xmlns:a="http://schemas.openxmlformats.org/drawingml/2006/main" noGrp="1"/>
          </p:cNvSpPr>
          <p:nvPr/>
        </p:nvSpPr>
        <p:spPr>
          <a:xfrm xmlns:a="http://schemas.openxmlformats.org/drawingml/2006/main">
            <a:off x="647700" y="2238375"/>
            <a:ext cx="1704975" cy="590550"/>
          </a:xfrm>
          <a:prstGeom xmlns:a="http://schemas.openxmlformats.org/drawingml/2006/main" prst="roundRect">
            <a:avLst>
              <a:gd name="adj" fmla="val 19355"/>
            </a:avLst>
          </a:prstGeom>
          <a:solidFill xmlns:a="http://schemas.openxmlformats.org/drawingml/2006/main">
            <a:srgbClr val="EF8B39"/>
          </a:solidFill>
          <a:ln xmlns:a="http://schemas.openxmlformats.org/drawingml/2006/main" w="9525">
            <a:solidFill>
              <a:srgbClr val="EF8B39"/>
            </a:solidFill>
            <a:prstDash val="solid"/>
          </a:ln>
        </p:spPr>
      </p:sp>
      <p:sp>
        <p:nvSpPr>
          <p:cNvPr id="35" name="">
            <a:extLst xmlns:a="http://schemas.openxmlformats.org/drawingml/2006/main">
              <a:ext uri="{FF2B5EF4-FFF2-40B4-BE49-F238E27FC236}">
                <a16:creationId xmlns:a16="http://schemas.microsoft.com/office/drawing/2014/main" id="{9D5CD9EF-4837-4778-9B4A-3FCA7D60A2F0}"/>
              </a:ext>
            </a:extLst>
          </p:cNvPr>
          <p:cNvSpPr>
            <a:spLocks xmlns:a="http://schemas.openxmlformats.org/drawingml/2006/main" noGrp="1"/>
          </p:cNvSpPr>
          <p:nvPr/>
        </p:nvSpPr>
        <p:spPr>
          <a:xfrm xmlns:a="http://schemas.openxmlformats.org/drawingml/2006/main">
            <a:off x="704850" y="2419350"/>
            <a:ext cx="15906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275" b="1">
                <a:solidFill>
                  <a:srgbClr val="FFFFFF"/>
                </a:solidFill>
                <a:latin typeface="Montserrat"/>
                <a:ea typeface="Montserrat"/>
                <a:cs typeface="Montserrat"/>
              </a:defRPr>
            </a:defPPr>
            <a:lvl1pPr algn="ctr">
              <a:defRPr sz="1275" b="1">
                <a:solidFill>
                  <a:srgbClr val="FFFFFF"/>
                </a:solidFill>
                <a:latin typeface="Montserrat"/>
                <a:ea typeface="Montserrat"/>
                <a:cs typeface="Montserrat"/>
              </a:defRPr>
            </a:lvl1pPr>
            <a:lvl2pPr algn="ctr">
              <a:defRPr sz="1275" b="1">
                <a:solidFill>
                  <a:srgbClr val="FFFFFF"/>
                </a:solidFill>
                <a:latin typeface="Montserrat"/>
                <a:ea typeface="Montserrat"/>
                <a:cs typeface="Montserrat"/>
              </a:defRPr>
            </a:lvl2pPr>
            <a:lvl3pPr algn="ctr">
              <a:defRPr sz="1275" b="1">
                <a:solidFill>
                  <a:srgbClr val="FFFFFF"/>
                </a:solidFill>
                <a:latin typeface="Montserrat"/>
                <a:ea typeface="Montserrat"/>
                <a:cs typeface="Montserrat"/>
              </a:defRPr>
            </a:lvl3pPr>
            <a:lvl4pPr algn="ctr">
              <a:defRPr sz="1275" b="1">
                <a:solidFill>
                  <a:srgbClr val="FFFFFF"/>
                </a:solidFill>
                <a:latin typeface="Montserrat"/>
                <a:ea typeface="Montserrat"/>
                <a:cs typeface="Montserrat"/>
              </a:defRPr>
            </a:lvl4pPr>
            <a:lvl5pPr algn="ctr">
              <a:defRPr sz="1275" b="1">
                <a:solidFill>
                  <a:srgbClr val="FFFFFF"/>
                </a:solidFill>
                <a:latin typeface="Montserrat"/>
                <a:ea typeface="Montserrat"/>
                <a:cs typeface="Montserrat"/>
              </a:defRPr>
            </a:lvl5pPr>
            <a:lvl6pPr algn="ctr">
              <a:defRPr sz="1275" b="1">
                <a:solidFill>
                  <a:srgbClr val="FFFFFF"/>
                </a:solidFill>
                <a:latin typeface="Montserrat"/>
                <a:ea typeface="Montserrat"/>
                <a:cs typeface="Montserrat"/>
              </a:defRPr>
            </a:lvl6pPr>
            <a:lvl7pPr algn="ctr">
              <a:defRPr sz="1275" b="1">
                <a:solidFill>
                  <a:srgbClr val="FFFFFF"/>
                </a:solidFill>
                <a:latin typeface="Montserrat"/>
                <a:ea typeface="Montserrat"/>
                <a:cs typeface="Montserrat"/>
              </a:defRPr>
            </a:lvl7pPr>
            <a:lvl8pPr algn="ctr">
              <a:defRPr sz="1275" b="1">
                <a:solidFill>
                  <a:srgbClr val="FFFFFF"/>
                </a:solidFill>
                <a:latin typeface="Montserrat"/>
                <a:ea typeface="Montserrat"/>
                <a:cs typeface="Montserrat"/>
              </a:defRPr>
            </a:lvl8pPr>
            <a:lvl9pPr algn="ctr">
              <a:defRPr sz="1275" b="1">
                <a:solidFill>
                  <a:srgbClr val="FFFFFF"/>
                </a:solidFill>
                <a:latin typeface="Montserrat"/>
                <a:ea typeface="Montserrat"/>
                <a:cs typeface="Montserrat"/>
              </a:defRPr>
            </a:lvl9pPr>
          </a:lstStyle>
          <a:p xmlns:a="http://schemas.openxmlformats.org/drawingml/2006/main">
            <a:pPr algn="ctr">
              <a:defRPr sz="1275" b="1">
                <a:solidFill>
                  <a:srgbClr val="FFFFFF"/>
                </a:solidFill>
                <a:latin typeface="Montserrat"/>
                <a:ea typeface="Montserrat"/>
                <a:cs typeface="Montserrat"/>
              </a:defRPr>
            </a:pPr>
            <a:r>
              <a:rPr sz="1275" b="1">
                <a:solidFill>
                  <a:srgbClr val="FFFFFF"/>
                </a:solidFill>
                <a:latin typeface="Montserrat"/>
                <a:ea typeface="Montserrat"/>
                <a:cs typeface="Montserrat"/>
              </a:rPr>
              <a:t>Plan</a:t>
            </a:r>
          </a:p>
        </p:txBody>
      </p:sp>
      <p:sp>
        <p:nvSpPr>
          <p:cNvPr id="36" name="">
            <a:extLst xmlns:a="http://schemas.openxmlformats.org/drawingml/2006/main">
              <a:ext uri="{FF2B5EF4-FFF2-40B4-BE49-F238E27FC236}">
                <a16:creationId xmlns:a16="http://schemas.microsoft.com/office/drawing/2014/main" id="{2E67F66E-45FF-497F-A0D4-EE40E76E8FE1}"/>
              </a:ext>
            </a:extLst>
          </p:cNvPr>
          <p:cNvSpPr>
            <a:spLocks xmlns:a="http://schemas.openxmlformats.org/drawingml/2006/main" noGrp="1"/>
          </p:cNvSpPr>
          <p:nvPr/>
        </p:nvSpPr>
        <p:spPr>
          <a:xfrm xmlns:a="http://schemas.openxmlformats.org/drawingml/2006/main">
            <a:off x="666750" y="3057525"/>
            <a:ext cx="16668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050" b="0">
                <a:solidFill>
                  <a:srgbClr val="475569"/>
                </a:solidFill>
                <a:latin typeface="Montserrat"/>
                <a:ea typeface="Montserrat"/>
                <a:cs typeface="Montserrat"/>
              </a:defRPr>
            </a:defPPr>
            <a:lvl1pPr algn="ctr">
              <a:defRPr sz="1050" b="0">
                <a:solidFill>
                  <a:srgbClr val="475569"/>
                </a:solidFill>
                <a:latin typeface="Montserrat"/>
                <a:ea typeface="Montserrat"/>
                <a:cs typeface="Montserrat"/>
              </a:defRPr>
            </a:lvl1pPr>
            <a:lvl2pPr algn="ctr">
              <a:defRPr sz="1050" b="0">
                <a:solidFill>
                  <a:srgbClr val="475569"/>
                </a:solidFill>
                <a:latin typeface="Montserrat"/>
                <a:ea typeface="Montserrat"/>
                <a:cs typeface="Montserrat"/>
              </a:defRPr>
            </a:lvl2pPr>
            <a:lvl3pPr algn="ctr">
              <a:defRPr sz="1050" b="0">
                <a:solidFill>
                  <a:srgbClr val="475569"/>
                </a:solidFill>
                <a:latin typeface="Montserrat"/>
                <a:ea typeface="Montserrat"/>
                <a:cs typeface="Montserrat"/>
              </a:defRPr>
            </a:lvl3pPr>
            <a:lvl4pPr algn="ctr">
              <a:defRPr sz="1050" b="0">
                <a:solidFill>
                  <a:srgbClr val="475569"/>
                </a:solidFill>
                <a:latin typeface="Montserrat"/>
                <a:ea typeface="Montserrat"/>
                <a:cs typeface="Montserrat"/>
              </a:defRPr>
            </a:lvl4pPr>
            <a:lvl5pPr algn="ctr">
              <a:defRPr sz="1050" b="0">
                <a:solidFill>
                  <a:srgbClr val="475569"/>
                </a:solidFill>
                <a:latin typeface="Montserrat"/>
                <a:ea typeface="Montserrat"/>
                <a:cs typeface="Montserrat"/>
              </a:defRPr>
            </a:lvl5pPr>
            <a:lvl6pPr algn="ctr">
              <a:defRPr sz="1050" b="0">
                <a:solidFill>
                  <a:srgbClr val="475569"/>
                </a:solidFill>
                <a:latin typeface="Montserrat"/>
                <a:ea typeface="Montserrat"/>
                <a:cs typeface="Montserrat"/>
              </a:defRPr>
            </a:lvl6pPr>
            <a:lvl7pPr algn="ctr">
              <a:defRPr sz="1050" b="0">
                <a:solidFill>
                  <a:srgbClr val="475569"/>
                </a:solidFill>
                <a:latin typeface="Montserrat"/>
                <a:ea typeface="Montserrat"/>
                <a:cs typeface="Montserrat"/>
              </a:defRPr>
            </a:lvl7pPr>
            <a:lvl8pPr algn="ctr">
              <a:defRPr sz="1050" b="0">
                <a:solidFill>
                  <a:srgbClr val="475569"/>
                </a:solidFill>
                <a:latin typeface="Montserrat"/>
                <a:ea typeface="Montserrat"/>
                <a:cs typeface="Montserrat"/>
              </a:defRPr>
            </a:lvl8pPr>
            <a:lvl9pPr algn="ctr">
              <a:defRPr sz="1050" b="0">
                <a:solidFill>
                  <a:srgbClr val="475569"/>
                </a:solidFill>
                <a:latin typeface="Montserrat"/>
                <a:ea typeface="Montserrat"/>
                <a:cs typeface="Montserrat"/>
              </a:defRPr>
            </a:lvl9pPr>
          </a:lstStyle>
          <a:p xmlns:a="http://schemas.openxmlformats.org/drawingml/2006/main">
            <a:pPr algn="ctr">
              <a:defRPr sz="1050" b="0">
                <a:solidFill>
                  <a:srgbClr val="475569"/>
                </a:solidFill>
                <a:latin typeface="Montserrat"/>
                <a:ea typeface="Montserrat"/>
                <a:cs typeface="Montserrat"/>
              </a:defRPr>
            </a:pPr>
            <a:r>
              <a:rPr sz="1050" b="0">
                <a:solidFill>
                  <a:srgbClr val="475569"/>
                </a:solidFill>
                <a:latin typeface="Montserrat"/>
                <a:ea typeface="Montserrat"/>
                <a:cs typeface="Montserrat"/>
              </a:rPr>
              <a:t>Name the visitor, goal, and finish line.</a:t>
            </a:r>
          </a:p>
        </p:txBody>
      </p:sp>
      <p:sp>
        <p:nvSpPr>
          <p:cNvPr id="37" name="">
            <a:extLst xmlns:a="http://schemas.openxmlformats.org/drawingml/2006/main">
              <a:ext uri="{FF2B5EF4-FFF2-40B4-BE49-F238E27FC236}">
                <a16:creationId xmlns:a16="http://schemas.microsoft.com/office/drawing/2014/main" id="{FD1D65CE-206F-4C30-9368-5B70858D40FA}"/>
              </a:ext>
            </a:extLst>
          </p:cNvPr>
          <p:cNvSpPr>
            <a:spLocks xmlns:a="http://schemas.openxmlformats.org/drawingml/2006/main" noGrp="1"/>
          </p:cNvSpPr>
          <p:nvPr/>
        </p:nvSpPr>
        <p:spPr>
          <a:xfrm xmlns:a="http://schemas.openxmlformats.org/drawingml/2006/main">
            <a:off x="4191000" y="2533650"/>
            <a:ext cx="133350" cy="0"/>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38" name="">
            <a:extLst xmlns:a="http://schemas.openxmlformats.org/drawingml/2006/main">
              <a:ext uri="{FF2B5EF4-FFF2-40B4-BE49-F238E27FC236}">
                <a16:creationId xmlns:a16="http://schemas.microsoft.com/office/drawing/2014/main" id="{7A582E58-E5F0-4B13-8F1E-2E649993775D}"/>
              </a:ext>
            </a:extLst>
          </p:cNvPr>
          <p:cNvSpPr>
            <a:spLocks xmlns:a="http://schemas.openxmlformats.org/drawingml/2006/main" noGrp="1"/>
          </p:cNvSpPr>
          <p:nvPr/>
        </p:nvSpPr>
        <p:spPr>
          <a:xfrm xmlns:a="http://schemas.openxmlformats.org/drawingml/2006/main">
            <a:off x="2486025" y="2238375"/>
            <a:ext cx="1704975" cy="590550"/>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9525">
            <a:solidFill>
              <a:srgbClr val="D8E2EF"/>
            </a:solidFill>
            <a:prstDash val="solid"/>
          </a:ln>
        </p:spPr>
      </p:sp>
      <p:sp>
        <p:nvSpPr>
          <p:cNvPr id="39" name="">
            <a:extLst xmlns:a="http://schemas.openxmlformats.org/drawingml/2006/main">
              <a:ext uri="{FF2B5EF4-FFF2-40B4-BE49-F238E27FC236}">
                <a16:creationId xmlns:a16="http://schemas.microsoft.com/office/drawing/2014/main" id="{6D32D929-4455-4500-9E50-B786FA16212D}"/>
              </a:ext>
            </a:extLst>
          </p:cNvPr>
          <p:cNvSpPr>
            <a:spLocks xmlns:a="http://schemas.openxmlformats.org/drawingml/2006/main" noGrp="1"/>
          </p:cNvSpPr>
          <p:nvPr/>
        </p:nvSpPr>
        <p:spPr>
          <a:xfrm xmlns:a="http://schemas.openxmlformats.org/drawingml/2006/main">
            <a:off x="2543175" y="2419350"/>
            <a:ext cx="15906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275" b="1">
                <a:solidFill>
                  <a:srgbClr val="0F172A"/>
                </a:solidFill>
                <a:latin typeface="Montserrat"/>
                <a:ea typeface="Montserrat"/>
                <a:cs typeface="Montserrat"/>
              </a:defRPr>
            </a:defPPr>
            <a:lvl1pPr algn="ctr">
              <a:defRPr sz="1275" b="1">
                <a:solidFill>
                  <a:srgbClr val="0F172A"/>
                </a:solidFill>
                <a:latin typeface="Montserrat"/>
                <a:ea typeface="Montserrat"/>
                <a:cs typeface="Montserrat"/>
              </a:defRPr>
            </a:lvl1pPr>
            <a:lvl2pPr algn="ctr">
              <a:defRPr sz="1275" b="1">
                <a:solidFill>
                  <a:srgbClr val="0F172A"/>
                </a:solidFill>
                <a:latin typeface="Montserrat"/>
                <a:ea typeface="Montserrat"/>
                <a:cs typeface="Montserrat"/>
              </a:defRPr>
            </a:lvl2pPr>
            <a:lvl3pPr algn="ctr">
              <a:defRPr sz="1275" b="1">
                <a:solidFill>
                  <a:srgbClr val="0F172A"/>
                </a:solidFill>
                <a:latin typeface="Montserrat"/>
                <a:ea typeface="Montserrat"/>
                <a:cs typeface="Montserrat"/>
              </a:defRPr>
            </a:lvl3pPr>
            <a:lvl4pPr algn="ctr">
              <a:defRPr sz="1275" b="1">
                <a:solidFill>
                  <a:srgbClr val="0F172A"/>
                </a:solidFill>
                <a:latin typeface="Montserrat"/>
                <a:ea typeface="Montserrat"/>
                <a:cs typeface="Montserrat"/>
              </a:defRPr>
            </a:lvl4pPr>
            <a:lvl5pPr algn="ctr">
              <a:defRPr sz="1275" b="1">
                <a:solidFill>
                  <a:srgbClr val="0F172A"/>
                </a:solidFill>
                <a:latin typeface="Montserrat"/>
                <a:ea typeface="Montserrat"/>
                <a:cs typeface="Montserrat"/>
              </a:defRPr>
            </a:lvl5pPr>
            <a:lvl6pPr algn="ctr">
              <a:defRPr sz="1275" b="1">
                <a:solidFill>
                  <a:srgbClr val="0F172A"/>
                </a:solidFill>
                <a:latin typeface="Montserrat"/>
                <a:ea typeface="Montserrat"/>
                <a:cs typeface="Montserrat"/>
              </a:defRPr>
            </a:lvl6pPr>
            <a:lvl7pPr algn="ctr">
              <a:defRPr sz="1275" b="1">
                <a:solidFill>
                  <a:srgbClr val="0F172A"/>
                </a:solidFill>
                <a:latin typeface="Montserrat"/>
                <a:ea typeface="Montserrat"/>
                <a:cs typeface="Montserrat"/>
              </a:defRPr>
            </a:lvl7pPr>
            <a:lvl8pPr algn="ctr">
              <a:defRPr sz="1275" b="1">
                <a:solidFill>
                  <a:srgbClr val="0F172A"/>
                </a:solidFill>
                <a:latin typeface="Montserrat"/>
                <a:ea typeface="Montserrat"/>
                <a:cs typeface="Montserrat"/>
              </a:defRPr>
            </a:lvl8pPr>
            <a:lvl9pPr algn="ctr">
              <a:defRPr sz="1275" b="1">
                <a:solidFill>
                  <a:srgbClr val="0F172A"/>
                </a:solidFill>
                <a:latin typeface="Montserrat"/>
                <a:ea typeface="Montserrat"/>
                <a:cs typeface="Montserrat"/>
              </a:defRPr>
            </a:lvl9pPr>
          </a:lstStyle>
          <a:p xmlns:a="http://schemas.openxmlformats.org/drawingml/2006/main">
            <a:pPr algn="ctr">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Design</a:t>
            </a:r>
          </a:p>
        </p:txBody>
      </p:sp>
      <p:sp>
        <p:nvSpPr>
          <p:cNvPr id="40" name="">
            <a:extLst xmlns:a="http://schemas.openxmlformats.org/drawingml/2006/main">
              <a:ext uri="{FF2B5EF4-FFF2-40B4-BE49-F238E27FC236}">
                <a16:creationId xmlns:a16="http://schemas.microsoft.com/office/drawing/2014/main" id="{74D0B9F3-8AEC-438A-A844-93923EEDA554}"/>
              </a:ext>
            </a:extLst>
          </p:cNvPr>
          <p:cNvSpPr>
            <a:spLocks xmlns:a="http://schemas.openxmlformats.org/drawingml/2006/main" noGrp="1"/>
          </p:cNvSpPr>
          <p:nvPr/>
        </p:nvSpPr>
        <p:spPr>
          <a:xfrm xmlns:a="http://schemas.openxmlformats.org/drawingml/2006/main">
            <a:off x="2505075" y="3057525"/>
            <a:ext cx="16668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050" b="0">
                <a:solidFill>
                  <a:srgbClr val="475569"/>
                </a:solidFill>
                <a:latin typeface="Montserrat"/>
                <a:ea typeface="Montserrat"/>
                <a:cs typeface="Montserrat"/>
              </a:defRPr>
            </a:defPPr>
            <a:lvl1pPr algn="ctr">
              <a:defRPr sz="1050" b="0">
                <a:solidFill>
                  <a:srgbClr val="475569"/>
                </a:solidFill>
                <a:latin typeface="Montserrat"/>
                <a:ea typeface="Montserrat"/>
                <a:cs typeface="Montserrat"/>
              </a:defRPr>
            </a:lvl1pPr>
            <a:lvl2pPr algn="ctr">
              <a:defRPr sz="1050" b="0">
                <a:solidFill>
                  <a:srgbClr val="475569"/>
                </a:solidFill>
                <a:latin typeface="Montserrat"/>
                <a:ea typeface="Montserrat"/>
                <a:cs typeface="Montserrat"/>
              </a:defRPr>
            </a:lvl2pPr>
            <a:lvl3pPr algn="ctr">
              <a:defRPr sz="1050" b="0">
                <a:solidFill>
                  <a:srgbClr val="475569"/>
                </a:solidFill>
                <a:latin typeface="Montserrat"/>
                <a:ea typeface="Montserrat"/>
                <a:cs typeface="Montserrat"/>
              </a:defRPr>
            </a:lvl3pPr>
            <a:lvl4pPr algn="ctr">
              <a:defRPr sz="1050" b="0">
                <a:solidFill>
                  <a:srgbClr val="475569"/>
                </a:solidFill>
                <a:latin typeface="Montserrat"/>
                <a:ea typeface="Montserrat"/>
                <a:cs typeface="Montserrat"/>
              </a:defRPr>
            </a:lvl4pPr>
            <a:lvl5pPr algn="ctr">
              <a:defRPr sz="1050" b="0">
                <a:solidFill>
                  <a:srgbClr val="475569"/>
                </a:solidFill>
                <a:latin typeface="Montserrat"/>
                <a:ea typeface="Montserrat"/>
                <a:cs typeface="Montserrat"/>
              </a:defRPr>
            </a:lvl5pPr>
            <a:lvl6pPr algn="ctr">
              <a:defRPr sz="1050" b="0">
                <a:solidFill>
                  <a:srgbClr val="475569"/>
                </a:solidFill>
                <a:latin typeface="Montserrat"/>
                <a:ea typeface="Montserrat"/>
                <a:cs typeface="Montserrat"/>
              </a:defRPr>
            </a:lvl6pPr>
            <a:lvl7pPr algn="ctr">
              <a:defRPr sz="1050" b="0">
                <a:solidFill>
                  <a:srgbClr val="475569"/>
                </a:solidFill>
                <a:latin typeface="Montserrat"/>
                <a:ea typeface="Montserrat"/>
                <a:cs typeface="Montserrat"/>
              </a:defRPr>
            </a:lvl7pPr>
            <a:lvl8pPr algn="ctr">
              <a:defRPr sz="1050" b="0">
                <a:solidFill>
                  <a:srgbClr val="475569"/>
                </a:solidFill>
                <a:latin typeface="Montserrat"/>
                <a:ea typeface="Montserrat"/>
                <a:cs typeface="Montserrat"/>
              </a:defRPr>
            </a:lvl8pPr>
            <a:lvl9pPr algn="ctr">
              <a:defRPr sz="1050" b="0">
                <a:solidFill>
                  <a:srgbClr val="475569"/>
                </a:solidFill>
                <a:latin typeface="Montserrat"/>
                <a:ea typeface="Montserrat"/>
                <a:cs typeface="Montserrat"/>
              </a:defRPr>
            </a:lvl9pPr>
          </a:lstStyle>
          <a:p xmlns:a="http://schemas.openxmlformats.org/drawingml/2006/main">
            <a:pPr algn="ctr">
              <a:defRPr sz="1050" b="0">
                <a:solidFill>
                  <a:srgbClr val="475569"/>
                </a:solidFill>
                <a:latin typeface="Montserrat"/>
                <a:ea typeface="Montserrat"/>
                <a:cs typeface="Montserrat"/>
              </a:defRPr>
            </a:pPr>
            <a:r>
              <a:rPr sz="1050" b="0">
                <a:solidFill>
                  <a:srgbClr val="475569"/>
                </a:solidFill>
                <a:latin typeface="Montserrat"/>
                <a:ea typeface="Montserrat"/>
                <a:cs typeface="Montserrat"/>
              </a:rPr>
              <a:t>Map the page and choose the first change.</a:t>
            </a:r>
          </a:p>
        </p:txBody>
      </p:sp>
      <p:sp>
        <p:nvSpPr>
          <p:cNvPr id="41" name="">
            <a:extLst xmlns:a="http://schemas.openxmlformats.org/drawingml/2006/main">
              <a:ext uri="{FF2B5EF4-FFF2-40B4-BE49-F238E27FC236}">
                <a16:creationId xmlns:a16="http://schemas.microsoft.com/office/drawing/2014/main" id="{A788182E-7284-49F5-AA43-2FB11A89FA96}"/>
              </a:ext>
            </a:extLst>
          </p:cNvPr>
          <p:cNvSpPr>
            <a:spLocks xmlns:a="http://schemas.openxmlformats.org/drawingml/2006/main" noGrp="1"/>
          </p:cNvSpPr>
          <p:nvPr/>
        </p:nvSpPr>
        <p:spPr>
          <a:xfrm xmlns:a="http://schemas.openxmlformats.org/drawingml/2006/main">
            <a:off x="6029325" y="2533650"/>
            <a:ext cx="133350" cy="0"/>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42" name="">
            <a:extLst xmlns:a="http://schemas.openxmlformats.org/drawingml/2006/main">
              <a:ext uri="{FF2B5EF4-FFF2-40B4-BE49-F238E27FC236}">
                <a16:creationId xmlns:a16="http://schemas.microsoft.com/office/drawing/2014/main" id="{F0D3CB45-35F0-4671-9492-8A8C4EF4EAC1}"/>
              </a:ext>
            </a:extLst>
          </p:cNvPr>
          <p:cNvSpPr>
            <a:spLocks xmlns:a="http://schemas.openxmlformats.org/drawingml/2006/main" noGrp="1"/>
          </p:cNvSpPr>
          <p:nvPr/>
        </p:nvSpPr>
        <p:spPr>
          <a:xfrm xmlns:a="http://schemas.openxmlformats.org/drawingml/2006/main">
            <a:off x="4324350" y="2238375"/>
            <a:ext cx="1704975" cy="590550"/>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9525">
            <a:solidFill>
              <a:srgbClr val="D8E2EF"/>
            </a:solidFill>
            <a:prstDash val="solid"/>
          </a:ln>
        </p:spPr>
      </p:sp>
      <p:sp>
        <p:nvSpPr>
          <p:cNvPr id="43" name="">
            <a:extLst xmlns:a="http://schemas.openxmlformats.org/drawingml/2006/main">
              <a:ext uri="{FF2B5EF4-FFF2-40B4-BE49-F238E27FC236}">
                <a16:creationId xmlns:a16="http://schemas.microsoft.com/office/drawing/2014/main" id="{FE4498EE-3C50-4B3E-84C0-4C2C01F08EE1}"/>
              </a:ext>
            </a:extLst>
          </p:cNvPr>
          <p:cNvSpPr>
            <a:spLocks xmlns:a="http://schemas.openxmlformats.org/drawingml/2006/main" noGrp="1"/>
          </p:cNvSpPr>
          <p:nvPr/>
        </p:nvSpPr>
        <p:spPr>
          <a:xfrm xmlns:a="http://schemas.openxmlformats.org/drawingml/2006/main">
            <a:off x="4381500" y="2419350"/>
            <a:ext cx="15906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275" b="1">
                <a:solidFill>
                  <a:srgbClr val="0F172A"/>
                </a:solidFill>
                <a:latin typeface="Montserrat"/>
                <a:ea typeface="Montserrat"/>
                <a:cs typeface="Montserrat"/>
              </a:defRPr>
            </a:defPPr>
            <a:lvl1pPr algn="ctr">
              <a:defRPr sz="1275" b="1">
                <a:solidFill>
                  <a:srgbClr val="0F172A"/>
                </a:solidFill>
                <a:latin typeface="Montserrat"/>
                <a:ea typeface="Montserrat"/>
                <a:cs typeface="Montserrat"/>
              </a:defRPr>
            </a:lvl1pPr>
            <a:lvl2pPr algn="ctr">
              <a:defRPr sz="1275" b="1">
                <a:solidFill>
                  <a:srgbClr val="0F172A"/>
                </a:solidFill>
                <a:latin typeface="Montserrat"/>
                <a:ea typeface="Montserrat"/>
                <a:cs typeface="Montserrat"/>
              </a:defRPr>
            </a:lvl2pPr>
            <a:lvl3pPr algn="ctr">
              <a:defRPr sz="1275" b="1">
                <a:solidFill>
                  <a:srgbClr val="0F172A"/>
                </a:solidFill>
                <a:latin typeface="Montserrat"/>
                <a:ea typeface="Montserrat"/>
                <a:cs typeface="Montserrat"/>
              </a:defRPr>
            </a:lvl3pPr>
            <a:lvl4pPr algn="ctr">
              <a:defRPr sz="1275" b="1">
                <a:solidFill>
                  <a:srgbClr val="0F172A"/>
                </a:solidFill>
                <a:latin typeface="Montserrat"/>
                <a:ea typeface="Montserrat"/>
                <a:cs typeface="Montserrat"/>
              </a:defRPr>
            </a:lvl4pPr>
            <a:lvl5pPr algn="ctr">
              <a:defRPr sz="1275" b="1">
                <a:solidFill>
                  <a:srgbClr val="0F172A"/>
                </a:solidFill>
                <a:latin typeface="Montserrat"/>
                <a:ea typeface="Montserrat"/>
                <a:cs typeface="Montserrat"/>
              </a:defRPr>
            </a:lvl5pPr>
            <a:lvl6pPr algn="ctr">
              <a:defRPr sz="1275" b="1">
                <a:solidFill>
                  <a:srgbClr val="0F172A"/>
                </a:solidFill>
                <a:latin typeface="Montserrat"/>
                <a:ea typeface="Montserrat"/>
                <a:cs typeface="Montserrat"/>
              </a:defRPr>
            </a:lvl6pPr>
            <a:lvl7pPr algn="ctr">
              <a:defRPr sz="1275" b="1">
                <a:solidFill>
                  <a:srgbClr val="0F172A"/>
                </a:solidFill>
                <a:latin typeface="Montserrat"/>
                <a:ea typeface="Montserrat"/>
                <a:cs typeface="Montserrat"/>
              </a:defRPr>
            </a:lvl7pPr>
            <a:lvl8pPr algn="ctr">
              <a:defRPr sz="1275" b="1">
                <a:solidFill>
                  <a:srgbClr val="0F172A"/>
                </a:solidFill>
                <a:latin typeface="Montserrat"/>
                <a:ea typeface="Montserrat"/>
                <a:cs typeface="Montserrat"/>
              </a:defRPr>
            </a:lvl8pPr>
            <a:lvl9pPr algn="ctr">
              <a:defRPr sz="1275" b="1">
                <a:solidFill>
                  <a:srgbClr val="0F172A"/>
                </a:solidFill>
                <a:latin typeface="Montserrat"/>
                <a:ea typeface="Montserrat"/>
                <a:cs typeface="Montserrat"/>
              </a:defRPr>
            </a:lvl9pPr>
          </a:lstStyle>
          <a:p xmlns:a="http://schemas.openxmlformats.org/drawingml/2006/main">
            <a:pPr algn="ctr">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Build</a:t>
            </a:r>
          </a:p>
        </p:txBody>
      </p:sp>
      <p:sp>
        <p:nvSpPr>
          <p:cNvPr id="44" name="">
            <a:extLst xmlns:a="http://schemas.openxmlformats.org/drawingml/2006/main">
              <a:ext uri="{FF2B5EF4-FFF2-40B4-BE49-F238E27FC236}">
                <a16:creationId xmlns:a16="http://schemas.microsoft.com/office/drawing/2014/main" id="{5261F46B-6314-4B6E-8F0C-337055CE17DF}"/>
              </a:ext>
            </a:extLst>
          </p:cNvPr>
          <p:cNvSpPr>
            <a:spLocks xmlns:a="http://schemas.openxmlformats.org/drawingml/2006/main" noGrp="1"/>
          </p:cNvSpPr>
          <p:nvPr/>
        </p:nvSpPr>
        <p:spPr>
          <a:xfrm xmlns:a="http://schemas.openxmlformats.org/drawingml/2006/main">
            <a:off x="4343400" y="3057525"/>
            <a:ext cx="16668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050" b="0">
                <a:solidFill>
                  <a:srgbClr val="475569"/>
                </a:solidFill>
                <a:latin typeface="Montserrat"/>
                <a:ea typeface="Montserrat"/>
                <a:cs typeface="Montserrat"/>
              </a:defRPr>
            </a:defPPr>
            <a:lvl1pPr algn="ctr">
              <a:defRPr sz="1050" b="0">
                <a:solidFill>
                  <a:srgbClr val="475569"/>
                </a:solidFill>
                <a:latin typeface="Montserrat"/>
                <a:ea typeface="Montserrat"/>
                <a:cs typeface="Montserrat"/>
              </a:defRPr>
            </a:lvl1pPr>
            <a:lvl2pPr algn="ctr">
              <a:defRPr sz="1050" b="0">
                <a:solidFill>
                  <a:srgbClr val="475569"/>
                </a:solidFill>
                <a:latin typeface="Montserrat"/>
                <a:ea typeface="Montserrat"/>
                <a:cs typeface="Montserrat"/>
              </a:defRPr>
            </a:lvl2pPr>
            <a:lvl3pPr algn="ctr">
              <a:defRPr sz="1050" b="0">
                <a:solidFill>
                  <a:srgbClr val="475569"/>
                </a:solidFill>
                <a:latin typeface="Montserrat"/>
                <a:ea typeface="Montserrat"/>
                <a:cs typeface="Montserrat"/>
              </a:defRPr>
            </a:lvl3pPr>
            <a:lvl4pPr algn="ctr">
              <a:defRPr sz="1050" b="0">
                <a:solidFill>
                  <a:srgbClr val="475569"/>
                </a:solidFill>
                <a:latin typeface="Montserrat"/>
                <a:ea typeface="Montserrat"/>
                <a:cs typeface="Montserrat"/>
              </a:defRPr>
            </a:lvl4pPr>
            <a:lvl5pPr algn="ctr">
              <a:defRPr sz="1050" b="0">
                <a:solidFill>
                  <a:srgbClr val="475569"/>
                </a:solidFill>
                <a:latin typeface="Montserrat"/>
                <a:ea typeface="Montserrat"/>
                <a:cs typeface="Montserrat"/>
              </a:defRPr>
            </a:lvl5pPr>
            <a:lvl6pPr algn="ctr">
              <a:defRPr sz="1050" b="0">
                <a:solidFill>
                  <a:srgbClr val="475569"/>
                </a:solidFill>
                <a:latin typeface="Montserrat"/>
                <a:ea typeface="Montserrat"/>
                <a:cs typeface="Montserrat"/>
              </a:defRPr>
            </a:lvl6pPr>
            <a:lvl7pPr algn="ctr">
              <a:defRPr sz="1050" b="0">
                <a:solidFill>
                  <a:srgbClr val="475569"/>
                </a:solidFill>
                <a:latin typeface="Montserrat"/>
                <a:ea typeface="Montserrat"/>
                <a:cs typeface="Montserrat"/>
              </a:defRPr>
            </a:lvl7pPr>
            <a:lvl8pPr algn="ctr">
              <a:defRPr sz="1050" b="0">
                <a:solidFill>
                  <a:srgbClr val="475569"/>
                </a:solidFill>
                <a:latin typeface="Montserrat"/>
                <a:ea typeface="Montserrat"/>
                <a:cs typeface="Montserrat"/>
              </a:defRPr>
            </a:lvl8pPr>
            <a:lvl9pPr algn="ctr">
              <a:defRPr sz="1050" b="0">
                <a:solidFill>
                  <a:srgbClr val="475569"/>
                </a:solidFill>
                <a:latin typeface="Montserrat"/>
                <a:ea typeface="Montserrat"/>
                <a:cs typeface="Montserrat"/>
              </a:defRPr>
            </a:lvl9pPr>
          </a:lstStyle>
          <a:p xmlns:a="http://schemas.openxmlformats.org/drawingml/2006/main">
            <a:pPr algn="ctr">
              <a:defRPr sz="1050" b="0">
                <a:solidFill>
                  <a:srgbClr val="475569"/>
                </a:solidFill>
                <a:latin typeface="Montserrat"/>
                <a:ea typeface="Montserrat"/>
                <a:cs typeface="Montserrat"/>
              </a:defRPr>
            </a:pPr>
            <a:r>
              <a:rPr sz="1050" b="0">
                <a:solidFill>
                  <a:srgbClr val="475569"/>
                </a:solidFill>
                <a:latin typeface="Montserrat"/>
                <a:ea typeface="Montserrat"/>
                <a:cs typeface="Montserrat"/>
              </a:rPr>
              <a:t>Change one complete page in a safe copy.</a:t>
            </a:r>
          </a:p>
        </p:txBody>
      </p:sp>
      <p:sp>
        <p:nvSpPr>
          <p:cNvPr id="45" name="">
            <a:extLst xmlns:a="http://schemas.openxmlformats.org/drawingml/2006/main">
              <a:ext uri="{FF2B5EF4-FFF2-40B4-BE49-F238E27FC236}">
                <a16:creationId xmlns:a16="http://schemas.microsoft.com/office/drawing/2014/main" id="{5086FE62-B395-4C26-9FD4-040AE156E5EA}"/>
              </a:ext>
            </a:extLst>
          </p:cNvPr>
          <p:cNvSpPr>
            <a:spLocks xmlns:a="http://schemas.openxmlformats.org/drawingml/2006/main" noGrp="1"/>
          </p:cNvSpPr>
          <p:nvPr/>
        </p:nvSpPr>
        <p:spPr>
          <a:xfrm xmlns:a="http://schemas.openxmlformats.org/drawingml/2006/main">
            <a:off x="7867650" y="2533650"/>
            <a:ext cx="133350" cy="0"/>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46" name="">
            <a:extLst xmlns:a="http://schemas.openxmlformats.org/drawingml/2006/main">
              <a:ext uri="{FF2B5EF4-FFF2-40B4-BE49-F238E27FC236}">
                <a16:creationId xmlns:a16="http://schemas.microsoft.com/office/drawing/2014/main" id="{EC9398A2-611E-41B6-BB97-49584BE175C0}"/>
              </a:ext>
            </a:extLst>
          </p:cNvPr>
          <p:cNvSpPr>
            <a:spLocks xmlns:a="http://schemas.openxmlformats.org/drawingml/2006/main" noGrp="1"/>
          </p:cNvSpPr>
          <p:nvPr/>
        </p:nvSpPr>
        <p:spPr>
          <a:xfrm xmlns:a="http://schemas.openxmlformats.org/drawingml/2006/main">
            <a:off x="6162675" y="2238375"/>
            <a:ext cx="1704975" cy="590550"/>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9525">
            <a:solidFill>
              <a:srgbClr val="D8E2EF"/>
            </a:solidFill>
            <a:prstDash val="solid"/>
          </a:ln>
        </p:spPr>
      </p:sp>
      <p:sp>
        <p:nvSpPr>
          <p:cNvPr id="47" name="">
            <a:extLst xmlns:a="http://schemas.openxmlformats.org/drawingml/2006/main">
              <a:ext uri="{FF2B5EF4-FFF2-40B4-BE49-F238E27FC236}">
                <a16:creationId xmlns:a16="http://schemas.microsoft.com/office/drawing/2014/main" id="{EA209F5B-49AD-4F5E-9FEE-7BFC811C621D}"/>
              </a:ext>
            </a:extLst>
          </p:cNvPr>
          <p:cNvSpPr>
            <a:spLocks xmlns:a="http://schemas.openxmlformats.org/drawingml/2006/main" noGrp="1"/>
          </p:cNvSpPr>
          <p:nvPr/>
        </p:nvSpPr>
        <p:spPr>
          <a:xfrm xmlns:a="http://schemas.openxmlformats.org/drawingml/2006/main">
            <a:off x="6219825" y="2419350"/>
            <a:ext cx="15906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275" b="1">
                <a:solidFill>
                  <a:srgbClr val="0F172A"/>
                </a:solidFill>
                <a:latin typeface="Montserrat"/>
                <a:ea typeface="Montserrat"/>
                <a:cs typeface="Montserrat"/>
              </a:defRPr>
            </a:defPPr>
            <a:lvl1pPr algn="ctr">
              <a:defRPr sz="1275" b="1">
                <a:solidFill>
                  <a:srgbClr val="0F172A"/>
                </a:solidFill>
                <a:latin typeface="Montserrat"/>
                <a:ea typeface="Montserrat"/>
                <a:cs typeface="Montserrat"/>
              </a:defRPr>
            </a:lvl1pPr>
            <a:lvl2pPr algn="ctr">
              <a:defRPr sz="1275" b="1">
                <a:solidFill>
                  <a:srgbClr val="0F172A"/>
                </a:solidFill>
                <a:latin typeface="Montserrat"/>
                <a:ea typeface="Montserrat"/>
                <a:cs typeface="Montserrat"/>
              </a:defRPr>
            </a:lvl2pPr>
            <a:lvl3pPr algn="ctr">
              <a:defRPr sz="1275" b="1">
                <a:solidFill>
                  <a:srgbClr val="0F172A"/>
                </a:solidFill>
                <a:latin typeface="Montserrat"/>
                <a:ea typeface="Montserrat"/>
                <a:cs typeface="Montserrat"/>
              </a:defRPr>
            </a:lvl3pPr>
            <a:lvl4pPr algn="ctr">
              <a:defRPr sz="1275" b="1">
                <a:solidFill>
                  <a:srgbClr val="0F172A"/>
                </a:solidFill>
                <a:latin typeface="Montserrat"/>
                <a:ea typeface="Montserrat"/>
                <a:cs typeface="Montserrat"/>
              </a:defRPr>
            </a:lvl4pPr>
            <a:lvl5pPr algn="ctr">
              <a:defRPr sz="1275" b="1">
                <a:solidFill>
                  <a:srgbClr val="0F172A"/>
                </a:solidFill>
                <a:latin typeface="Montserrat"/>
                <a:ea typeface="Montserrat"/>
                <a:cs typeface="Montserrat"/>
              </a:defRPr>
            </a:lvl5pPr>
            <a:lvl6pPr algn="ctr">
              <a:defRPr sz="1275" b="1">
                <a:solidFill>
                  <a:srgbClr val="0F172A"/>
                </a:solidFill>
                <a:latin typeface="Montserrat"/>
                <a:ea typeface="Montserrat"/>
                <a:cs typeface="Montserrat"/>
              </a:defRPr>
            </a:lvl6pPr>
            <a:lvl7pPr algn="ctr">
              <a:defRPr sz="1275" b="1">
                <a:solidFill>
                  <a:srgbClr val="0F172A"/>
                </a:solidFill>
                <a:latin typeface="Montserrat"/>
                <a:ea typeface="Montserrat"/>
                <a:cs typeface="Montserrat"/>
              </a:defRPr>
            </a:lvl7pPr>
            <a:lvl8pPr algn="ctr">
              <a:defRPr sz="1275" b="1">
                <a:solidFill>
                  <a:srgbClr val="0F172A"/>
                </a:solidFill>
                <a:latin typeface="Montserrat"/>
                <a:ea typeface="Montserrat"/>
                <a:cs typeface="Montserrat"/>
              </a:defRPr>
            </a:lvl8pPr>
            <a:lvl9pPr algn="ctr">
              <a:defRPr sz="1275" b="1">
                <a:solidFill>
                  <a:srgbClr val="0F172A"/>
                </a:solidFill>
                <a:latin typeface="Montserrat"/>
                <a:ea typeface="Montserrat"/>
                <a:cs typeface="Montserrat"/>
              </a:defRPr>
            </a:lvl9pPr>
          </a:lstStyle>
          <a:p xmlns:a="http://schemas.openxmlformats.org/drawingml/2006/main">
            <a:pPr algn="ctr">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Test</a:t>
            </a:r>
          </a:p>
        </p:txBody>
      </p:sp>
      <p:sp>
        <p:nvSpPr>
          <p:cNvPr id="48" name="">
            <a:extLst xmlns:a="http://schemas.openxmlformats.org/drawingml/2006/main">
              <a:ext uri="{FF2B5EF4-FFF2-40B4-BE49-F238E27FC236}">
                <a16:creationId xmlns:a16="http://schemas.microsoft.com/office/drawing/2014/main" id="{33533D7F-2100-4C3A-9FA2-5D0A5D9DCDED}"/>
              </a:ext>
            </a:extLst>
          </p:cNvPr>
          <p:cNvSpPr>
            <a:spLocks xmlns:a="http://schemas.openxmlformats.org/drawingml/2006/main" noGrp="1"/>
          </p:cNvSpPr>
          <p:nvPr/>
        </p:nvSpPr>
        <p:spPr>
          <a:xfrm xmlns:a="http://schemas.openxmlformats.org/drawingml/2006/main">
            <a:off x="6181725" y="3057525"/>
            <a:ext cx="16668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050" b="0">
                <a:solidFill>
                  <a:srgbClr val="475569"/>
                </a:solidFill>
                <a:latin typeface="Montserrat"/>
                <a:ea typeface="Montserrat"/>
                <a:cs typeface="Montserrat"/>
              </a:defRPr>
            </a:defPPr>
            <a:lvl1pPr algn="ctr">
              <a:defRPr sz="1050" b="0">
                <a:solidFill>
                  <a:srgbClr val="475569"/>
                </a:solidFill>
                <a:latin typeface="Montserrat"/>
                <a:ea typeface="Montserrat"/>
                <a:cs typeface="Montserrat"/>
              </a:defRPr>
            </a:lvl1pPr>
            <a:lvl2pPr algn="ctr">
              <a:defRPr sz="1050" b="0">
                <a:solidFill>
                  <a:srgbClr val="475569"/>
                </a:solidFill>
                <a:latin typeface="Montserrat"/>
                <a:ea typeface="Montserrat"/>
                <a:cs typeface="Montserrat"/>
              </a:defRPr>
            </a:lvl2pPr>
            <a:lvl3pPr algn="ctr">
              <a:defRPr sz="1050" b="0">
                <a:solidFill>
                  <a:srgbClr val="475569"/>
                </a:solidFill>
                <a:latin typeface="Montserrat"/>
                <a:ea typeface="Montserrat"/>
                <a:cs typeface="Montserrat"/>
              </a:defRPr>
            </a:lvl3pPr>
            <a:lvl4pPr algn="ctr">
              <a:defRPr sz="1050" b="0">
                <a:solidFill>
                  <a:srgbClr val="475569"/>
                </a:solidFill>
                <a:latin typeface="Montserrat"/>
                <a:ea typeface="Montserrat"/>
                <a:cs typeface="Montserrat"/>
              </a:defRPr>
            </a:lvl4pPr>
            <a:lvl5pPr algn="ctr">
              <a:defRPr sz="1050" b="0">
                <a:solidFill>
                  <a:srgbClr val="475569"/>
                </a:solidFill>
                <a:latin typeface="Montserrat"/>
                <a:ea typeface="Montserrat"/>
                <a:cs typeface="Montserrat"/>
              </a:defRPr>
            </a:lvl5pPr>
            <a:lvl6pPr algn="ctr">
              <a:defRPr sz="1050" b="0">
                <a:solidFill>
                  <a:srgbClr val="475569"/>
                </a:solidFill>
                <a:latin typeface="Montserrat"/>
                <a:ea typeface="Montserrat"/>
                <a:cs typeface="Montserrat"/>
              </a:defRPr>
            </a:lvl6pPr>
            <a:lvl7pPr algn="ctr">
              <a:defRPr sz="1050" b="0">
                <a:solidFill>
                  <a:srgbClr val="475569"/>
                </a:solidFill>
                <a:latin typeface="Montserrat"/>
                <a:ea typeface="Montserrat"/>
                <a:cs typeface="Montserrat"/>
              </a:defRPr>
            </a:lvl7pPr>
            <a:lvl8pPr algn="ctr">
              <a:defRPr sz="1050" b="0">
                <a:solidFill>
                  <a:srgbClr val="475569"/>
                </a:solidFill>
                <a:latin typeface="Montserrat"/>
                <a:ea typeface="Montserrat"/>
                <a:cs typeface="Montserrat"/>
              </a:defRPr>
            </a:lvl8pPr>
            <a:lvl9pPr algn="ctr">
              <a:defRPr sz="1050" b="0">
                <a:solidFill>
                  <a:srgbClr val="475569"/>
                </a:solidFill>
                <a:latin typeface="Montserrat"/>
                <a:ea typeface="Montserrat"/>
                <a:cs typeface="Montserrat"/>
              </a:defRPr>
            </a:lvl9pPr>
          </a:lstStyle>
          <a:p xmlns:a="http://schemas.openxmlformats.org/drawingml/2006/main">
            <a:pPr algn="ctr">
              <a:defRPr sz="1050" b="0">
                <a:solidFill>
                  <a:srgbClr val="475569"/>
                </a:solidFill>
                <a:latin typeface="Montserrat"/>
                <a:ea typeface="Montserrat"/>
                <a:cs typeface="Montserrat"/>
              </a:defRPr>
            </a:pPr>
            <a:r>
              <a:rPr sz="1050" b="0">
                <a:solidFill>
                  <a:srgbClr val="475569"/>
                </a:solidFill>
                <a:latin typeface="Montserrat"/>
                <a:ea typeface="Montserrat"/>
                <a:cs typeface="Montserrat"/>
              </a:rPr>
              <a:t>Try it yourself, then let a partner use it.</a:t>
            </a:r>
          </a:p>
        </p:txBody>
      </p:sp>
      <p:sp>
        <p:nvSpPr>
          <p:cNvPr id="49" name="">
            <a:extLst xmlns:a="http://schemas.openxmlformats.org/drawingml/2006/main">
              <a:ext uri="{FF2B5EF4-FFF2-40B4-BE49-F238E27FC236}">
                <a16:creationId xmlns:a16="http://schemas.microsoft.com/office/drawing/2014/main" id="{540CF786-FDF4-4821-8CB2-1971F480BBB6}"/>
              </a:ext>
            </a:extLst>
          </p:cNvPr>
          <p:cNvSpPr>
            <a:spLocks xmlns:a="http://schemas.openxmlformats.org/drawingml/2006/main" noGrp="1"/>
          </p:cNvSpPr>
          <p:nvPr/>
        </p:nvSpPr>
        <p:spPr>
          <a:xfrm xmlns:a="http://schemas.openxmlformats.org/drawingml/2006/main">
            <a:off x="9705975" y="2533650"/>
            <a:ext cx="133350" cy="0"/>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50" name="">
            <a:extLst xmlns:a="http://schemas.openxmlformats.org/drawingml/2006/main">
              <a:ext uri="{FF2B5EF4-FFF2-40B4-BE49-F238E27FC236}">
                <a16:creationId xmlns:a16="http://schemas.microsoft.com/office/drawing/2014/main" id="{63FC6706-B64F-4BDC-A8AF-F9EF9179E17D}"/>
              </a:ext>
            </a:extLst>
          </p:cNvPr>
          <p:cNvSpPr>
            <a:spLocks xmlns:a="http://schemas.openxmlformats.org/drawingml/2006/main" noGrp="1"/>
          </p:cNvSpPr>
          <p:nvPr/>
        </p:nvSpPr>
        <p:spPr>
          <a:xfrm xmlns:a="http://schemas.openxmlformats.org/drawingml/2006/main">
            <a:off x="8001000" y="2238375"/>
            <a:ext cx="1704975" cy="590550"/>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9525">
            <a:solidFill>
              <a:srgbClr val="D8E2EF"/>
            </a:solidFill>
            <a:prstDash val="solid"/>
          </a:ln>
        </p:spPr>
      </p:sp>
      <p:sp>
        <p:nvSpPr>
          <p:cNvPr id="51" name="">
            <a:extLst xmlns:a="http://schemas.openxmlformats.org/drawingml/2006/main">
              <a:ext uri="{FF2B5EF4-FFF2-40B4-BE49-F238E27FC236}">
                <a16:creationId xmlns:a16="http://schemas.microsoft.com/office/drawing/2014/main" id="{4B6F248B-E55D-444E-9D94-B567025EA424}"/>
              </a:ext>
            </a:extLst>
          </p:cNvPr>
          <p:cNvSpPr>
            <a:spLocks xmlns:a="http://schemas.openxmlformats.org/drawingml/2006/main" noGrp="1"/>
          </p:cNvSpPr>
          <p:nvPr/>
        </p:nvSpPr>
        <p:spPr>
          <a:xfrm xmlns:a="http://schemas.openxmlformats.org/drawingml/2006/main">
            <a:off x="8058150" y="2419350"/>
            <a:ext cx="15906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275" b="1">
                <a:solidFill>
                  <a:srgbClr val="0F172A"/>
                </a:solidFill>
                <a:latin typeface="Montserrat"/>
                <a:ea typeface="Montserrat"/>
                <a:cs typeface="Montserrat"/>
              </a:defRPr>
            </a:defPPr>
            <a:lvl1pPr algn="ctr">
              <a:defRPr sz="1275" b="1">
                <a:solidFill>
                  <a:srgbClr val="0F172A"/>
                </a:solidFill>
                <a:latin typeface="Montserrat"/>
                <a:ea typeface="Montserrat"/>
                <a:cs typeface="Montserrat"/>
              </a:defRPr>
            </a:lvl1pPr>
            <a:lvl2pPr algn="ctr">
              <a:defRPr sz="1275" b="1">
                <a:solidFill>
                  <a:srgbClr val="0F172A"/>
                </a:solidFill>
                <a:latin typeface="Montserrat"/>
                <a:ea typeface="Montserrat"/>
                <a:cs typeface="Montserrat"/>
              </a:defRPr>
            </a:lvl2pPr>
            <a:lvl3pPr algn="ctr">
              <a:defRPr sz="1275" b="1">
                <a:solidFill>
                  <a:srgbClr val="0F172A"/>
                </a:solidFill>
                <a:latin typeface="Montserrat"/>
                <a:ea typeface="Montserrat"/>
                <a:cs typeface="Montserrat"/>
              </a:defRPr>
            </a:lvl3pPr>
            <a:lvl4pPr algn="ctr">
              <a:defRPr sz="1275" b="1">
                <a:solidFill>
                  <a:srgbClr val="0F172A"/>
                </a:solidFill>
                <a:latin typeface="Montserrat"/>
                <a:ea typeface="Montserrat"/>
                <a:cs typeface="Montserrat"/>
              </a:defRPr>
            </a:lvl4pPr>
            <a:lvl5pPr algn="ctr">
              <a:defRPr sz="1275" b="1">
                <a:solidFill>
                  <a:srgbClr val="0F172A"/>
                </a:solidFill>
                <a:latin typeface="Montserrat"/>
                <a:ea typeface="Montserrat"/>
                <a:cs typeface="Montserrat"/>
              </a:defRPr>
            </a:lvl5pPr>
            <a:lvl6pPr algn="ctr">
              <a:defRPr sz="1275" b="1">
                <a:solidFill>
                  <a:srgbClr val="0F172A"/>
                </a:solidFill>
                <a:latin typeface="Montserrat"/>
                <a:ea typeface="Montserrat"/>
                <a:cs typeface="Montserrat"/>
              </a:defRPr>
            </a:lvl6pPr>
            <a:lvl7pPr algn="ctr">
              <a:defRPr sz="1275" b="1">
                <a:solidFill>
                  <a:srgbClr val="0F172A"/>
                </a:solidFill>
                <a:latin typeface="Montserrat"/>
                <a:ea typeface="Montserrat"/>
                <a:cs typeface="Montserrat"/>
              </a:defRPr>
            </a:lvl7pPr>
            <a:lvl8pPr algn="ctr">
              <a:defRPr sz="1275" b="1">
                <a:solidFill>
                  <a:srgbClr val="0F172A"/>
                </a:solidFill>
                <a:latin typeface="Montserrat"/>
                <a:ea typeface="Montserrat"/>
                <a:cs typeface="Montserrat"/>
              </a:defRPr>
            </a:lvl8pPr>
            <a:lvl9pPr algn="ctr">
              <a:defRPr sz="1275" b="1">
                <a:solidFill>
                  <a:srgbClr val="0F172A"/>
                </a:solidFill>
                <a:latin typeface="Montserrat"/>
                <a:ea typeface="Montserrat"/>
                <a:cs typeface="Montserrat"/>
              </a:defRPr>
            </a:lvl9pPr>
          </a:lstStyle>
          <a:p xmlns:a="http://schemas.openxmlformats.org/drawingml/2006/main">
            <a:pPr algn="ctr">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Deploy</a:t>
            </a:r>
          </a:p>
        </p:txBody>
      </p:sp>
      <p:sp>
        <p:nvSpPr>
          <p:cNvPr id="52" name="">
            <a:extLst xmlns:a="http://schemas.openxmlformats.org/drawingml/2006/main">
              <a:ext uri="{FF2B5EF4-FFF2-40B4-BE49-F238E27FC236}">
                <a16:creationId xmlns:a16="http://schemas.microsoft.com/office/drawing/2014/main" id="{09C20AC5-1EB7-4420-8314-EFF89534AC79}"/>
              </a:ext>
            </a:extLst>
          </p:cNvPr>
          <p:cNvSpPr>
            <a:spLocks xmlns:a="http://schemas.openxmlformats.org/drawingml/2006/main" noGrp="1"/>
          </p:cNvSpPr>
          <p:nvPr/>
        </p:nvSpPr>
        <p:spPr>
          <a:xfrm xmlns:a="http://schemas.openxmlformats.org/drawingml/2006/main">
            <a:off x="8020050" y="3057525"/>
            <a:ext cx="16668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050" b="0">
                <a:solidFill>
                  <a:srgbClr val="475569"/>
                </a:solidFill>
                <a:latin typeface="Montserrat"/>
                <a:ea typeface="Montserrat"/>
                <a:cs typeface="Montserrat"/>
              </a:defRPr>
            </a:defPPr>
            <a:lvl1pPr algn="ctr">
              <a:defRPr sz="1050" b="0">
                <a:solidFill>
                  <a:srgbClr val="475569"/>
                </a:solidFill>
                <a:latin typeface="Montserrat"/>
                <a:ea typeface="Montserrat"/>
                <a:cs typeface="Montserrat"/>
              </a:defRPr>
            </a:lvl1pPr>
            <a:lvl2pPr algn="ctr">
              <a:defRPr sz="1050" b="0">
                <a:solidFill>
                  <a:srgbClr val="475569"/>
                </a:solidFill>
                <a:latin typeface="Montserrat"/>
                <a:ea typeface="Montserrat"/>
                <a:cs typeface="Montserrat"/>
              </a:defRPr>
            </a:lvl2pPr>
            <a:lvl3pPr algn="ctr">
              <a:defRPr sz="1050" b="0">
                <a:solidFill>
                  <a:srgbClr val="475569"/>
                </a:solidFill>
                <a:latin typeface="Montserrat"/>
                <a:ea typeface="Montserrat"/>
                <a:cs typeface="Montserrat"/>
              </a:defRPr>
            </a:lvl3pPr>
            <a:lvl4pPr algn="ctr">
              <a:defRPr sz="1050" b="0">
                <a:solidFill>
                  <a:srgbClr val="475569"/>
                </a:solidFill>
                <a:latin typeface="Montserrat"/>
                <a:ea typeface="Montserrat"/>
                <a:cs typeface="Montserrat"/>
              </a:defRPr>
            </a:lvl4pPr>
            <a:lvl5pPr algn="ctr">
              <a:defRPr sz="1050" b="0">
                <a:solidFill>
                  <a:srgbClr val="475569"/>
                </a:solidFill>
                <a:latin typeface="Montserrat"/>
                <a:ea typeface="Montserrat"/>
                <a:cs typeface="Montserrat"/>
              </a:defRPr>
            </a:lvl5pPr>
            <a:lvl6pPr algn="ctr">
              <a:defRPr sz="1050" b="0">
                <a:solidFill>
                  <a:srgbClr val="475569"/>
                </a:solidFill>
                <a:latin typeface="Montserrat"/>
                <a:ea typeface="Montserrat"/>
                <a:cs typeface="Montserrat"/>
              </a:defRPr>
            </a:lvl6pPr>
            <a:lvl7pPr algn="ctr">
              <a:defRPr sz="1050" b="0">
                <a:solidFill>
                  <a:srgbClr val="475569"/>
                </a:solidFill>
                <a:latin typeface="Montserrat"/>
                <a:ea typeface="Montserrat"/>
                <a:cs typeface="Montserrat"/>
              </a:defRPr>
            </a:lvl7pPr>
            <a:lvl8pPr algn="ctr">
              <a:defRPr sz="1050" b="0">
                <a:solidFill>
                  <a:srgbClr val="475569"/>
                </a:solidFill>
                <a:latin typeface="Montserrat"/>
                <a:ea typeface="Montserrat"/>
                <a:cs typeface="Montserrat"/>
              </a:defRPr>
            </a:lvl8pPr>
            <a:lvl9pPr algn="ctr">
              <a:defRPr sz="1050" b="0">
                <a:solidFill>
                  <a:srgbClr val="475569"/>
                </a:solidFill>
                <a:latin typeface="Montserrat"/>
                <a:ea typeface="Montserrat"/>
                <a:cs typeface="Montserrat"/>
              </a:defRPr>
            </a:lvl9pPr>
          </a:lstStyle>
          <a:p xmlns:a="http://schemas.openxmlformats.org/drawingml/2006/main">
            <a:pPr algn="ctr">
              <a:defRPr sz="1050" b="0">
                <a:solidFill>
                  <a:srgbClr val="475569"/>
                </a:solidFill>
                <a:latin typeface="Montserrat"/>
                <a:ea typeface="Montserrat"/>
                <a:cs typeface="Montserrat"/>
              </a:defRPr>
            </a:pPr>
            <a:r>
              <a:rPr sz="1050" b="0">
                <a:solidFill>
                  <a:srgbClr val="475569"/>
                </a:solidFill>
                <a:latin typeface="Montserrat"/>
                <a:ea typeface="Montserrat"/>
                <a:cs typeface="Montserrat"/>
              </a:rPr>
              <a:t>Save to GitHub and put it live in Vercel.</a:t>
            </a:r>
          </a:p>
        </p:txBody>
      </p:sp>
      <p:sp>
        <p:nvSpPr>
          <p:cNvPr id="53" name="">
            <a:extLst xmlns:a="http://schemas.openxmlformats.org/drawingml/2006/main">
              <a:ext uri="{FF2B5EF4-FFF2-40B4-BE49-F238E27FC236}">
                <a16:creationId xmlns:a16="http://schemas.microsoft.com/office/drawing/2014/main" id="{953B3B57-949B-4557-BB51-BA9BAD051F2D}"/>
              </a:ext>
            </a:extLst>
          </p:cNvPr>
          <p:cNvSpPr>
            <a:spLocks xmlns:a="http://schemas.openxmlformats.org/drawingml/2006/main" noGrp="1"/>
          </p:cNvSpPr>
          <p:nvPr/>
        </p:nvSpPr>
        <p:spPr>
          <a:xfrm xmlns:a="http://schemas.openxmlformats.org/drawingml/2006/main">
            <a:off x="9839325" y="2238375"/>
            <a:ext cx="1704975" cy="590550"/>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9525">
            <a:solidFill>
              <a:srgbClr val="D8E2EF"/>
            </a:solidFill>
            <a:prstDash val="solid"/>
          </a:ln>
        </p:spPr>
      </p:sp>
      <p:sp>
        <p:nvSpPr>
          <p:cNvPr id="54" name="">
            <a:extLst xmlns:a="http://schemas.openxmlformats.org/drawingml/2006/main">
              <a:ext uri="{FF2B5EF4-FFF2-40B4-BE49-F238E27FC236}">
                <a16:creationId xmlns:a16="http://schemas.microsoft.com/office/drawing/2014/main" id="{32A85E22-2D91-4563-8DFB-19CA348DEF10}"/>
              </a:ext>
            </a:extLst>
          </p:cNvPr>
          <p:cNvSpPr>
            <a:spLocks xmlns:a="http://schemas.openxmlformats.org/drawingml/2006/main" noGrp="1"/>
          </p:cNvSpPr>
          <p:nvPr/>
        </p:nvSpPr>
        <p:spPr>
          <a:xfrm xmlns:a="http://schemas.openxmlformats.org/drawingml/2006/main">
            <a:off x="9896475" y="2419350"/>
            <a:ext cx="15906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275" b="1">
                <a:solidFill>
                  <a:srgbClr val="0F172A"/>
                </a:solidFill>
                <a:latin typeface="Montserrat"/>
                <a:ea typeface="Montserrat"/>
                <a:cs typeface="Montserrat"/>
              </a:defRPr>
            </a:defPPr>
            <a:lvl1pPr algn="ctr">
              <a:defRPr sz="1275" b="1">
                <a:solidFill>
                  <a:srgbClr val="0F172A"/>
                </a:solidFill>
                <a:latin typeface="Montserrat"/>
                <a:ea typeface="Montserrat"/>
                <a:cs typeface="Montserrat"/>
              </a:defRPr>
            </a:lvl1pPr>
            <a:lvl2pPr algn="ctr">
              <a:defRPr sz="1275" b="1">
                <a:solidFill>
                  <a:srgbClr val="0F172A"/>
                </a:solidFill>
                <a:latin typeface="Montserrat"/>
                <a:ea typeface="Montserrat"/>
                <a:cs typeface="Montserrat"/>
              </a:defRPr>
            </a:lvl2pPr>
            <a:lvl3pPr algn="ctr">
              <a:defRPr sz="1275" b="1">
                <a:solidFill>
                  <a:srgbClr val="0F172A"/>
                </a:solidFill>
                <a:latin typeface="Montserrat"/>
                <a:ea typeface="Montserrat"/>
                <a:cs typeface="Montserrat"/>
              </a:defRPr>
            </a:lvl3pPr>
            <a:lvl4pPr algn="ctr">
              <a:defRPr sz="1275" b="1">
                <a:solidFill>
                  <a:srgbClr val="0F172A"/>
                </a:solidFill>
                <a:latin typeface="Montserrat"/>
                <a:ea typeface="Montserrat"/>
                <a:cs typeface="Montserrat"/>
              </a:defRPr>
            </a:lvl4pPr>
            <a:lvl5pPr algn="ctr">
              <a:defRPr sz="1275" b="1">
                <a:solidFill>
                  <a:srgbClr val="0F172A"/>
                </a:solidFill>
                <a:latin typeface="Montserrat"/>
                <a:ea typeface="Montserrat"/>
                <a:cs typeface="Montserrat"/>
              </a:defRPr>
            </a:lvl5pPr>
            <a:lvl6pPr algn="ctr">
              <a:defRPr sz="1275" b="1">
                <a:solidFill>
                  <a:srgbClr val="0F172A"/>
                </a:solidFill>
                <a:latin typeface="Montserrat"/>
                <a:ea typeface="Montserrat"/>
                <a:cs typeface="Montserrat"/>
              </a:defRPr>
            </a:lvl6pPr>
            <a:lvl7pPr algn="ctr">
              <a:defRPr sz="1275" b="1">
                <a:solidFill>
                  <a:srgbClr val="0F172A"/>
                </a:solidFill>
                <a:latin typeface="Montserrat"/>
                <a:ea typeface="Montserrat"/>
                <a:cs typeface="Montserrat"/>
              </a:defRPr>
            </a:lvl7pPr>
            <a:lvl8pPr algn="ctr">
              <a:defRPr sz="1275" b="1">
                <a:solidFill>
                  <a:srgbClr val="0F172A"/>
                </a:solidFill>
                <a:latin typeface="Montserrat"/>
                <a:ea typeface="Montserrat"/>
                <a:cs typeface="Montserrat"/>
              </a:defRPr>
            </a:lvl8pPr>
            <a:lvl9pPr algn="ctr">
              <a:defRPr sz="1275" b="1">
                <a:solidFill>
                  <a:srgbClr val="0F172A"/>
                </a:solidFill>
                <a:latin typeface="Montserrat"/>
                <a:ea typeface="Montserrat"/>
                <a:cs typeface="Montserrat"/>
              </a:defRPr>
            </a:lvl9pPr>
          </a:lstStyle>
          <a:p xmlns:a="http://schemas.openxmlformats.org/drawingml/2006/main">
            <a:pPr algn="ctr">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Maintain</a:t>
            </a:r>
          </a:p>
        </p:txBody>
      </p:sp>
      <p:sp>
        <p:nvSpPr>
          <p:cNvPr id="55" name="">
            <a:extLst xmlns:a="http://schemas.openxmlformats.org/drawingml/2006/main">
              <a:ext uri="{FF2B5EF4-FFF2-40B4-BE49-F238E27FC236}">
                <a16:creationId xmlns:a16="http://schemas.microsoft.com/office/drawing/2014/main" id="{65C1E305-F40D-43FD-9622-341FB0604CA5}"/>
              </a:ext>
            </a:extLst>
          </p:cNvPr>
          <p:cNvSpPr>
            <a:spLocks xmlns:a="http://schemas.openxmlformats.org/drawingml/2006/main" noGrp="1"/>
          </p:cNvSpPr>
          <p:nvPr/>
        </p:nvSpPr>
        <p:spPr>
          <a:xfrm xmlns:a="http://schemas.openxmlformats.org/drawingml/2006/main">
            <a:off x="9858375" y="3057525"/>
            <a:ext cx="16668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050" b="0">
                <a:solidFill>
                  <a:srgbClr val="475569"/>
                </a:solidFill>
                <a:latin typeface="Montserrat"/>
                <a:ea typeface="Montserrat"/>
                <a:cs typeface="Montserrat"/>
              </a:defRPr>
            </a:defPPr>
            <a:lvl1pPr algn="ctr">
              <a:defRPr sz="1050" b="0">
                <a:solidFill>
                  <a:srgbClr val="475569"/>
                </a:solidFill>
                <a:latin typeface="Montserrat"/>
                <a:ea typeface="Montserrat"/>
                <a:cs typeface="Montserrat"/>
              </a:defRPr>
            </a:lvl1pPr>
            <a:lvl2pPr algn="ctr">
              <a:defRPr sz="1050" b="0">
                <a:solidFill>
                  <a:srgbClr val="475569"/>
                </a:solidFill>
                <a:latin typeface="Montserrat"/>
                <a:ea typeface="Montserrat"/>
                <a:cs typeface="Montserrat"/>
              </a:defRPr>
            </a:lvl2pPr>
            <a:lvl3pPr algn="ctr">
              <a:defRPr sz="1050" b="0">
                <a:solidFill>
                  <a:srgbClr val="475569"/>
                </a:solidFill>
                <a:latin typeface="Montserrat"/>
                <a:ea typeface="Montserrat"/>
                <a:cs typeface="Montserrat"/>
              </a:defRPr>
            </a:lvl3pPr>
            <a:lvl4pPr algn="ctr">
              <a:defRPr sz="1050" b="0">
                <a:solidFill>
                  <a:srgbClr val="475569"/>
                </a:solidFill>
                <a:latin typeface="Montserrat"/>
                <a:ea typeface="Montserrat"/>
                <a:cs typeface="Montserrat"/>
              </a:defRPr>
            </a:lvl4pPr>
            <a:lvl5pPr algn="ctr">
              <a:defRPr sz="1050" b="0">
                <a:solidFill>
                  <a:srgbClr val="475569"/>
                </a:solidFill>
                <a:latin typeface="Montserrat"/>
                <a:ea typeface="Montserrat"/>
                <a:cs typeface="Montserrat"/>
              </a:defRPr>
            </a:lvl5pPr>
            <a:lvl6pPr algn="ctr">
              <a:defRPr sz="1050" b="0">
                <a:solidFill>
                  <a:srgbClr val="475569"/>
                </a:solidFill>
                <a:latin typeface="Montserrat"/>
                <a:ea typeface="Montserrat"/>
                <a:cs typeface="Montserrat"/>
              </a:defRPr>
            </a:lvl6pPr>
            <a:lvl7pPr algn="ctr">
              <a:defRPr sz="1050" b="0">
                <a:solidFill>
                  <a:srgbClr val="475569"/>
                </a:solidFill>
                <a:latin typeface="Montserrat"/>
                <a:ea typeface="Montserrat"/>
                <a:cs typeface="Montserrat"/>
              </a:defRPr>
            </a:lvl7pPr>
            <a:lvl8pPr algn="ctr">
              <a:defRPr sz="1050" b="0">
                <a:solidFill>
                  <a:srgbClr val="475569"/>
                </a:solidFill>
                <a:latin typeface="Montserrat"/>
                <a:ea typeface="Montserrat"/>
                <a:cs typeface="Montserrat"/>
              </a:defRPr>
            </a:lvl8pPr>
            <a:lvl9pPr algn="ctr">
              <a:defRPr sz="1050" b="0">
                <a:solidFill>
                  <a:srgbClr val="475569"/>
                </a:solidFill>
                <a:latin typeface="Montserrat"/>
                <a:ea typeface="Montserrat"/>
                <a:cs typeface="Montserrat"/>
              </a:defRPr>
            </a:lvl9pPr>
          </a:lstStyle>
          <a:p xmlns:a="http://schemas.openxmlformats.org/drawingml/2006/main">
            <a:pPr algn="ctr">
              <a:defRPr sz="1050" b="0">
                <a:solidFill>
                  <a:srgbClr val="475569"/>
                </a:solidFill>
                <a:latin typeface="Montserrat"/>
                <a:ea typeface="Montserrat"/>
                <a:cs typeface="Montserrat"/>
              </a:defRPr>
            </a:pPr>
            <a:r>
              <a:rPr sz="1050" b="0">
                <a:solidFill>
                  <a:srgbClr val="475569"/>
                </a:solidFill>
                <a:latin typeface="Montserrat"/>
                <a:ea typeface="Montserrat"/>
                <a:cs typeface="Montserrat"/>
              </a:rPr>
              <a:t>Watch one visitor and plan the next change.</a:t>
            </a:r>
          </a:p>
        </p:txBody>
      </p:sp>
      <p:sp>
        <p:nvSpPr>
          <p:cNvPr id="56" name="">
            <a:extLst xmlns:a="http://schemas.openxmlformats.org/drawingml/2006/main">
              <a:ext uri="{FF2B5EF4-FFF2-40B4-BE49-F238E27FC236}">
                <a16:creationId xmlns:a16="http://schemas.microsoft.com/office/drawing/2014/main" id="{B51718AA-4852-478C-BBB7-5A1FCB626C01}"/>
              </a:ext>
            </a:extLst>
          </p:cNvPr>
          <p:cNvSpPr>
            <a:spLocks xmlns:a="http://schemas.openxmlformats.org/drawingml/2006/main" noGrp="1"/>
          </p:cNvSpPr>
          <p:nvPr/>
        </p:nvSpPr>
        <p:spPr>
          <a:xfrm xmlns:a="http://schemas.openxmlformats.org/drawingml/2006/main">
            <a:off x="647700" y="470535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57" name="">
            <a:extLst xmlns:a="http://schemas.openxmlformats.org/drawingml/2006/main">
              <a:ext uri="{FF2B5EF4-FFF2-40B4-BE49-F238E27FC236}">
                <a16:creationId xmlns:a16="http://schemas.microsoft.com/office/drawing/2014/main" id="{F2A719A6-5B60-4018-95D8-AA743AEA7E5D}"/>
              </a:ext>
            </a:extLst>
          </p:cNvPr>
          <p:cNvSpPr>
            <a:spLocks xmlns:a="http://schemas.openxmlformats.org/drawingml/2006/main" noGrp="1"/>
          </p:cNvSpPr>
          <p:nvPr/>
        </p:nvSpPr>
        <p:spPr>
          <a:xfrm xmlns:a="http://schemas.openxmlformats.org/drawingml/2006/main">
            <a:off x="742950" y="49530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You finish with a checked website in my-first-site and its own Vercel project.</a:t>
            </a:r>
          </a:p>
        </p:txBody>
      </p:sp>
      <p:sp>
        <p:nvSpPr>
          <p:cNvPr id="58" name="">
            <a:extLst xmlns:a="http://schemas.openxmlformats.org/drawingml/2006/main">
              <a:ext uri="{FF2B5EF4-FFF2-40B4-BE49-F238E27FC236}">
                <a16:creationId xmlns:a16="http://schemas.microsoft.com/office/drawing/2014/main" id="{94BDC259-F6F9-41AE-ADDC-3B7597883C39}"/>
              </a:ext>
            </a:extLst>
          </p:cNvPr>
          <p:cNvSpPr>
            <a:spLocks xmlns:a="http://schemas.openxmlformats.org/drawingml/2006/main" noGrp="1"/>
          </p:cNvSpPr>
          <p:nvPr/>
        </p:nvSpPr>
        <p:spPr>
          <a:xfrm xmlns:a="http://schemas.openxmlformats.org/drawingml/2006/main">
            <a:off x="3667125" y="6381750"/>
            <a:ext cx="4857750" cy="0"/>
          </a:xfrm>
          <a:prstGeom xmlns:a="http://schemas.openxmlformats.org/drawingml/2006/main" prst="line">
            <a:avLst/>
          </a:prstGeom>
          <a:noFill xmlns:a="http://schemas.openxmlformats.org/drawingml/2006/main"/>
          <a:ln xmlns:a="http://schemas.openxmlformats.org/drawingml/2006/main" w="5715">
            <a:solidFill>
              <a:srgbClr val="D8E2EF"/>
            </a:solidFill>
            <a:prstDash val="solid"/>
          </a:ln>
        </p:spPr>
      </p:sp>
      <p:sp>
        <p:nvSpPr>
          <p:cNvPr id="59" name="">
            <a:extLst xmlns:a="http://schemas.openxmlformats.org/drawingml/2006/main">
              <a:ext uri="{FF2B5EF4-FFF2-40B4-BE49-F238E27FC236}">
                <a16:creationId xmlns:a16="http://schemas.microsoft.com/office/drawing/2014/main" id="{46332F3D-600A-4D76-B759-29032EAB4B70}"/>
              </a:ext>
            </a:extLst>
          </p:cNvPr>
          <p:cNvSpPr>
            <a:spLocks xmlns:a="http://schemas.openxmlformats.org/drawingml/2006/main" noGrp="1"/>
          </p:cNvSpPr>
          <p:nvPr/>
        </p:nvSpPr>
        <p:spPr>
          <a:xfrm xmlns:a="http://schemas.openxmlformats.org/drawingml/2006/main">
            <a:off x="3667125" y="6381750"/>
            <a:ext cx="361950" cy="0"/>
          </a:xfrm>
          <a:prstGeom xmlns:a="http://schemas.openxmlformats.org/drawingml/2006/main" prst="line">
            <a:avLst/>
          </a:prstGeom>
          <a:noFill xmlns:a="http://schemas.openxmlformats.org/drawingml/2006/main"/>
          <a:ln xmlns:a="http://schemas.openxmlformats.org/drawingml/2006/main" w="28575">
            <a:solidFill>
              <a:srgbClr val="EF8B39"/>
            </a:solidFill>
            <a:prstDash val="solid"/>
          </a:ln>
        </p:spPr>
      </p:sp>
      <p:sp>
        <p:nvSpPr>
          <p:cNvPr id="60" name="">
            <a:extLst xmlns:a="http://schemas.openxmlformats.org/drawingml/2006/main">
              <a:ext uri="{FF2B5EF4-FFF2-40B4-BE49-F238E27FC236}">
                <a16:creationId xmlns:a16="http://schemas.microsoft.com/office/drawing/2014/main" id="{EA0C6CE6-F196-43D8-893F-00A5E9FF7564}"/>
              </a:ext>
            </a:extLst>
          </p:cNvPr>
          <p:cNvSpPr>
            <a:spLocks xmlns:a="http://schemas.openxmlformats.org/drawingml/2006/main" noGrp="1"/>
          </p:cNvSpPr>
          <p:nvPr/>
        </p:nvSpPr>
        <p:spPr>
          <a:xfrm xmlns:a="http://schemas.openxmlformats.org/drawingml/2006/main">
            <a:off x="3619500" y="6334125"/>
            <a:ext cx="95250" cy="95250"/>
          </a:xfrm>
          <a:prstGeom xmlns:a="http://schemas.openxmlformats.org/drawingml/2006/main" prst="ellipse">
            <a:avLst/>
          </a:prstGeom>
          <a:solidFill xmlns:a="http://schemas.openxmlformats.org/drawingml/2006/main">
            <a:srgbClr val="EF8B39"/>
          </a:solidFill>
          <a:ln xmlns:a="http://schemas.openxmlformats.org/drawingml/2006/main" w="9525">
            <a:solidFill>
              <a:srgbClr val="EF8B39"/>
            </a:solidFill>
            <a:prstDash val="solid"/>
          </a:ln>
        </p:spPr>
      </p:sp>
      <p:sp>
        <p:nvSpPr>
          <p:cNvPr id="61" name="">
            <a:extLst xmlns:a="http://schemas.openxmlformats.org/drawingml/2006/main">
              <a:ext uri="{FF2B5EF4-FFF2-40B4-BE49-F238E27FC236}">
                <a16:creationId xmlns:a16="http://schemas.microsoft.com/office/drawing/2014/main" id="{D17D956A-25EB-4561-9214-0320916C1B77}"/>
              </a:ext>
            </a:extLst>
          </p:cNvPr>
          <p:cNvSpPr>
            <a:spLocks xmlns:a="http://schemas.openxmlformats.org/drawingml/2006/main" noGrp="1"/>
          </p:cNvSpPr>
          <p:nvPr/>
        </p:nvSpPr>
        <p:spPr>
          <a:xfrm xmlns:a="http://schemas.openxmlformats.org/drawingml/2006/main">
            <a:off x="32670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1">
                <a:solidFill>
                  <a:srgbClr val="B93800"/>
                </a:solidFill>
                <a:latin typeface="Montserrat"/>
                <a:ea typeface="Montserrat"/>
                <a:cs typeface="Montserrat"/>
              </a:defRPr>
            </a:defPPr>
            <a:lvl1pPr algn="ctr">
              <a:defRPr sz="675" b="1">
                <a:solidFill>
                  <a:srgbClr val="B93800"/>
                </a:solidFill>
                <a:latin typeface="Montserrat"/>
                <a:ea typeface="Montserrat"/>
                <a:cs typeface="Montserrat"/>
              </a:defRPr>
            </a:lvl1pPr>
            <a:lvl2pPr algn="ctr">
              <a:defRPr sz="675" b="1">
                <a:solidFill>
                  <a:srgbClr val="B93800"/>
                </a:solidFill>
                <a:latin typeface="Montserrat"/>
                <a:ea typeface="Montserrat"/>
                <a:cs typeface="Montserrat"/>
              </a:defRPr>
            </a:lvl2pPr>
            <a:lvl3pPr algn="ctr">
              <a:defRPr sz="675" b="1">
                <a:solidFill>
                  <a:srgbClr val="B93800"/>
                </a:solidFill>
                <a:latin typeface="Montserrat"/>
                <a:ea typeface="Montserrat"/>
                <a:cs typeface="Montserrat"/>
              </a:defRPr>
            </a:lvl3pPr>
            <a:lvl4pPr algn="ctr">
              <a:defRPr sz="675" b="1">
                <a:solidFill>
                  <a:srgbClr val="B93800"/>
                </a:solidFill>
                <a:latin typeface="Montserrat"/>
                <a:ea typeface="Montserrat"/>
                <a:cs typeface="Montserrat"/>
              </a:defRPr>
            </a:lvl4pPr>
            <a:lvl5pPr algn="ctr">
              <a:defRPr sz="675" b="1">
                <a:solidFill>
                  <a:srgbClr val="B93800"/>
                </a:solidFill>
                <a:latin typeface="Montserrat"/>
                <a:ea typeface="Montserrat"/>
                <a:cs typeface="Montserrat"/>
              </a:defRPr>
            </a:lvl5pPr>
            <a:lvl6pPr algn="ctr">
              <a:defRPr sz="675" b="1">
                <a:solidFill>
                  <a:srgbClr val="B93800"/>
                </a:solidFill>
                <a:latin typeface="Montserrat"/>
                <a:ea typeface="Montserrat"/>
                <a:cs typeface="Montserrat"/>
              </a:defRPr>
            </a:lvl6pPr>
            <a:lvl7pPr algn="ctr">
              <a:defRPr sz="675" b="1">
                <a:solidFill>
                  <a:srgbClr val="B93800"/>
                </a:solidFill>
                <a:latin typeface="Montserrat"/>
                <a:ea typeface="Montserrat"/>
                <a:cs typeface="Montserrat"/>
              </a:defRPr>
            </a:lvl7pPr>
            <a:lvl8pPr algn="ctr">
              <a:defRPr sz="675" b="1">
                <a:solidFill>
                  <a:srgbClr val="B93800"/>
                </a:solidFill>
                <a:latin typeface="Montserrat"/>
                <a:ea typeface="Montserrat"/>
                <a:cs typeface="Montserrat"/>
              </a:defRPr>
            </a:lvl8pPr>
            <a:lvl9pPr algn="ctr">
              <a:defRPr sz="675" b="1">
                <a:solidFill>
                  <a:srgbClr val="B93800"/>
                </a:solidFill>
                <a:latin typeface="Montserrat"/>
                <a:ea typeface="Montserrat"/>
                <a:cs typeface="Montserrat"/>
              </a:defRPr>
            </a:lvl9pPr>
          </a:lstStyle>
          <a:p xmlns:a="http://schemas.openxmlformats.org/drawingml/2006/main">
            <a:pPr algn="ctr">
              <a:defRPr sz="675" b="1">
                <a:solidFill>
                  <a:srgbClr val="B93800"/>
                </a:solidFill>
                <a:latin typeface="Montserrat"/>
                <a:ea typeface="Montserrat"/>
                <a:cs typeface="Montserrat"/>
              </a:defRPr>
            </a:pPr>
            <a:r>
              <a:rPr sz="675" b="1">
                <a:solidFill>
                  <a:srgbClr val="B93800"/>
                </a:solidFill>
                <a:latin typeface="Montserrat"/>
                <a:ea typeface="Montserrat"/>
                <a:cs typeface="Montserrat"/>
              </a:rPr>
              <a:t>PLAN</a:t>
            </a:r>
          </a:p>
        </p:txBody>
      </p:sp>
      <p:sp>
        <p:nvSpPr>
          <p:cNvPr id="62" name="">
            <a:extLst xmlns:a="http://schemas.openxmlformats.org/drawingml/2006/main">
              <a:ext uri="{FF2B5EF4-FFF2-40B4-BE49-F238E27FC236}">
                <a16:creationId xmlns:a16="http://schemas.microsoft.com/office/drawing/2014/main" id="{216360E1-8CD4-48DA-AE8F-FF155CE2C257}"/>
              </a:ext>
            </a:extLst>
          </p:cNvPr>
          <p:cNvSpPr>
            <a:spLocks xmlns:a="http://schemas.openxmlformats.org/drawingml/2006/main" noGrp="1"/>
          </p:cNvSpPr>
          <p:nvPr/>
        </p:nvSpPr>
        <p:spPr>
          <a:xfrm xmlns:a="http://schemas.openxmlformats.org/drawingml/2006/main">
            <a:off x="46053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63" name="">
            <a:extLst xmlns:a="http://schemas.openxmlformats.org/drawingml/2006/main">
              <a:ext uri="{FF2B5EF4-FFF2-40B4-BE49-F238E27FC236}">
                <a16:creationId xmlns:a16="http://schemas.microsoft.com/office/drawing/2014/main" id="{DBBE76AA-EC7A-4196-8BBC-6CBE4BED71A4}"/>
              </a:ext>
            </a:extLst>
          </p:cNvPr>
          <p:cNvSpPr>
            <a:spLocks xmlns:a="http://schemas.openxmlformats.org/drawingml/2006/main" noGrp="1"/>
          </p:cNvSpPr>
          <p:nvPr/>
        </p:nvSpPr>
        <p:spPr>
          <a:xfrm xmlns:a="http://schemas.openxmlformats.org/drawingml/2006/main">
            <a:off x="42386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DESIGN</a:t>
            </a:r>
          </a:p>
        </p:txBody>
      </p:sp>
      <p:sp>
        <p:nvSpPr>
          <p:cNvPr id="64" name="">
            <a:extLst xmlns:a="http://schemas.openxmlformats.org/drawingml/2006/main">
              <a:ext uri="{FF2B5EF4-FFF2-40B4-BE49-F238E27FC236}">
                <a16:creationId xmlns:a16="http://schemas.microsoft.com/office/drawing/2014/main" id="{6A9AE9E0-9308-4592-BDC4-0BE896C68F06}"/>
              </a:ext>
            </a:extLst>
          </p:cNvPr>
          <p:cNvSpPr>
            <a:spLocks xmlns:a="http://schemas.openxmlformats.org/drawingml/2006/main" noGrp="1"/>
          </p:cNvSpPr>
          <p:nvPr/>
        </p:nvSpPr>
        <p:spPr>
          <a:xfrm xmlns:a="http://schemas.openxmlformats.org/drawingml/2006/main">
            <a:off x="55768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65" name="">
            <a:extLst xmlns:a="http://schemas.openxmlformats.org/drawingml/2006/main">
              <a:ext uri="{FF2B5EF4-FFF2-40B4-BE49-F238E27FC236}">
                <a16:creationId xmlns:a16="http://schemas.microsoft.com/office/drawing/2014/main" id="{1871DC46-A484-4AC3-BB9F-21C0E1EF3A62}"/>
              </a:ext>
            </a:extLst>
          </p:cNvPr>
          <p:cNvSpPr>
            <a:spLocks xmlns:a="http://schemas.openxmlformats.org/drawingml/2006/main" noGrp="1"/>
          </p:cNvSpPr>
          <p:nvPr/>
        </p:nvSpPr>
        <p:spPr>
          <a:xfrm xmlns:a="http://schemas.openxmlformats.org/drawingml/2006/main">
            <a:off x="52101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BUILD</a:t>
            </a:r>
          </a:p>
        </p:txBody>
      </p:sp>
      <p:sp>
        <p:nvSpPr>
          <p:cNvPr id="66" name="">
            <a:extLst xmlns:a="http://schemas.openxmlformats.org/drawingml/2006/main">
              <a:ext uri="{FF2B5EF4-FFF2-40B4-BE49-F238E27FC236}">
                <a16:creationId xmlns:a16="http://schemas.microsoft.com/office/drawing/2014/main" id="{3B0025CA-01EC-4B8C-B14E-F36CFF75C71F}"/>
              </a:ext>
            </a:extLst>
          </p:cNvPr>
          <p:cNvSpPr>
            <a:spLocks xmlns:a="http://schemas.openxmlformats.org/drawingml/2006/main" noGrp="1"/>
          </p:cNvSpPr>
          <p:nvPr/>
        </p:nvSpPr>
        <p:spPr>
          <a:xfrm xmlns:a="http://schemas.openxmlformats.org/drawingml/2006/main">
            <a:off x="65484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67" name="">
            <a:extLst xmlns:a="http://schemas.openxmlformats.org/drawingml/2006/main">
              <a:ext uri="{FF2B5EF4-FFF2-40B4-BE49-F238E27FC236}">
                <a16:creationId xmlns:a16="http://schemas.microsoft.com/office/drawing/2014/main" id="{030A542E-73F2-402E-99F7-DB9777F922FD}"/>
              </a:ext>
            </a:extLst>
          </p:cNvPr>
          <p:cNvSpPr>
            <a:spLocks xmlns:a="http://schemas.openxmlformats.org/drawingml/2006/main" noGrp="1"/>
          </p:cNvSpPr>
          <p:nvPr/>
        </p:nvSpPr>
        <p:spPr>
          <a:xfrm xmlns:a="http://schemas.openxmlformats.org/drawingml/2006/main">
            <a:off x="61817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TEST</a:t>
            </a:r>
          </a:p>
        </p:txBody>
      </p:sp>
      <p:sp>
        <p:nvSpPr>
          <p:cNvPr id="68" name="">
            <a:extLst xmlns:a="http://schemas.openxmlformats.org/drawingml/2006/main">
              <a:ext uri="{FF2B5EF4-FFF2-40B4-BE49-F238E27FC236}">
                <a16:creationId xmlns:a16="http://schemas.microsoft.com/office/drawing/2014/main" id="{F27635D5-96F0-40DD-BBBE-396DEB1A075D}"/>
              </a:ext>
            </a:extLst>
          </p:cNvPr>
          <p:cNvSpPr>
            <a:spLocks xmlns:a="http://schemas.openxmlformats.org/drawingml/2006/main" noGrp="1"/>
          </p:cNvSpPr>
          <p:nvPr/>
        </p:nvSpPr>
        <p:spPr>
          <a:xfrm xmlns:a="http://schemas.openxmlformats.org/drawingml/2006/main">
            <a:off x="75199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69" name="">
            <a:extLst xmlns:a="http://schemas.openxmlformats.org/drawingml/2006/main">
              <a:ext uri="{FF2B5EF4-FFF2-40B4-BE49-F238E27FC236}">
                <a16:creationId xmlns:a16="http://schemas.microsoft.com/office/drawing/2014/main" id="{7655479D-C233-40F2-8FD6-F3DEC9DF534E}"/>
              </a:ext>
            </a:extLst>
          </p:cNvPr>
          <p:cNvSpPr>
            <a:spLocks xmlns:a="http://schemas.openxmlformats.org/drawingml/2006/main" noGrp="1"/>
          </p:cNvSpPr>
          <p:nvPr/>
        </p:nvSpPr>
        <p:spPr>
          <a:xfrm xmlns:a="http://schemas.openxmlformats.org/drawingml/2006/main">
            <a:off x="71532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DEPLOY</a:t>
            </a:r>
          </a:p>
        </p:txBody>
      </p:sp>
      <p:sp>
        <p:nvSpPr>
          <p:cNvPr id="70" name="">
            <a:extLst xmlns:a="http://schemas.openxmlformats.org/drawingml/2006/main">
              <a:ext uri="{FF2B5EF4-FFF2-40B4-BE49-F238E27FC236}">
                <a16:creationId xmlns:a16="http://schemas.microsoft.com/office/drawing/2014/main" id="{A96CC68F-2E76-481B-9A54-3886207E8BBC}"/>
              </a:ext>
            </a:extLst>
          </p:cNvPr>
          <p:cNvSpPr>
            <a:spLocks xmlns:a="http://schemas.openxmlformats.org/drawingml/2006/main" noGrp="1"/>
          </p:cNvSpPr>
          <p:nvPr/>
        </p:nvSpPr>
        <p:spPr>
          <a:xfrm xmlns:a="http://schemas.openxmlformats.org/drawingml/2006/main">
            <a:off x="84915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71" name="">
            <a:extLst xmlns:a="http://schemas.openxmlformats.org/drawingml/2006/main">
              <a:ext uri="{FF2B5EF4-FFF2-40B4-BE49-F238E27FC236}">
                <a16:creationId xmlns:a16="http://schemas.microsoft.com/office/drawing/2014/main" id="{FA8B40DF-756E-4CCF-BAC2-B9906AA1918B}"/>
              </a:ext>
            </a:extLst>
          </p:cNvPr>
          <p:cNvSpPr>
            <a:spLocks xmlns:a="http://schemas.openxmlformats.org/drawingml/2006/main" noGrp="1"/>
          </p:cNvSpPr>
          <p:nvPr/>
        </p:nvSpPr>
        <p:spPr>
          <a:xfrm xmlns:a="http://schemas.openxmlformats.org/drawingml/2006/main">
            <a:off x="81248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MAINTAIN</a:t>
            </a:r>
          </a:p>
        </p:txBody>
      </p:sp>
    </p:spTree>
    <p:extLst>
      <p:ext uri="{BB962C8B-B14F-4D97-AF65-F5344CB8AC3E}">
        <p14:creationId xmlns:p14="http://schemas.microsoft.com/office/powerpoint/2010/main" val="34702102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67AC029D-26FE-4C52-8B86-275B590BD366}"/>
              </a:ext>
            </a:extLst>
          </p:cNvPr>
          <p:cNvPicPr>
            <a:picLocks xmlns:a="http://schemas.openxmlformats.org/drawingml/2006/main" noChangeAspect="1"/>
          </p:cNvPicPr>
          <p:nvPr/>
        </p:nvPicPr>
        <p:blipFill>
          <a:blip xmlns:r="http://schemas.openxmlformats.org/officeDocument/2006/relationships" xmlns:a="http://schemas.openxmlformats.org/drawingml/2006/main" r:embed="Rd8d65172b8f4497f"/>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429090A1-9C77-4937-A153-AB1CF214E231}"/>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27 / 63</a:t>
            </a:r>
            <a:endParaRPr sz="900"/>
          </a:p>
        </p:txBody>
      </p:sp>
      <p:sp>
        <p:nvSpPr>
          <p:cNvPr id="75" name="">
            <a:extLst xmlns:a="http://schemas.openxmlformats.org/drawingml/2006/main">
              <a:ext uri="{FF2B5EF4-FFF2-40B4-BE49-F238E27FC236}">
                <a16:creationId xmlns:a16="http://schemas.microsoft.com/office/drawing/2014/main" id="{156C9095-1527-434D-94B1-7875E22A8867}"/>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EF8B39"/>
                </a:solidFill>
                <a:latin typeface="Montserrat"/>
                <a:ea typeface="Montserrat"/>
                <a:cs typeface="Montserrat"/>
              </a:defRPr>
            </a:defPPr>
            <a:lvl1pPr algn="l">
              <a:defRPr sz="1050" b="1">
                <a:solidFill>
                  <a:srgbClr val="EF8B39"/>
                </a:solidFill>
                <a:latin typeface="Montserrat"/>
                <a:ea typeface="Montserrat"/>
                <a:cs typeface="Montserrat"/>
              </a:defRPr>
            </a:lvl1pPr>
            <a:lvl2pPr algn="l">
              <a:defRPr sz="1050" b="1">
                <a:solidFill>
                  <a:srgbClr val="EF8B39"/>
                </a:solidFill>
                <a:latin typeface="Montserrat"/>
                <a:ea typeface="Montserrat"/>
                <a:cs typeface="Montserrat"/>
              </a:defRPr>
            </a:lvl2pPr>
            <a:lvl3pPr algn="l">
              <a:defRPr sz="1050" b="1">
                <a:solidFill>
                  <a:srgbClr val="EF8B39"/>
                </a:solidFill>
                <a:latin typeface="Montserrat"/>
                <a:ea typeface="Montserrat"/>
                <a:cs typeface="Montserrat"/>
              </a:defRPr>
            </a:lvl3pPr>
            <a:lvl4pPr algn="l">
              <a:defRPr sz="1050" b="1">
                <a:solidFill>
                  <a:srgbClr val="EF8B39"/>
                </a:solidFill>
                <a:latin typeface="Montserrat"/>
                <a:ea typeface="Montserrat"/>
                <a:cs typeface="Montserrat"/>
              </a:defRPr>
            </a:lvl4pPr>
            <a:lvl5pPr algn="l">
              <a:defRPr sz="1050" b="1">
                <a:solidFill>
                  <a:srgbClr val="EF8B39"/>
                </a:solidFill>
                <a:latin typeface="Montserrat"/>
                <a:ea typeface="Montserrat"/>
                <a:cs typeface="Montserrat"/>
              </a:defRPr>
            </a:lvl5pPr>
            <a:lvl6pPr algn="l">
              <a:defRPr sz="1050" b="1">
                <a:solidFill>
                  <a:srgbClr val="EF8B39"/>
                </a:solidFill>
                <a:latin typeface="Montserrat"/>
                <a:ea typeface="Montserrat"/>
                <a:cs typeface="Montserrat"/>
              </a:defRPr>
            </a:lvl6pPr>
            <a:lvl7pPr algn="l">
              <a:defRPr sz="1050" b="1">
                <a:solidFill>
                  <a:srgbClr val="EF8B39"/>
                </a:solidFill>
                <a:latin typeface="Montserrat"/>
                <a:ea typeface="Montserrat"/>
                <a:cs typeface="Montserrat"/>
              </a:defRPr>
            </a:lvl7pPr>
            <a:lvl8pPr algn="l">
              <a:defRPr sz="1050" b="1">
                <a:solidFill>
                  <a:srgbClr val="EF8B39"/>
                </a:solidFill>
                <a:latin typeface="Montserrat"/>
                <a:ea typeface="Montserrat"/>
                <a:cs typeface="Montserrat"/>
              </a:defRPr>
            </a:lvl8pPr>
            <a:lvl9pPr algn="l">
              <a:defRPr sz="1050" b="1">
                <a:solidFill>
                  <a:srgbClr val="EF8B39"/>
                </a:solidFill>
                <a:latin typeface="Montserrat"/>
                <a:ea typeface="Montserrat"/>
                <a:cs typeface="Montserrat"/>
              </a:defRPr>
            </a:lvl9pPr>
          </a:lstStyle>
          <a:p xmlns:a="http://schemas.openxmlformats.org/drawingml/2006/main">
            <a:pPr algn="l">
              <a:defRPr sz="1050" b="1">
                <a:solidFill>
                  <a:srgbClr val="EF8B39"/>
                </a:solidFill>
                <a:latin typeface="Montserrat"/>
                <a:ea typeface="Montserrat"/>
                <a:cs typeface="Montserrat"/>
              </a:defRPr>
            </a:pPr>
            <a:r>
              <a:rPr sz="1050" b="1">
                <a:solidFill>
                  <a:srgbClr val="EF8B39"/>
                </a:solidFill>
                <a:latin typeface="Montserrat"/>
                <a:ea typeface="Montserrat"/>
                <a:cs typeface="Montserrat"/>
              </a:rPr>
              <a:t>// EXERCISE 1 · THE EXAMPLE</a:t>
            </a:r>
          </a:p>
        </p:txBody>
      </p:sp>
      <p:sp>
        <p:nvSpPr>
          <p:cNvPr id="76" name="">
            <a:extLst xmlns:a="http://schemas.openxmlformats.org/drawingml/2006/main">
              <a:ext uri="{FF2B5EF4-FFF2-40B4-BE49-F238E27FC236}">
                <a16:creationId xmlns:a16="http://schemas.microsoft.com/office/drawing/2014/main" id="{363FF5C5-8755-4F88-952A-8A656D6FD732}"/>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B93800"/>
                </a:solidFill>
                <a:latin typeface="Montserrat"/>
                <a:ea typeface="Montserrat"/>
                <a:cs typeface="Montserrat"/>
              </a:defRPr>
            </a:defPPr>
            <a:lvl1pPr algn="r">
              <a:defRPr sz="900" b="0">
                <a:solidFill>
                  <a:srgbClr val="B93800"/>
                </a:solidFill>
                <a:latin typeface="Montserrat"/>
                <a:ea typeface="Montserrat"/>
                <a:cs typeface="Montserrat"/>
              </a:defRPr>
            </a:lvl1pPr>
            <a:lvl2pPr algn="r">
              <a:defRPr sz="900" b="0">
                <a:solidFill>
                  <a:srgbClr val="B93800"/>
                </a:solidFill>
                <a:latin typeface="Montserrat"/>
                <a:ea typeface="Montserrat"/>
                <a:cs typeface="Montserrat"/>
              </a:defRPr>
            </a:lvl2pPr>
            <a:lvl3pPr algn="r">
              <a:defRPr sz="900" b="0">
                <a:solidFill>
                  <a:srgbClr val="B93800"/>
                </a:solidFill>
                <a:latin typeface="Montserrat"/>
                <a:ea typeface="Montserrat"/>
                <a:cs typeface="Montserrat"/>
              </a:defRPr>
            </a:lvl3pPr>
            <a:lvl4pPr algn="r">
              <a:defRPr sz="900" b="0">
                <a:solidFill>
                  <a:srgbClr val="B93800"/>
                </a:solidFill>
                <a:latin typeface="Montserrat"/>
                <a:ea typeface="Montserrat"/>
                <a:cs typeface="Montserrat"/>
              </a:defRPr>
            </a:lvl4pPr>
            <a:lvl5pPr algn="r">
              <a:defRPr sz="900" b="0">
                <a:solidFill>
                  <a:srgbClr val="B93800"/>
                </a:solidFill>
                <a:latin typeface="Montserrat"/>
                <a:ea typeface="Montserrat"/>
                <a:cs typeface="Montserrat"/>
              </a:defRPr>
            </a:lvl5pPr>
            <a:lvl6pPr algn="r">
              <a:defRPr sz="900" b="0">
                <a:solidFill>
                  <a:srgbClr val="B93800"/>
                </a:solidFill>
                <a:latin typeface="Montserrat"/>
                <a:ea typeface="Montserrat"/>
                <a:cs typeface="Montserrat"/>
              </a:defRPr>
            </a:lvl6pPr>
            <a:lvl7pPr algn="r">
              <a:defRPr sz="900" b="0">
                <a:solidFill>
                  <a:srgbClr val="B93800"/>
                </a:solidFill>
                <a:latin typeface="Montserrat"/>
                <a:ea typeface="Montserrat"/>
                <a:cs typeface="Montserrat"/>
              </a:defRPr>
            </a:lvl7pPr>
            <a:lvl8pPr algn="r">
              <a:defRPr sz="900" b="0">
                <a:solidFill>
                  <a:srgbClr val="B93800"/>
                </a:solidFill>
                <a:latin typeface="Montserrat"/>
                <a:ea typeface="Montserrat"/>
                <a:cs typeface="Montserrat"/>
              </a:defRPr>
            </a:lvl8pPr>
            <a:lvl9pPr algn="r">
              <a:defRPr sz="900" b="0">
                <a:solidFill>
                  <a:srgbClr val="B93800"/>
                </a:solidFill>
                <a:latin typeface="Montserrat"/>
                <a:ea typeface="Montserrat"/>
                <a:cs typeface="Montserrat"/>
              </a:defRPr>
            </a:lvl9pPr>
          </a:lstStyle>
          <a:p xmlns:a="http://schemas.openxmlformats.org/drawingml/2006/main">
            <a:pPr algn="r">
              <a:defRPr sz="900" b="0">
                <a:solidFill>
                  <a:srgbClr val="B93800"/>
                </a:solidFill>
                <a:latin typeface="Montserrat"/>
                <a:ea typeface="Montserrat"/>
                <a:cs typeface="Montserrat"/>
              </a:defRPr>
            </a:pPr>
            <a:r>
              <a:rPr sz="900" b="0">
                <a:solidFill>
                  <a:srgbClr val="B93800"/>
                </a:solidFill>
                <a:latin typeface="Montserrat"/>
                <a:ea typeface="Montserrat"/>
                <a:cs typeface="Montserrat"/>
              </a:rPr>
              <a:t>1:40–2:30</a:t>
            </a:r>
          </a:p>
        </p:txBody>
      </p:sp>
      <p:sp>
        <p:nvSpPr>
          <p:cNvPr id="77" name="">
            <a:extLst xmlns:a="http://schemas.openxmlformats.org/drawingml/2006/main">
              <a:ext uri="{FF2B5EF4-FFF2-40B4-BE49-F238E27FC236}">
                <a16:creationId xmlns:a16="http://schemas.microsoft.com/office/drawing/2014/main" id="{20424739-8E7A-4FE9-A6FD-73D65253595D}"/>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Website example</a:t>
            </a:r>
          </a:p>
        </p:txBody>
      </p:sp>
      <p:sp>
        <p:nvSpPr>
          <p:cNvPr id="78" name="">
            <a:extLst xmlns:a="http://schemas.openxmlformats.org/drawingml/2006/main">
              <a:ext uri="{FF2B5EF4-FFF2-40B4-BE49-F238E27FC236}">
                <a16:creationId xmlns:a16="http://schemas.microsoft.com/office/drawing/2014/main" id="{52D5D694-1DB9-4511-AD3C-B1C1C6923BF8}"/>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ALL THINGS AI: ORBIT · RUNNABLE STARTER</a:t>
            </a:r>
          </a:p>
        </p:txBody>
      </p:sp>
      <p:sp>
        <p:nvSpPr>
          <p:cNvPr id="79" name="">
            <a:extLst xmlns:a="http://schemas.openxmlformats.org/drawingml/2006/main">
              <a:ext uri="{FF2B5EF4-FFF2-40B4-BE49-F238E27FC236}">
                <a16:creationId xmlns:a16="http://schemas.microsoft.com/office/drawing/2014/main" id="{887FB71F-AAA6-46CC-9D4A-C4EC3292B5B5}"/>
              </a:ext>
            </a:extLst>
          </p:cNvPr>
          <p:cNvSpPr>
            <a:spLocks xmlns:a="http://schemas.openxmlformats.org/drawingml/2006/main" noGrp="1"/>
          </p:cNvSpPr>
          <p:nvPr/>
        </p:nvSpPr>
        <p:spPr>
          <a:xfrm xmlns:a="http://schemas.openxmlformats.org/drawingml/2006/main">
            <a:off x="742950" y="2286000"/>
            <a:ext cx="342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00" b="1">
                <a:solidFill>
                  <a:srgbClr val="0F172A"/>
                </a:solidFill>
                <a:latin typeface="Montserrat"/>
                <a:ea typeface="Montserrat"/>
                <a:cs typeface="Montserrat"/>
              </a:defRPr>
            </a:defPPr>
            <a:lvl1pPr algn="l">
              <a:defRPr sz="1800" b="1">
                <a:solidFill>
                  <a:srgbClr val="0F172A"/>
                </a:solidFill>
                <a:latin typeface="Montserrat"/>
                <a:ea typeface="Montserrat"/>
                <a:cs typeface="Montserrat"/>
              </a:defRPr>
            </a:lvl1pPr>
            <a:lvl2pPr algn="l">
              <a:defRPr sz="1800" b="1">
                <a:solidFill>
                  <a:srgbClr val="0F172A"/>
                </a:solidFill>
                <a:latin typeface="Montserrat"/>
                <a:ea typeface="Montserrat"/>
                <a:cs typeface="Montserrat"/>
              </a:defRPr>
            </a:lvl2pPr>
            <a:lvl3pPr algn="l">
              <a:defRPr sz="1800" b="1">
                <a:solidFill>
                  <a:srgbClr val="0F172A"/>
                </a:solidFill>
                <a:latin typeface="Montserrat"/>
                <a:ea typeface="Montserrat"/>
                <a:cs typeface="Montserrat"/>
              </a:defRPr>
            </a:lvl3pPr>
            <a:lvl4pPr algn="l">
              <a:defRPr sz="1800" b="1">
                <a:solidFill>
                  <a:srgbClr val="0F172A"/>
                </a:solidFill>
                <a:latin typeface="Montserrat"/>
                <a:ea typeface="Montserrat"/>
                <a:cs typeface="Montserrat"/>
              </a:defRPr>
            </a:lvl4pPr>
            <a:lvl5pPr algn="l">
              <a:defRPr sz="1800" b="1">
                <a:solidFill>
                  <a:srgbClr val="0F172A"/>
                </a:solidFill>
                <a:latin typeface="Montserrat"/>
                <a:ea typeface="Montserrat"/>
                <a:cs typeface="Montserrat"/>
              </a:defRPr>
            </a:lvl5pPr>
            <a:lvl6pPr algn="l">
              <a:defRPr sz="1800" b="1">
                <a:solidFill>
                  <a:srgbClr val="0F172A"/>
                </a:solidFill>
                <a:latin typeface="Montserrat"/>
                <a:ea typeface="Montserrat"/>
                <a:cs typeface="Montserrat"/>
              </a:defRPr>
            </a:lvl6pPr>
            <a:lvl7pPr algn="l">
              <a:defRPr sz="1800" b="1">
                <a:solidFill>
                  <a:srgbClr val="0F172A"/>
                </a:solidFill>
                <a:latin typeface="Montserrat"/>
                <a:ea typeface="Montserrat"/>
                <a:cs typeface="Montserrat"/>
              </a:defRPr>
            </a:lvl7pPr>
            <a:lvl8pPr algn="l">
              <a:defRPr sz="1800" b="1">
                <a:solidFill>
                  <a:srgbClr val="0F172A"/>
                </a:solidFill>
                <a:latin typeface="Montserrat"/>
                <a:ea typeface="Montserrat"/>
                <a:cs typeface="Montserrat"/>
              </a:defRPr>
            </a:lvl8pPr>
            <a:lvl9pPr algn="l">
              <a:defRPr sz="1800" b="1">
                <a:solidFill>
                  <a:srgbClr val="0F172A"/>
                </a:solidFill>
                <a:latin typeface="Montserrat"/>
                <a:ea typeface="Montserrat"/>
                <a:cs typeface="Montserrat"/>
              </a:defRPr>
            </a:lvl9pPr>
          </a:lstStyle>
          <a:p xmlns:a="http://schemas.openxmlformats.org/drawingml/2006/main">
            <a:pPr algn="l">
              <a:defRPr sz="1800" b="1">
                <a:solidFill>
                  <a:srgbClr val="0F172A"/>
                </a:solidFill>
                <a:latin typeface="Montserrat"/>
                <a:ea typeface="Montserrat"/>
                <a:cs typeface="Montserrat"/>
              </a:defRPr>
            </a:pPr>
            <a:r>
              <a:rPr sz="1800" b="1">
                <a:solidFill>
                  <a:srgbClr val="0F172A"/>
                </a:solidFill>
                <a:latin typeface="Montserrat"/>
                <a:ea typeface="Montserrat"/>
                <a:cs typeface="Montserrat"/>
              </a:rPr>
              <a:t>Start with a page that already works.</a:t>
            </a:r>
          </a:p>
        </p:txBody>
      </p:sp>
      <p:sp>
        <p:nvSpPr>
          <p:cNvPr id="80" name="">
            <a:extLst xmlns:a="http://schemas.openxmlformats.org/drawingml/2006/main">
              <a:ext uri="{FF2B5EF4-FFF2-40B4-BE49-F238E27FC236}">
                <a16:creationId xmlns:a16="http://schemas.microsoft.com/office/drawing/2014/main" id="{3745627F-3D23-4B1F-BB71-4C0AC8178152}"/>
              </a:ext>
            </a:extLst>
          </p:cNvPr>
          <p:cNvSpPr>
            <a:spLocks xmlns:a="http://schemas.openxmlformats.org/drawingml/2006/main" noGrp="1"/>
          </p:cNvSpPr>
          <p:nvPr/>
        </p:nvSpPr>
        <p:spPr>
          <a:xfrm xmlns:a="http://schemas.openxmlformats.org/drawingml/2006/main">
            <a:off x="742950" y="3048000"/>
            <a:ext cx="3429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0">
                <a:solidFill>
                  <a:srgbClr val="475569"/>
                </a:solidFill>
                <a:latin typeface="Montserrat"/>
                <a:ea typeface="Montserrat"/>
                <a:cs typeface="Montserrat"/>
              </a:defRPr>
            </a:defPPr>
            <a:lvl1pPr algn="l">
              <a:defRPr sz="1350" b="0">
                <a:solidFill>
                  <a:srgbClr val="475569"/>
                </a:solidFill>
                <a:latin typeface="Montserrat"/>
                <a:ea typeface="Montserrat"/>
                <a:cs typeface="Montserrat"/>
              </a:defRPr>
            </a:lvl1pPr>
            <a:lvl2pPr algn="l">
              <a:defRPr sz="1350" b="0">
                <a:solidFill>
                  <a:srgbClr val="475569"/>
                </a:solidFill>
                <a:latin typeface="Montserrat"/>
                <a:ea typeface="Montserrat"/>
                <a:cs typeface="Montserrat"/>
              </a:defRPr>
            </a:lvl2pPr>
            <a:lvl3pPr algn="l">
              <a:defRPr sz="1350" b="0">
                <a:solidFill>
                  <a:srgbClr val="475569"/>
                </a:solidFill>
                <a:latin typeface="Montserrat"/>
                <a:ea typeface="Montserrat"/>
                <a:cs typeface="Montserrat"/>
              </a:defRPr>
            </a:lvl3pPr>
            <a:lvl4pPr algn="l">
              <a:defRPr sz="1350" b="0">
                <a:solidFill>
                  <a:srgbClr val="475569"/>
                </a:solidFill>
                <a:latin typeface="Montserrat"/>
                <a:ea typeface="Montserrat"/>
                <a:cs typeface="Montserrat"/>
              </a:defRPr>
            </a:lvl4pPr>
            <a:lvl5pPr algn="l">
              <a:defRPr sz="1350" b="0">
                <a:solidFill>
                  <a:srgbClr val="475569"/>
                </a:solidFill>
                <a:latin typeface="Montserrat"/>
                <a:ea typeface="Montserrat"/>
                <a:cs typeface="Montserrat"/>
              </a:defRPr>
            </a:lvl5pPr>
            <a:lvl6pPr algn="l">
              <a:defRPr sz="1350" b="0">
                <a:solidFill>
                  <a:srgbClr val="475569"/>
                </a:solidFill>
                <a:latin typeface="Montserrat"/>
                <a:ea typeface="Montserrat"/>
                <a:cs typeface="Montserrat"/>
              </a:defRPr>
            </a:lvl6pPr>
            <a:lvl7pPr algn="l">
              <a:defRPr sz="1350" b="0">
                <a:solidFill>
                  <a:srgbClr val="475569"/>
                </a:solidFill>
                <a:latin typeface="Montserrat"/>
                <a:ea typeface="Montserrat"/>
                <a:cs typeface="Montserrat"/>
              </a:defRPr>
            </a:lvl7pPr>
            <a:lvl8pPr algn="l">
              <a:defRPr sz="1350" b="0">
                <a:solidFill>
                  <a:srgbClr val="475569"/>
                </a:solidFill>
                <a:latin typeface="Montserrat"/>
                <a:ea typeface="Montserrat"/>
                <a:cs typeface="Montserrat"/>
              </a:defRPr>
            </a:lvl8pPr>
            <a:lvl9pPr algn="l">
              <a:defRPr sz="1350" b="0">
                <a:solidFill>
                  <a:srgbClr val="475569"/>
                </a:solidFill>
                <a:latin typeface="Montserrat"/>
                <a:ea typeface="Montserrat"/>
                <a:cs typeface="Montserrat"/>
              </a:defRPr>
            </a:lvl9pPr>
          </a:lstStyle>
          <a:p xmlns:a="http://schemas.openxmlformats.org/drawingml/2006/main">
            <a:pPr algn="l">
              <a:defRPr sz="1350" b="0">
                <a:solidFill>
                  <a:srgbClr val="475569"/>
                </a:solidFill>
                <a:latin typeface="Montserrat"/>
                <a:ea typeface="Montserrat"/>
                <a:cs typeface="Montserrat"/>
              </a:defRPr>
            </a:pPr>
            <a:r>
              <a:rPr sz="1350" b="0">
                <a:solidFill>
                  <a:srgbClr val="475569"/>
                </a:solidFill>
                <a:latin typeface="Montserrat"/>
                <a:ea typeface="Montserrat"/>
                <a:cs typeface="Montserrat"/>
              </a:rPr>
              <a:t>Change the headline, one section, or the color direction. Keep the main link working. Keep the classroom fan-site label visible.</a:t>
            </a:r>
          </a:p>
        </p:txBody>
      </p:sp>
      <p:sp>
        <p:nvSpPr>
          <p:cNvPr id="81" name="">
            <a:extLst xmlns:a="http://schemas.openxmlformats.org/drawingml/2006/main">
              <a:ext uri="{FF2B5EF4-FFF2-40B4-BE49-F238E27FC236}">
                <a16:creationId xmlns:a16="http://schemas.microsoft.com/office/drawing/2014/main" id="{47E1387F-134C-4DAC-B1F5-84E7F3790ADC}"/>
              </a:ext>
            </a:extLst>
          </p:cNvPr>
          <p:cNvSpPr>
            <a:spLocks xmlns:a="http://schemas.openxmlformats.org/drawingml/2006/main" noGrp="1"/>
          </p:cNvSpPr>
          <p:nvPr/>
        </p:nvSpPr>
        <p:spPr>
          <a:xfrm xmlns:a="http://schemas.openxmlformats.org/drawingml/2006/main">
            <a:off x="4648200" y="1981200"/>
            <a:ext cx="6610350" cy="3181350"/>
          </a:xfrm>
          <a:prstGeom xmlns:a="http://schemas.openxmlformats.org/drawingml/2006/main" prst="roundRect">
            <a:avLst>
              <a:gd name="adj" fmla="val 4192"/>
            </a:avLst>
          </a:prstGeom>
          <a:solidFill xmlns:a="http://schemas.openxmlformats.org/drawingml/2006/main">
            <a:srgbClr val="FFFFFF"/>
          </a:solidFill>
          <a:ln xmlns:a="http://schemas.openxmlformats.org/drawingml/2006/main" w="9525">
            <a:solidFill>
              <a:srgbClr val="D8E2EF"/>
            </a:solidFill>
            <a:prstDash val="solid"/>
          </a:ln>
        </p:spPr>
      </p:sp>
      <p:pic>
        <p:nvPicPr>
          <p:cNvPr id="82" name="">
            <a:extLst xmlns:a="http://schemas.openxmlformats.org/drawingml/2006/main">
              <a:ext uri="{FF2B5EF4-FFF2-40B4-BE49-F238E27FC236}">
                <a16:creationId xmlns:a16="http://schemas.microsoft.com/office/drawing/2014/main" id="{3A00CB04-0A19-4D31-ADB3-BA5AB6D492A3}"/>
              </a:ext>
            </a:extLst>
          </p:cNvPr>
          <p:cNvPicPr>
            <a:picLocks xmlns:a="http://schemas.openxmlformats.org/drawingml/2006/main" noChangeAspect="1"/>
          </p:cNvPicPr>
          <p:nvPr/>
        </p:nvPicPr>
        <p:blipFill>
          <a:blip xmlns:r="http://schemas.openxmlformats.org/officeDocument/2006/relationships" xmlns:a="http://schemas.openxmlformats.org/drawingml/2006/main" r:embed="R0178d6a067494f3e"/>
          <a:stretch xmlns:a="http://schemas.openxmlformats.org/drawingml/2006/main"/>
        </p:blipFill>
        <p:spPr>
          <a:xfrm xmlns:a="http://schemas.openxmlformats.org/drawingml/2006/main">
            <a:off x="5718175" y="2000250"/>
            <a:ext cx="4470400" cy="3143250"/>
          </a:xfrm>
          <a:prstGeom xmlns:a="http://schemas.openxmlformats.org/drawingml/2006/main" prst="rect">
            <a:avLst/>
          </a:prstGeom>
        </p:spPr>
      </p:pic>
      <p:sp>
        <p:nvSpPr>
          <p:cNvPr id="83" name="">
            <a:extLst xmlns:a="http://schemas.openxmlformats.org/drawingml/2006/main">
              <a:ext uri="{FF2B5EF4-FFF2-40B4-BE49-F238E27FC236}">
                <a16:creationId xmlns:a16="http://schemas.microsoft.com/office/drawing/2014/main" id="{6D9CE374-6DE9-455B-A9CB-08E41892CE42}"/>
              </a:ext>
            </a:extLst>
          </p:cNvPr>
          <p:cNvSpPr>
            <a:spLocks xmlns:a="http://schemas.openxmlformats.org/drawingml/2006/main" noGrp="1"/>
          </p:cNvSpPr>
          <p:nvPr/>
        </p:nvSpPr>
        <p:spPr>
          <a:xfrm xmlns:a="http://schemas.openxmlformats.org/drawingml/2006/main">
            <a:off x="647700" y="508635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84" name="">
            <a:extLst xmlns:a="http://schemas.openxmlformats.org/drawingml/2006/main">
              <a:ext uri="{FF2B5EF4-FFF2-40B4-BE49-F238E27FC236}">
                <a16:creationId xmlns:a16="http://schemas.microsoft.com/office/drawing/2014/main" id="{286A5AE7-ADE9-4B72-BA9F-A2DEBAEA5719}"/>
              </a:ext>
            </a:extLst>
          </p:cNvPr>
          <p:cNvSpPr>
            <a:spLocks xmlns:a="http://schemas.openxmlformats.org/drawingml/2006/main" noGrp="1"/>
          </p:cNvSpPr>
          <p:nvPr/>
        </p:nvSpPr>
        <p:spPr>
          <a:xfrm xmlns:a="http://schemas.openxmlformats.org/drawingml/2006/main">
            <a:off x="742950" y="53340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The starter is a real file, not a screenshot you have to recreate.</a:t>
            </a:r>
          </a:p>
        </p:txBody>
      </p:sp>
      <p:sp>
        <p:nvSpPr>
          <p:cNvPr id="85" name="">
            <a:extLst xmlns:a="http://schemas.openxmlformats.org/drawingml/2006/main">
              <a:ext uri="{FF2B5EF4-FFF2-40B4-BE49-F238E27FC236}">
                <a16:creationId xmlns:a16="http://schemas.microsoft.com/office/drawing/2014/main" id="{E55A132F-2C68-4FD7-8F14-F7FCB284A478}"/>
              </a:ext>
            </a:extLst>
          </p:cNvPr>
          <p:cNvSpPr>
            <a:spLocks xmlns:a="http://schemas.openxmlformats.org/drawingml/2006/main" noGrp="1"/>
          </p:cNvSpPr>
          <p:nvPr/>
        </p:nvSpPr>
        <p:spPr>
          <a:xfrm xmlns:a="http://schemas.openxmlformats.org/drawingml/2006/main">
            <a:off x="3667125" y="6381750"/>
            <a:ext cx="4857750" cy="0"/>
          </a:xfrm>
          <a:prstGeom xmlns:a="http://schemas.openxmlformats.org/drawingml/2006/main" prst="line">
            <a:avLst/>
          </a:prstGeom>
          <a:noFill xmlns:a="http://schemas.openxmlformats.org/drawingml/2006/main"/>
          <a:ln xmlns:a="http://schemas.openxmlformats.org/drawingml/2006/main" w="5715">
            <a:solidFill>
              <a:srgbClr val="D8E2EF"/>
            </a:solidFill>
            <a:prstDash val="solid"/>
          </a:ln>
        </p:spPr>
      </p:sp>
      <p:sp>
        <p:nvSpPr>
          <p:cNvPr id="86" name="">
            <a:extLst xmlns:a="http://schemas.openxmlformats.org/drawingml/2006/main">
              <a:ext uri="{FF2B5EF4-FFF2-40B4-BE49-F238E27FC236}">
                <a16:creationId xmlns:a16="http://schemas.microsoft.com/office/drawing/2014/main" id="{D58104F9-7719-4568-939F-785310CC6C94}"/>
              </a:ext>
            </a:extLst>
          </p:cNvPr>
          <p:cNvSpPr>
            <a:spLocks xmlns:a="http://schemas.openxmlformats.org/drawingml/2006/main" noGrp="1"/>
          </p:cNvSpPr>
          <p:nvPr/>
        </p:nvSpPr>
        <p:spPr>
          <a:xfrm xmlns:a="http://schemas.openxmlformats.org/drawingml/2006/main">
            <a:off x="4276725" y="6381750"/>
            <a:ext cx="723900" cy="0"/>
          </a:xfrm>
          <a:prstGeom xmlns:a="http://schemas.openxmlformats.org/drawingml/2006/main" prst="line">
            <a:avLst/>
          </a:prstGeom>
          <a:noFill xmlns:a="http://schemas.openxmlformats.org/drawingml/2006/main"/>
          <a:ln xmlns:a="http://schemas.openxmlformats.org/drawingml/2006/main" w="28575">
            <a:solidFill>
              <a:srgbClr val="EF8B39"/>
            </a:solidFill>
            <a:prstDash val="solid"/>
          </a:ln>
        </p:spPr>
      </p:sp>
      <p:sp>
        <p:nvSpPr>
          <p:cNvPr id="87" name="">
            <a:extLst xmlns:a="http://schemas.openxmlformats.org/drawingml/2006/main">
              <a:ext uri="{FF2B5EF4-FFF2-40B4-BE49-F238E27FC236}">
                <a16:creationId xmlns:a16="http://schemas.microsoft.com/office/drawing/2014/main" id="{4F53AC05-DF9E-45AC-A02C-6BCBDCAECB36}"/>
              </a:ext>
            </a:extLst>
          </p:cNvPr>
          <p:cNvSpPr>
            <a:spLocks xmlns:a="http://schemas.openxmlformats.org/drawingml/2006/main" noGrp="1"/>
          </p:cNvSpPr>
          <p:nvPr/>
        </p:nvSpPr>
        <p:spPr>
          <a:xfrm xmlns:a="http://schemas.openxmlformats.org/drawingml/2006/main">
            <a:off x="36337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88" name="">
            <a:extLst xmlns:a="http://schemas.openxmlformats.org/drawingml/2006/main">
              <a:ext uri="{FF2B5EF4-FFF2-40B4-BE49-F238E27FC236}">
                <a16:creationId xmlns:a16="http://schemas.microsoft.com/office/drawing/2014/main" id="{1E8BDB28-A56E-405E-A274-7511B42BD020}"/>
              </a:ext>
            </a:extLst>
          </p:cNvPr>
          <p:cNvSpPr>
            <a:spLocks xmlns:a="http://schemas.openxmlformats.org/drawingml/2006/main" noGrp="1"/>
          </p:cNvSpPr>
          <p:nvPr/>
        </p:nvSpPr>
        <p:spPr>
          <a:xfrm xmlns:a="http://schemas.openxmlformats.org/drawingml/2006/main">
            <a:off x="32670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PLAN</a:t>
            </a:r>
          </a:p>
        </p:txBody>
      </p:sp>
      <p:sp>
        <p:nvSpPr>
          <p:cNvPr id="89" name="">
            <a:extLst xmlns:a="http://schemas.openxmlformats.org/drawingml/2006/main">
              <a:ext uri="{FF2B5EF4-FFF2-40B4-BE49-F238E27FC236}">
                <a16:creationId xmlns:a16="http://schemas.microsoft.com/office/drawing/2014/main" id="{59714F51-8BDA-43D5-BAE8-69ED15CA7E79}"/>
              </a:ext>
            </a:extLst>
          </p:cNvPr>
          <p:cNvSpPr>
            <a:spLocks xmlns:a="http://schemas.openxmlformats.org/drawingml/2006/main" noGrp="1"/>
          </p:cNvSpPr>
          <p:nvPr/>
        </p:nvSpPr>
        <p:spPr>
          <a:xfrm xmlns:a="http://schemas.openxmlformats.org/drawingml/2006/main">
            <a:off x="4591050" y="6334125"/>
            <a:ext cx="95250" cy="95250"/>
          </a:xfrm>
          <a:prstGeom xmlns:a="http://schemas.openxmlformats.org/drawingml/2006/main" prst="ellipse">
            <a:avLst/>
          </a:prstGeom>
          <a:solidFill xmlns:a="http://schemas.openxmlformats.org/drawingml/2006/main">
            <a:srgbClr val="EF8B39"/>
          </a:solidFill>
          <a:ln xmlns:a="http://schemas.openxmlformats.org/drawingml/2006/main" w="9525">
            <a:solidFill>
              <a:srgbClr val="EF8B39"/>
            </a:solidFill>
            <a:prstDash val="solid"/>
          </a:ln>
        </p:spPr>
      </p:sp>
      <p:sp>
        <p:nvSpPr>
          <p:cNvPr id="90" name="">
            <a:extLst xmlns:a="http://schemas.openxmlformats.org/drawingml/2006/main">
              <a:ext uri="{FF2B5EF4-FFF2-40B4-BE49-F238E27FC236}">
                <a16:creationId xmlns:a16="http://schemas.microsoft.com/office/drawing/2014/main" id="{E46C09DB-23D5-496C-B2F9-C35A665F6388}"/>
              </a:ext>
            </a:extLst>
          </p:cNvPr>
          <p:cNvSpPr>
            <a:spLocks xmlns:a="http://schemas.openxmlformats.org/drawingml/2006/main" noGrp="1"/>
          </p:cNvSpPr>
          <p:nvPr/>
        </p:nvSpPr>
        <p:spPr>
          <a:xfrm xmlns:a="http://schemas.openxmlformats.org/drawingml/2006/main">
            <a:off x="42386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1">
                <a:solidFill>
                  <a:srgbClr val="B93800"/>
                </a:solidFill>
                <a:latin typeface="Montserrat"/>
                <a:ea typeface="Montserrat"/>
                <a:cs typeface="Montserrat"/>
              </a:defRPr>
            </a:defPPr>
            <a:lvl1pPr algn="ctr">
              <a:defRPr sz="675" b="1">
                <a:solidFill>
                  <a:srgbClr val="B93800"/>
                </a:solidFill>
                <a:latin typeface="Montserrat"/>
                <a:ea typeface="Montserrat"/>
                <a:cs typeface="Montserrat"/>
              </a:defRPr>
            </a:lvl1pPr>
            <a:lvl2pPr algn="ctr">
              <a:defRPr sz="675" b="1">
                <a:solidFill>
                  <a:srgbClr val="B93800"/>
                </a:solidFill>
                <a:latin typeface="Montserrat"/>
                <a:ea typeface="Montserrat"/>
                <a:cs typeface="Montserrat"/>
              </a:defRPr>
            </a:lvl2pPr>
            <a:lvl3pPr algn="ctr">
              <a:defRPr sz="675" b="1">
                <a:solidFill>
                  <a:srgbClr val="B93800"/>
                </a:solidFill>
                <a:latin typeface="Montserrat"/>
                <a:ea typeface="Montserrat"/>
                <a:cs typeface="Montserrat"/>
              </a:defRPr>
            </a:lvl3pPr>
            <a:lvl4pPr algn="ctr">
              <a:defRPr sz="675" b="1">
                <a:solidFill>
                  <a:srgbClr val="B93800"/>
                </a:solidFill>
                <a:latin typeface="Montserrat"/>
                <a:ea typeface="Montserrat"/>
                <a:cs typeface="Montserrat"/>
              </a:defRPr>
            </a:lvl4pPr>
            <a:lvl5pPr algn="ctr">
              <a:defRPr sz="675" b="1">
                <a:solidFill>
                  <a:srgbClr val="B93800"/>
                </a:solidFill>
                <a:latin typeface="Montserrat"/>
                <a:ea typeface="Montserrat"/>
                <a:cs typeface="Montserrat"/>
              </a:defRPr>
            </a:lvl5pPr>
            <a:lvl6pPr algn="ctr">
              <a:defRPr sz="675" b="1">
                <a:solidFill>
                  <a:srgbClr val="B93800"/>
                </a:solidFill>
                <a:latin typeface="Montserrat"/>
                <a:ea typeface="Montserrat"/>
                <a:cs typeface="Montserrat"/>
              </a:defRPr>
            </a:lvl6pPr>
            <a:lvl7pPr algn="ctr">
              <a:defRPr sz="675" b="1">
                <a:solidFill>
                  <a:srgbClr val="B93800"/>
                </a:solidFill>
                <a:latin typeface="Montserrat"/>
                <a:ea typeface="Montserrat"/>
                <a:cs typeface="Montserrat"/>
              </a:defRPr>
            </a:lvl7pPr>
            <a:lvl8pPr algn="ctr">
              <a:defRPr sz="675" b="1">
                <a:solidFill>
                  <a:srgbClr val="B93800"/>
                </a:solidFill>
                <a:latin typeface="Montserrat"/>
                <a:ea typeface="Montserrat"/>
                <a:cs typeface="Montserrat"/>
              </a:defRPr>
            </a:lvl8pPr>
            <a:lvl9pPr algn="ctr">
              <a:defRPr sz="675" b="1">
                <a:solidFill>
                  <a:srgbClr val="B93800"/>
                </a:solidFill>
                <a:latin typeface="Montserrat"/>
                <a:ea typeface="Montserrat"/>
                <a:cs typeface="Montserrat"/>
              </a:defRPr>
            </a:lvl9pPr>
          </a:lstStyle>
          <a:p xmlns:a="http://schemas.openxmlformats.org/drawingml/2006/main">
            <a:pPr algn="ctr">
              <a:defRPr sz="675" b="1">
                <a:solidFill>
                  <a:srgbClr val="B93800"/>
                </a:solidFill>
                <a:latin typeface="Montserrat"/>
                <a:ea typeface="Montserrat"/>
                <a:cs typeface="Montserrat"/>
              </a:defRPr>
            </a:pPr>
            <a:r>
              <a:rPr sz="675" b="1">
                <a:solidFill>
                  <a:srgbClr val="B93800"/>
                </a:solidFill>
                <a:latin typeface="Montserrat"/>
                <a:ea typeface="Montserrat"/>
                <a:cs typeface="Montserrat"/>
              </a:rPr>
              <a:t>DESIGN</a:t>
            </a:r>
          </a:p>
        </p:txBody>
      </p:sp>
      <p:sp>
        <p:nvSpPr>
          <p:cNvPr id="91" name="">
            <a:extLst xmlns:a="http://schemas.openxmlformats.org/drawingml/2006/main">
              <a:ext uri="{FF2B5EF4-FFF2-40B4-BE49-F238E27FC236}">
                <a16:creationId xmlns:a16="http://schemas.microsoft.com/office/drawing/2014/main" id="{6B14991B-1AA3-4BF9-B148-7D6B3B6BAE2F}"/>
              </a:ext>
            </a:extLst>
          </p:cNvPr>
          <p:cNvSpPr>
            <a:spLocks xmlns:a="http://schemas.openxmlformats.org/drawingml/2006/main" noGrp="1"/>
          </p:cNvSpPr>
          <p:nvPr/>
        </p:nvSpPr>
        <p:spPr>
          <a:xfrm xmlns:a="http://schemas.openxmlformats.org/drawingml/2006/main">
            <a:off x="55768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92" name="">
            <a:extLst xmlns:a="http://schemas.openxmlformats.org/drawingml/2006/main">
              <a:ext uri="{FF2B5EF4-FFF2-40B4-BE49-F238E27FC236}">
                <a16:creationId xmlns:a16="http://schemas.microsoft.com/office/drawing/2014/main" id="{00A2FA31-D553-4CB1-930A-35E57C03D0C7}"/>
              </a:ext>
            </a:extLst>
          </p:cNvPr>
          <p:cNvSpPr>
            <a:spLocks xmlns:a="http://schemas.openxmlformats.org/drawingml/2006/main" noGrp="1"/>
          </p:cNvSpPr>
          <p:nvPr/>
        </p:nvSpPr>
        <p:spPr>
          <a:xfrm xmlns:a="http://schemas.openxmlformats.org/drawingml/2006/main">
            <a:off x="52101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BUILD</a:t>
            </a:r>
          </a:p>
        </p:txBody>
      </p:sp>
      <p:sp>
        <p:nvSpPr>
          <p:cNvPr id="93" name="">
            <a:extLst xmlns:a="http://schemas.openxmlformats.org/drawingml/2006/main">
              <a:ext uri="{FF2B5EF4-FFF2-40B4-BE49-F238E27FC236}">
                <a16:creationId xmlns:a16="http://schemas.microsoft.com/office/drawing/2014/main" id="{46C8FFCD-0B7A-4CAE-AF31-4068F9985625}"/>
              </a:ext>
            </a:extLst>
          </p:cNvPr>
          <p:cNvSpPr>
            <a:spLocks xmlns:a="http://schemas.openxmlformats.org/drawingml/2006/main" noGrp="1"/>
          </p:cNvSpPr>
          <p:nvPr/>
        </p:nvSpPr>
        <p:spPr>
          <a:xfrm xmlns:a="http://schemas.openxmlformats.org/drawingml/2006/main">
            <a:off x="65484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94" name="">
            <a:extLst xmlns:a="http://schemas.openxmlformats.org/drawingml/2006/main">
              <a:ext uri="{FF2B5EF4-FFF2-40B4-BE49-F238E27FC236}">
                <a16:creationId xmlns:a16="http://schemas.microsoft.com/office/drawing/2014/main" id="{82FDF552-C3D3-4591-8A7A-46FDD6071C9A}"/>
              </a:ext>
            </a:extLst>
          </p:cNvPr>
          <p:cNvSpPr>
            <a:spLocks xmlns:a="http://schemas.openxmlformats.org/drawingml/2006/main" noGrp="1"/>
          </p:cNvSpPr>
          <p:nvPr/>
        </p:nvSpPr>
        <p:spPr>
          <a:xfrm xmlns:a="http://schemas.openxmlformats.org/drawingml/2006/main">
            <a:off x="61817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TEST</a:t>
            </a:r>
          </a:p>
        </p:txBody>
      </p:sp>
      <p:sp>
        <p:nvSpPr>
          <p:cNvPr id="95" name="">
            <a:extLst xmlns:a="http://schemas.openxmlformats.org/drawingml/2006/main">
              <a:ext uri="{FF2B5EF4-FFF2-40B4-BE49-F238E27FC236}">
                <a16:creationId xmlns:a16="http://schemas.microsoft.com/office/drawing/2014/main" id="{DF9B65A3-83E4-4B07-B6BF-AB2AED144350}"/>
              </a:ext>
            </a:extLst>
          </p:cNvPr>
          <p:cNvSpPr>
            <a:spLocks xmlns:a="http://schemas.openxmlformats.org/drawingml/2006/main" noGrp="1"/>
          </p:cNvSpPr>
          <p:nvPr/>
        </p:nvSpPr>
        <p:spPr>
          <a:xfrm xmlns:a="http://schemas.openxmlformats.org/drawingml/2006/main">
            <a:off x="75199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96" name="">
            <a:extLst xmlns:a="http://schemas.openxmlformats.org/drawingml/2006/main">
              <a:ext uri="{FF2B5EF4-FFF2-40B4-BE49-F238E27FC236}">
                <a16:creationId xmlns:a16="http://schemas.microsoft.com/office/drawing/2014/main" id="{41B6102F-62E8-4648-B33B-53C14AE6FDA8}"/>
              </a:ext>
            </a:extLst>
          </p:cNvPr>
          <p:cNvSpPr>
            <a:spLocks xmlns:a="http://schemas.openxmlformats.org/drawingml/2006/main" noGrp="1"/>
          </p:cNvSpPr>
          <p:nvPr/>
        </p:nvSpPr>
        <p:spPr>
          <a:xfrm xmlns:a="http://schemas.openxmlformats.org/drawingml/2006/main">
            <a:off x="71532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DEPLOY</a:t>
            </a:r>
          </a:p>
        </p:txBody>
      </p:sp>
      <p:sp>
        <p:nvSpPr>
          <p:cNvPr id="97" name="">
            <a:extLst xmlns:a="http://schemas.openxmlformats.org/drawingml/2006/main">
              <a:ext uri="{FF2B5EF4-FFF2-40B4-BE49-F238E27FC236}">
                <a16:creationId xmlns:a16="http://schemas.microsoft.com/office/drawing/2014/main" id="{167A6082-5757-44DA-A501-3F442F76DF64}"/>
              </a:ext>
            </a:extLst>
          </p:cNvPr>
          <p:cNvSpPr>
            <a:spLocks xmlns:a="http://schemas.openxmlformats.org/drawingml/2006/main" noGrp="1"/>
          </p:cNvSpPr>
          <p:nvPr/>
        </p:nvSpPr>
        <p:spPr>
          <a:xfrm xmlns:a="http://schemas.openxmlformats.org/drawingml/2006/main">
            <a:off x="84915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98" name="">
            <a:extLst xmlns:a="http://schemas.openxmlformats.org/drawingml/2006/main">
              <a:ext uri="{FF2B5EF4-FFF2-40B4-BE49-F238E27FC236}">
                <a16:creationId xmlns:a16="http://schemas.microsoft.com/office/drawing/2014/main" id="{A57C914C-22DA-47E2-BEE2-93CED658E727}"/>
              </a:ext>
            </a:extLst>
          </p:cNvPr>
          <p:cNvSpPr>
            <a:spLocks xmlns:a="http://schemas.openxmlformats.org/drawingml/2006/main" noGrp="1"/>
          </p:cNvSpPr>
          <p:nvPr/>
        </p:nvSpPr>
        <p:spPr>
          <a:xfrm xmlns:a="http://schemas.openxmlformats.org/drawingml/2006/main">
            <a:off x="81248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MAINTAIN</a:t>
            </a:r>
          </a:p>
        </p:txBody>
      </p:sp>
    </p:spTree>
    <p:extLst>
      <p:ext uri="{BB962C8B-B14F-4D97-AF65-F5344CB8AC3E}">
        <p14:creationId xmlns:p14="http://schemas.microsoft.com/office/powerpoint/2010/main" val="136915146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40B62E19-7A6E-4755-9CD3-E88D07430F30}"/>
              </a:ext>
            </a:extLst>
          </p:cNvPr>
          <p:cNvPicPr>
            <a:picLocks xmlns:a="http://schemas.openxmlformats.org/drawingml/2006/main" noChangeAspect="1"/>
          </p:cNvPicPr>
          <p:nvPr/>
        </p:nvPicPr>
        <p:blipFill>
          <a:blip xmlns:r="http://schemas.openxmlformats.org/officeDocument/2006/relationships" xmlns:a="http://schemas.openxmlformats.org/drawingml/2006/main" r:embed="Rdec51b2388444675"/>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C8437825-A503-4ECC-85CF-F2C7AAA57E6C}"/>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28 / 63</a:t>
            </a:r>
            <a:endParaRPr sz="900"/>
          </a:p>
        </p:txBody>
      </p:sp>
      <p:sp>
        <p:nvSpPr>
          <p:cNvPr id="84" name="">
            <a:extLst xmlns:a="http://schemas.openxmlformats.org/drawingml/2006/main">
              <a:ext uri="{FF2B5EF4-FFF2-40B4-BE49-F238E27FC236}">
                <a16:creationId xmlns:a16="http://schemas.microsoft.com/office/drawing/2014/main" id="{4F956FE7-EC03-49E6-9228-2D37173B3EFD}"/>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307FE2"/>
                </a:solidFill>
                <a:latin typeface="Montserrat"/>
                <a:ea typeface="Montserrat"/>
                <a:cs typeface="Montserrat"/>
              </a:defRPr>
            </a:defPPr>
            <a:lvl1pPr algn="l">
              <a:defRPr sz="1050" b="1">
                <a:solidFill>
                  <a:srgbClr val="307FE2"/>
                </a:solidFill>
                <a:latin typeface="Montserrat"/>
                <a:ea typeface="Montserrat"/>
                <a:cs typeface="Montserrat"/>
              </a:defRPr>
            </a:lvl1pPr>
            <a:lvl2pPr algn="l">
              <a:defRPr sz="1050" b="1">
                <a:solidFill>
                  <a:srgbClr val="307FE2"/>
                </a:solidFill>
                <a:latin typeface="Montserrat"/>
                <a:ea typeface="Montserrat"/>
                <a:cs typeface="Montserrat"/>
              </a:defRPr>
            </a:lvl2pPr>
            <a:lvl3pPr algn="l">
              <a:defRPr sz="1050" b="1">
                <a:solidFill>
                  <a:srgbClr val="307FE2"/>
                </a:solidFill>
                <a:latin typeface="Montserrat"/>
                <a:ea typeface="Montserrat"/>
                <a:cs typeface="Montserrat"/>
              </a:defRPr>
            </a:lvl3pPr>
            <a:lvl4pPr algn="l">
              <a:defRPr sz="1050" b="1">
                <a:solidFill>
                  <a:srgbClr val="307FE2"/>
                </a:solidFill>
                <a:latin typeface="Montserrat"/>
                <a:ea typeface="Montserrat"/>
                <a:cs typeface="Montserrat"/>
              </a:defRPr>
            </a:lvl4pPr>
            <a:lvl5pPr algn="l">
              <a:defRPr sz="1050" b="1">
                <a:solidFill>
                  <a:srgbClr val="307FE2"/>
                </a:solidFill>
                <a:latin typeface="Montserrat"/>
                <a:ea typeface="Montserrat"/>
                <a:cs typeface="Montserrat"/>
              </a:defRPr>
            </a:lvl5pPr>
            <a:lvl6pPr algn="l">
              <a:defRPr sz="1050" b="1">
                <a:solidFill>
                  <a:srgbClr val="307FE2"/>
                </a:solidFill>
                <a:latin typeface="Montserrat"/>
                <a:ea typeface="Montserrat"/>
                <a:cs typeface="Montserrat"/>
              </a:defRPr>
            </a:lvl6pPr>
            <a:lvl7pPr algn="l">
              <a:defRPr sz="1050" b="1">
                <a:solidFill>
                  <a:srgbClr val="307FE2"/>
                </a:solidFill>
                <a:latin typeface="Montserrat"/>
                <a:ea typeface="Montserrat"/>
                <a:cs typeface="Montserrat"/>
              </a:defRPr>
            </a:lvl7pPr>
            <a:lvl8pPr algn="l">
              <a:defRPr sz="1050" b="1">
                <a:solidFill>
                  <a:srgbClr val="307FE2"/>
                </a:solidFill>
                <a:latin typeface="Montserrat"/>
                <a:ea typeface="Montserrat"/>
                <a:cs typeface="Montserrat"/>
              </a:defRPr>
            </a:lvl8pPr>
            <a:lvl9pPr algn="l">
              <a:defRPr sz="1050" b="1">
                <a:solidFill>
                  <a:srgbClr val="307FE2"/>
                </a:solidFill>
                <a:latin typeface="Montserrat"/>
                <a:ea typeface="Montserrat"/>
                <a:cs typeface="Montserrat"/>
              </a:defRPr>
            </a:lvl9pPr>
          </a:lstStyle>
          <a:p xmlns:a="http://schemas.openxmlformats.org/drawingml/2006/main">
            <a:pPr algn="l">
              <a:defRPr sz="1050" b="1">
                <a:solidFill>
                  <a:srgbClr val="307FE2"/>
                </a:solidFill>
                <a:latin typeface="Montserrat"/>
                <a:ea typeface="Montserrat"/>
                <a:cs typeface="Montserrat"/>
              </a:defRPr>
            </a:pPr>
            <a:r>
              <a:rPr sz="1050" b="1">
                <a:solidFill>
                  <a:srgbClr val="307FE2"/>
                </a:solidFill>
                <a:latin typeface="Montserrat"/>
                <a:ea typeface="Montserrat"/>
                <a:cs typeface="Montserrat"/>
              </a:rPr>
              <a:t>// EXERCISE 1 · PLAN</a:t>
            </a:r>
          </a:p>
        </p:txBody>
      </p:sp>
      <p:sp>
        <p:nvSpPr>
          <p:cNvPr id="85" name="">
            <a:extLst xmlns:a="http://schemas.openxmlformats.org/drawingml/2006/main">
              <a:ext uri="{FF2B5EF4-FFF2-40B4-BE49-F238E27FC236}">
                <a16:creationId xmlns:a16="http://schemas.microsoft.com/office/drawing/2014/main" id="{83C1B9E9-943D-4923-A874-A1C901FF6684}"/>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94A3B8"/>
                </a:solidFill>
                <a:latin typeface="Montserrat"/>
                <a:ea typeface="Montserrat"/>
                <a:cs typeface="Montserrat"/>
              </a:defRPr>
            </a:defPPr>
            <a:lvl1pPr algn="r">
              <a:defRPr sz="900" b="0">
                <a:solidFill>
                  <a:srgbClr val="94A3B8"/>
                </a:solidFill>
                <a:latin typeface="Montserrat"/>
                <a:ea typeface="Montserrat"/>
                <a:cs typeface="Montserrat"/>
              </a:defRPr>
            </a:lvl1pPr>
            <a:lvl2pPr algn="r">
              <a:defRPr sz="900" b="0">
                <a:solidFill>
                  <a:srgbClr val="94A3B8"/>
                </a:solidFill>
                <a:latin typeface="Montserrat"/>
                <a:ea typeface="Montserrat"/>
                <a:cs typeface="Montserrat"/>
              </a:defRPr>
            </a:lvl2pPr>
            <a:lvl3pPr algn="r">
              <a:defRPr sz="900" b="0">
                <a:solidFill>
                  <a:srgbClr val="94A3B8"/>
                </a:solidFill>
                <a:latin typeface="Montserrat"/>
                <a:ea typeface="Montserrat"/>
                <a:cs typeface="Montserrat"/>
              </a:defRPr>
            </a:lvl3pPr>
            <a:lvl4pPr algn="r">
              <a:defRPr sz="900" b="0">
                <a:solidFill>
                  <a:srgbClr val="94A3B8"/>
                </a:solidFill>
                <a:latin typeface="Montserrat"/>
                <a:ea typeface="Montserrat"/>
                <a:cs typeface="Montserrat"/>
              </a:defRPr>
            </a:lvl4pPr>
            <a:lvl5pPr algn="r">
              <a:defRPr sz="900" b="0">
                <a:solidFill>
                  <a:srgbClr val="94A3B8"/>
                </a:solidFill>
                <a:latin typeface="Montserrat"/>
                <a:ea typeface="Montserrat"/>
                <a:cs typeface="Montserrat"/>
              </a:defRPr>
            </a:lvl5pPr>
            <a:lvl6pPr algn="r">
              <a:defRPr sz="900" b="0">
                <a:solidFill>
                  <a:srgbClr val="94A3B8"/>
                </a:solidFill>
                <a:latin typeface="Montserrat"/>
                <a:ea typeface="Montserrat"/>
                <a:cs typeface="Montserrat"/>
              </a:defRPr>
            </a:lvl6pPr>
            <a:lvl7pPr algn="r">
              <a:defRPr sz="900" b="0">
                <a:solidFill>
                  <a:srgbClr val="94A3B8"/>
                </a:solidFill>
                <a:latin typeface="Montserrat"/>
                <a:ea typeface="Montserrat"/>
                <a:cs typeface="Montserrat"/>
              </a:defRPr>
            </a:lvl7pPr>
            <a:lvl8pPr algn="r">
              <a:defRPr sz="900" b="0">
                <a:solidFill>
                  <a:srgbClr val="94A3B8"/>
                </a:solidFill>
                <a:latin typeface="Montserrat"/>
                <a:ea typeface="Montserrat"/>
                <a:cs typeface="Montserrat"/>
              </a:defRPr>
            </a:lvl8pPr>
            <a:lvl9pPr algn="r">
              <a:defRPr sz="900" b="0">
                <a:solidFill>
                  <a:srgbClr val="94A3B8"/>
                </a:solidFill>
                <a:latin typeface="Montserrat"/>
                <a:ea typeface="Montserrat"/>
                <a:cs typeface="Montserrat"/>
              </a:defRPr>
            </a:lvl9pPr>
          </a:lstStyle>
          <a:p xmlns:a="http://schemas.openxmlformats.org/drawingml/2006/main">
            <a:pPr algn="r">
              <a:defRPr sz="900" b="0">
                <a:solidFill>
                  <a:srgbClr val="94A3B8"/>
                </a:solidFill>
                <a:latin typeface="Montserrat"/>
                <a:ea typeface="Montserrat"/>
                <a:cs typeface="Montserrat"/>
              </a:defRPr>
            </a:pPr>
            <a:r>
              <a:rPr sz="900" b="0">
                <a:solidFill>
                  <a:srgbClr val="94A3B8"/>
                </a:solidFill>
                <a:latin typeface="Montserrat"/>
                <a:ea typeface="Montserrat"/>
                <a:cs typeface="Montserrat"/>
              </a:rPr>
              <a:t>1:40–2:30</a:t>
            </a:r>
          </a:p>
        </p:txBody>
      </p:sp>
      <p:sp>
        <p:nvSpPr>
          <p:cNvPr id="86" name="">
            <a:extLst xmlns:a="http://schemas.openxmlformats.org/drawingml/2006/main">
              <a:ext uri="{FF2B5EF4-FFF2-40B4-BE49-F238E27FC236}">
                <a16:creationId xmlns:a16="http://schemas.microsoft.com/office/drawing/2014/main" id="{09E3C60F-4B9A-476F-8C44-E2E89F8EE21C}"/>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Plan the website</a:t>
            </a:r>
          </a:p>
        </p:txBody>
      </p:sp>
      <p:sp>
        <p:nvSpPr>
          <p:cNvPr id="87" name="">
            <a:extLst xmlns:a="http://schemas.openxmlformats.org/drawingml/2006/main">
              <a:ext uri="{FF2B5EF4-FFF2-40B4-BE49-F238E27FC236}">
                <a16:creationId xmlns:a16="http://schemas.microsoft.com/office/drawing/2014/main" id="{80454FAE-7EDA-4985-895A-A374B5D12C95}"/>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PLAIN LANGUAGE FIRST · NO CODE YET</a:t>
            </a:r>
          </a:p>
        </p:txBody>
      </p:sp>
      <p:sp>
        <p:nvSpPr>
          <p:cNvPr id="88" name="">
            <a:extLst xmlns:a="http://schemas.openxmlformats.org/drawingml/2006/main">
              <a:ext uri="{FF2B5EF4-FFF2-40B4-BE49-F238E27FC236}">
                <a16:creationId xmlns:a16="http://schemas.microsoft.com/office/drawing/2014/main" id="{A3302E61-361D-4A09-A790-483F58FBE04C}"/>
              </a:ext>
            </a:extLst>
          </p:cNvPr>
          <p:cNvSpPr>
            <a:spLocks xmlns:a="http://schemas.openxmlformats.org/drawingml/2006/main" noGrp="1"/>
          </p:cNvSpPr>
          <p:nvPr/>
        </p:nvSpPr>
        <p:spPr>
          <a:xfrm xmlns:a="http://schemas.openxmlformats.org/drawingml/2006/main">
            <a:off x="647700" y="2009775"/>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89" name="">
            <a:extLst xmlns:a="http://schemas.openxmlformats.org/drawingml/2006/main">
              <a:ext uri="{FF2B5EF4-FFF2-40B4-BE49-F238E27FC236}">
                <a16:creationId xmlns:a16="http://schemas.microsoft.com/office/drawing/2014/main" id="{976565D1-BDB6-47E0-8AA5-347DA92EB23B}"/>
              </a:ext>
            </a:extLst>
          </p:cNvPr>
          <p:cNvSpPr>
            <a:spLocks xmlns:a="http://schemas.openxmlformats.org/drawingml/2006/main" noGrp="1"/>
          </p:cNvSpPr>
          <p:nvPr/>
        </p:nvSpPr>
        <p:spPr>
          <a:xfrm xmlns:a="http://schemas.openxmlformats.org/drawingml/2006/main">
            <a:off x="742950"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01</a:t>
            </a:r>
          </a:p>
        </p:txBody>
      </p:sp>
      <p:sp>
        <p:nvSpPr>
          <p:cNvPr id="90" name="">
            <a:extLst xmlns:a="http://schemas.openxmlformats.org/drawingml/2006/main">
              <a:ext uri="{FF2B5EF4-FFF2-40B4-BE49-F238E27FC236}">
                <a16:creationId xmlns:a16="http://schemas.microsoft.com/office/drawing/2014/main" id="{EEC43B9D-0E1E-47E5-829E-DBEDEDC3EADF}"/>
              </a:ext>
            </a:extLst>
          </p:cNvPr>
          <p:cNvSpPr>
            <a:spLocks xmlns:a="http://schemas.openxmlformats.org/drawingml/2006/main" noGrp="1"/>
          </p:cNvSpPr>
          <p:nvPr/>
        </p:nvSpPr>
        <p:spPr>
          <a:xfrm xmlns:a="http://schemas.openxmlformats.org/drawingml/2006/main">
            <a:off x="742950"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Visitor</a:t>
            </a:r>
          </a:p>
        </p:txBody>
      </p:sp>
      <p:sp>
        <p:nvSpPr>
          <p:cNvPr id="91" name="">
            <a:extLst xmlns:a="http://schemas.openxmlformats.org/drawingml/2006/main">
              <a:ext uri="{FF2B5EF4-FFF2-40B4-BE49-F238E27FC236}">
                <a16:creationId xmlns:a16="http://schemas.microsoft.com/office/drawing/2014/main" id="{994530D6-BD86-409A-800B-29DBCFF25489}"/>
              </a:ext>
            </a:extLst>
          </p:cNvPr>
          <p:cNvSpPr>
            <a:spLocks xmlns:a="http://schemas.openxmlformats.org/drawingml/2006/main" noGrp="1"/>
          </p:cNvSpPr>
          <p:nvPr/>
        </p:nvSpPr>
        <p:spPr>
          <a:xfrm xmlns:a="http://schemas.openxmlformats.org/drawingml/2006/main">
            <a:off x="742950"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Who should understand this page when they open it?</a:t>
            </a:r>
          </a:p>
        </p:txBody>
      </p:sp>
      <p:sp>
        <p:nvSpPr>
          <p:cNvPr id="92" name="">
            <a:extLst xmlns:a="http://schemas.openxmlformats.org/drawingml/2006/main">
              <a:ext uri="{FF2B5EF4-FFF2-40B4-BE49-F238E27FC236}">
                <a16:creationId xmlns:a16="http://schemas.microsoft.com/office/drawing/2014/main" id="{32EAC1AD-8565-4363-B470-CE345E6AD488}"/>
              </a:ext>
            </a:extLst>
          </p:cNvPr>
          <p:cNvSpPr>
            <a:spLocks xmlns:a="http://schemas.openxmlformats.org/drawingml/2006/main" noGrp="1"/>
          </p:cNvSpPr>
          <p:nvPr/>
        </p:nvSpPr>
        <p:spPr>
          <a:xfrm xmlns:a="http://schemas.openxmlformats.org/drawingml/2006/main">
            <a:off x="3362325"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93" name="">
            <a:extLst xmlns:a="http://schemas.openxmlformats.org/drawingml/2006/main">
              <a:ext uri="{FF2B5EF4-FFF2-40B4-BE49-F238E27FC236}">
                <a16:creationId xmlns:a16="http://schemas.microsoft.com/office/drawing/2014/main" id="{C047F327-307A-4FD4-A214-C5FFDAEFFDE6}"/>
              </a:ext>
            </a:extLst>
          </p:cNvPr>
          <p:cNvSpPr>
            <a:spLocks xmlns:a="http://schemas.openxmlformats.org/drawingml/2006/main" noGrp="1"/>
          </p:cNvSpPr>
          <p:nvPr/>
        </p:nvSpPr>
        <p:spPr>
          <a:xfrm xmlns:a="http://schemas.openxmlformats.org/drawingml/2006/main">
            <a:off x="3476625"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02</a:t>
            </a:r>
          </a:p>
        </p:txBody>
      </p:sp>
      <p:sp>
        <p:nvSpPr>
          <p:cNvPr id="94" name="">
            <a:extLst xmlns:a="http://schemas.openxmlformats.org/drawingml/2006/main">
              <a:ext uri="{FF2B5EF4-FFF2-40B4-BE49-F238E27FC236}">
                <a16:creationId xmlns:a16="http://schemas.microsoft.com/office/drawing/2014/main" id="{F3EAA352-5179-4189-AE90-1ED953F8487D}"/>
              </a:ext>
            </a:extLst>
          </p:cNvPr>
          <p:cNvSpPr>
            <a:spLocks xmlns:a="http://schemas.openxmlformats.org/drawingml/2006/main" noGrp="1"/>
          </p:cNvSpPr>
          <p:nvPr/>
        </p:nvSpPr>
        <p:spPr>
          <a:xfrm xmlns:a="http://schemas.openxmlformats.org/drawingml/2006/main">
            <a:off x="3476625"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Main action</a:t>
            </a:r>
          </a:p>
        </p:txBody>
      </p:sp>
      <p:sp>
        <p:nvSpPr>
          <p:cNvPr id="95" name="">
            <a:extLst xmlns:a="http://schemas.openxmlformats.org/drawingml/2006/main">
              <a:ext uri="{FF2B5EF4-FFF2-40B4-BE49-F238E27FC236}">
                <a16:creationId xmlns:a16="http://schemas.microsoft.com/office/drawing/2014/main" id="{B75A8E75-3192-44CB-B076-B4CDA6755EB1}"/>
              </a:ext>
            </a:extLst>
          </p:cNvPr>
          <p:cNvSpPr>
            <a:spLocks xmlns:a="http://schemas.openxmlformats.org/drawingml/2006/main" noGrp="1"/>
          </p:cNvSpPr>
          <p:nvPr/>
        </p:nvSpPr>
        <p:spPr>
          <a:xfrm xmlns:a="http://schemas.openxmlformats.org/drawingml/2006/main">
            <a:off x="3476625"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What is the one link or button they should use?</a:t>
            </a:r>
          </a:p>
        </p:txBody>
      </p:sp>
      <p:sp>
        <p:nvSpPr>
          <p:cNvPr id="96" name="">
            <a:extLst xmlns:a="http://schemas.openxmlformats.org/drawingml/2006/main">
              <a:ext uri="{FF2B5EF4-FFF2-40B4-BE49-F238E27FC236}">
                <a16:creationId xmlns:a16="http://schemas.microsoft.com/office/drawing/2014/main" id="{758F8DA8-43E9-43C7-A750-5E08B427A940}"/>
              </a:ext>
            </a:extLst>
          </p:cNvPr>
          <p:cNvSpPr>
            <a:spLocks xmlns:a="http://schemas.openxmlformats.org/drawingml/2006/main" noGrp="1"/>
          </p:cNvSpPr>
          <p:nvPr/>
        </p:nvSpPr>
        <p:spPr>
          <a:xfrm xmlns:a="http://schemas.openxmlformats.org/drawingml/2006/main">
            <a:off x="6096000"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97" name="">
            <a:extLst xmlns:a="http://schemas.openxmlformats.org/drawingml/2006/main">
              <a:ext uri="{FF2B5EF4-FFF2-40B4-BE49-F238E27FC236}">
                <a16:creationId xmlns:a16="http://schemas.microsoft.com/office/drawing/2014/main" id="{7D671536-3E95-48C8-885F-EDAF25B43277}"/>
              </a:ext>
            </a:extLst>
          </p:cNvPr>
          <p:cNvSpPr>
            <a:spLocks xmlns:a="http://schemas.openxmlformats.org/drawingml/2006/main" noGrp="1"/>
          </p:cNvSpPr>
          <p:nvPr/>
        </p:nvSpPr>
        <p:spPr>
          <a:xfrm xmlns:a="http://schemas.openxmlformats.org/drawingml/2006/main">
            <a:off x="6210300"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03</a:t>
            </a:r>
          </a:p>
        </p:txBody>
      </p:sp>
      <p:sp>
        <p:nvSpPr>
          <p:cNvPr id="98" name="">
            <a:extLst xmlns:a="http://schemas.openxmlformats.org/drawingml/2006/main">
              <a:ext uri="{FF2B5EF4-FFF2-40B4-BE49-F238E27FC236}">
                <a16:creationId xmlns:a16="http://schemas.microsoft.com/office/drawing/2014/main" id="{30FC8B33-1553-4ABA-B34A-25813556F18C}"/>
              </a:ext>
            </a:extLst>
          </p:cNvPr>
          <p:cNvSpPr>
            <a:spLocks xmlns:a="http://schemas.openxmlformats.org/drawingml/2006/main" noGrp="1"/>
          </p:cNvSpPr>
          <p:nvPr/>
        </p:nvSpPr>
        <p:spPr>
          <a:xfrm xmlns:a="http://schemas.openxmlformats.org/drawingml/2006/main">
            <a:off x="6210300"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Boundary</a:t>
            </a:r>
          </a:p>
        </p:txBody>
      </p:sp>
      <p:sp>
        <p:nvSpPr>
          <p:cNvPr id="99" name="">
            <a:extLst xmlns:a="http://schemas.openxmlformats.org/drawingml/2006/main">
              <a:ext uri="{FF2B5EF4-FFF2-40B4-BE49-F238E27FC236}">
                <a16:creationId xmlns:a16="http://schemas.microsoft.com/office/drawing/2014/main" id="{605DA54C-167B-47C3-8C2A-EDBFD57F0FCD}"/>
              </a:ext>
            </a:extLst>
          </p:cNvPr>
          <p:cNvSpPr>
            <a:spLocks xmlns:a="http://schemas.openxmlformats.org/drawingml/2006/main" noGrp="1"/>
          </p:cNvSpPr>
          <p:nvPr/>
        </p:nvSpPr>
        <p:spPr>
          <a:xfrm xmlns:a="http://schemas.openxmlformats.org/drawingml/2006/main">
            <a:off x="6210300"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What should the page never claim, collect, or pretend to do?</a:t>
            </a:r>
          </a:p>
        </p:txBody>
      </p:sp>
      <p:sp>
        <p:nvSpPr>
          <p:cNvPr id="100" name="">
            <a:extLst xmlns:a="http://schemas.openxmlformats.org/drawingml/2006/main">
              <a:ext uri="{FF2B5EF4-FFF2-40B4-BE49-F238E27FC236}">
                <a16:creationId xmlns:a16="http://schemas.microsoft.com/office/drawing/2014/main" id="{C44BCD0D-053B-4C1C-BB16-402D11D4B2E9}"/>
              </a:ext>
            </a:extLst>
          </p:cNvPr>
          <p:cNvSpPr>
            <a:spLocks xmlns:a="http://schemas.openxmlformats.org/drawingml/2006/main" noGrp="1"/>
          </p:cNvSpPr>
          <p:nvPr/>
        </p:nvSpPr>
        <p:spPr>
          <a:xfrm xmlns:a="http://schemas.openxmlformats.org/drawingml/2006/main">
            <a:off x="8829675"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101" name="">
            <a:extLst xmlns:a="http://schemas.openxmlformats.org/drawingml/2006/main">
              <a:ext uri="{FF2B5EF4-FFF2-40B4-BE49-F238E27FC236}">
                <a16:creationId xmlns:a16="http://schemas.microsoft.com/office/drawing/2014/main" id="{1F1E4B08-1651-4C4D-930F-C9313F8A8EFF}"/>
              </a:ext>
            </a:extLst>
          </p:cNvPr>
          <p:cNvSpPr>
            <a:spLocks xmlns:a="http://schemas.openxmlformats.org/drawingml/2006/main" noGrp="1"/>
          </p:cNvSpPr>
          <p:nvPr/>
        </p:nvSpPr>
        <p:spPr>
          <a:xfrm xmlns:a="http://schemas.openxmlformats.org/drawingml/2006/main">
            <a:off x="8943975"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04</a:t>
            </a:r>
          </a:p>
        </p:txBody>
      </p:sp>
      <p:sp>
        <p:nvSpPr>
          <p:cNvPr id="102" name="">
            <a:extLst xmlns:a="http://schemas.openxmlformats.org/drawingml/2006/main">
              <a:ext uri="{FF2B5EF4-FFF2-40B4-BE49-F238E27FC236}">
                <a16:creationId xmlns:a16="http://schemas.microsoft.com/office/drawing/2014/main" id="{8AF36CA9-6210-49F3-B75F-448174AF9A34}"/>
              </a:ext>
            </a:extLst>
          </p:cNvPr>
          <p:cNvSpPr>
            <a:spLocks xmlns:a="http://schemas.openxmlformats.org/drawingml/2006/main" noGrp="1"/>
          </p:cNvSpPr>
          <p:nvPr/>
        </p:nvSpPr>
        <p:spPr>
          <a:xfrm xmlns:a="http://schemas.openxmlformats.org/drawingml/2006/main">
            <a:off x="8943975"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Proof</a:t>
            </a:r>
          </a:p>
        </p:txBody>
      </p:sp>
      <p:sp>
        <p:nvSpPr>
          <p:cNvPr id="103" name="">
            <a:extLst xmlns:a="http://schemas.openxmlformats.org/drawingml/2006/main">
              <a:ext uri="{FF2B5EF4-FFF2-40B4-BE49-F238E27FC236}">
                <a16:creationId xmlns:a16="http://schemas.microsoft.com/office/drawing/2014/main" id="{98807A33-7C4B-47B5-8EF1-197EA3B639CC}"/>
              </a:ext>
            </a:extLst>
          </p:cNvPr>
          <p:cNvSpPr>
            <a:spLocks xmlns:a="http://schemas.openxmlformats.org/drawingml/2006/main" noGrp="1"/>
          </p:cNvSpPr>
          <p:nvPr/>
        </p:nvSpPr>
        <p:spPr>
          <a:xfrm xmlns:a="http://schemas.openxmlformats.org/drawingml/2006/main">
            <a:off x="8943975"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What will you click or observe to know the page works?</a:t>
            </a:r>
          </a:p>
        </p:txBody>
      </p:sp>
      <p:sp>
        <p:nvSpPr>
          <p:cNvPr id="104" name="">
            <a:extLst xmlns:a="http://schemas.openxmlformats.org/drawingml/2006/main">
              <a:ext uri="{FF2B5EF4-FFF2-40B4-BE49-F238E27FC236}">
                <a16:creationId xmlns:a16="http://schemas.microsoft.com/office/drawing/2014/main" id="{B9E68FF6-1759-4055-B20F-5435DAD12388}"/>
              </a:ext>
            </a:extLst>
          </p:cNvPr>
          <p:cNvSpPr>
            <a:spLocks xmlns:a="http://schemas.openxmlformats.org/drawingml/2006/main" noGrp="1"/>
          </p:cNvSpPr>
          <p:nvPr/>
        </p:nvSpPr>
        <p:spPr>
          <a:xfrm xmlns:a="http://schemas.openxmlformats.org/drawingml/2006/main">
            <a:off x="647700" y="470535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105" name="">
            <a:extLst xmlns:a="http://schemas.openxmlformats.org/drawingml/2006/main">
              <a:ext uri="{FF2B5EF4-FFF2-40B4-BE49-F238E27FC236}">
                <a16:creationId xmlns:a16="http://schemas.microsoft.com/office/drawing/2014/main" id="{CFBCCE5C-5D74-4E21-9C71-A941697543EC}"/>
              </a:ext>
            </a:extLst>
          </p:cNvPr>
          <p:cNvSpPr>
            <a:spLocks xmlns:a="http://schemas.openxmlformats.org/drawingml/2006/main" noGrp="1"/>
          </p:cNvSpPr>
          <p:nvPr/>
        </p:nvSpPr>
        <p:spPr>
          <a:xfrm xmlns:a="http://schemas.openxmlformats.org/drawingml/2006/main">
            <a:off x="742950" y="49530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If you cannot explain the main action without code, the page is still too big.</a:t>
            </a:r>
          </a:p>
        </p:txBody>
      </p:sp>
      <p:sp>
        <p:nvSpPr>
          <p:cNvPr id="106" name="">
            <a:extLst xmlns:a="http://schemas.openxmlformats.org/drawingml/2006/main">
              <a:ext uri="{FF2B5EF4-FFF2-40B4-BE49-F238E27FC236}">
                <a16:creationId xmlns:a16="http://schemas.microsoft.com/office/drawing/2014/main" id="{377A871E-A23B-49B2-BAB0-3AA11109B551}"/>
              </a:ext>
            </a:extLst>
          </p:cNvPr>
          <p:cNvSpPr>
            <a:spLocks xmlns:a="http://schemas.openxmlformats.org/drawingml/2006/main" noGrp="1"/>
          </p:cNvSpPr>
          <p:nvPr/>
        </p:nvSpPr>
        <p:spPr>
          <a:xfrm xmlns:a="http://schemas.openxmlformats.org/drawingml/2006/main">
            <a:off x="3667125" y="6381750"/>
            <a:ext cx="4857750" cy="0"/>
          </a:xfrm>
          <a:prstGeom xmlns:a="http://schemas.openxmlformats.org/drawingml/2006/main" prst="line">
            <a:avLst/>
          </a:prstGeom>
          <a:noFill xmlns:a="http://schemas.openxmlformats.org/drawingml/2006/main"/>
          <a:ln xmlns:a="http://schemas.openxmlformats.org/drawingml/2006/main" w="5715">
            <a:solidFill>
              <a:srgbClr val="D8E2EF"/>
            </a:solidFill>
            <a:prstDash val="solid"/>
          </a:ln>
        </p:spPr>
      </p:sp>
      <p:sp>
        <p:nvSpPr>
          <p:cNvPr id="107" name="">
            <a:extLst xmlns:a="http://schemas.openxmlformats.org/drawingml/2006/main">
              <a:ext uri="{FF2B5EF4-FFF2-40B4-BE49-F238E27FC236}">
                <a16:creationId xmlns:a16="http://schemas.microsoft.com/office/drawing/2014/main" id="{FBC6D45C-1BDB-4A4F-AEB1-398A8BA58839}"/>
              </a:ext>
            </a:extLst>
          </p:cNvPr>
          <p:cNvSpPr>
            <a:spLocks xmlns:a="http://schemas.openxmlformats.org/drawingml/2006/main" noGrp="1"/>
          </p:cNvSpPr>
          <p:nvPr/>
        </p:nvSpPr>
        <p:spPr>
          <a:xfrm xmlns:a="http://schemas.openxmlformats.org/drawingml/2006/main">
            <a:off x="3667125" y="6381750"/>
            <a:ext cx="361950" cy="0"/>
          </a:xfrm>
          <a:prstGeom xmlns:a="http://schemas.openxmlformats.org/drawingml/2006/main" prst="line">
            <a:avLst/>
          </a:prstGeom>
          <a:noFill xmlns:a="http://schemas.openxmlformats.org/drawingml/2006/main"/>
          <a:ln xmlns:a="http://schemas.openxmlformats.org/drawingml/2006/main" w="28575">
            <a:solidFill>
              <a:srgbClr val="EF8B39"/>
            </a:solidFill>
            <a:prstDash val="solid"/>
          </a:ln>
        </p:spPr>
      </p:sp>
      <p:sp>
        <p:nvSpPr>
          <p:cNvPr id="108" name="">
            <a:extLst xmlns:a="http://schemas.openxmlformats.org/drawingml/2006/main">
              <a:ext uri="{FF2B5EF4-FFF2-40B4-BE49-F238E27FC236}">
                <a16:creationId xmlns:a16="http://schemas.microsoft.com/office/drawing/2014/main" id="{E143DAB9-2E40-4250-B9B6-0C5713E3D24B}"/>
              </a:ext>
            </a:extLst>
          </p:cNvPr>
          <p:cNvSpPr>
            <a:spLocks xmlns:a="http://schemas.openxmlformats.org/drawingml/2006/main" noGrp="1"/>
          </p:cNvSpPr>
          <p:nvPr/>
        </p:nvSpPr>
        <p:spPr>
          <a:xfrm xmlns:a="http://schemas.openxmlformats.org/drawingml/2006/main">
            <a:off x="3619500" y="6334125"/>
            <a:ext cx="95250" cy="95250"/>
          </a:xfrm>
          <a:prstGeom xmlns:a="http://schemas.openxmlformats.org/drawingml/2006/main" prst="ellipse">
            <a:avLst/>
          </a:prstGeom>
          <a:solidFill xmlns:a="http://schemas.openxmlformats.org/drawingml/2006/main">
            <a:srgbClr val="EF8B39"/>
          </a:solidFill>
          <a:ln xmlns:a="http://schemas.openxmlformats.org/drawingml/2006/main" w="9525">
            <a:solidFill>
              <a:srgbClr val="EF8B39"/>
            </a:solidFill>
            <a:prstDash val="solid"/>
          </a:ln>
        </p:spPr>
      </p:sp>
      <p:sp>
        <p:nvSpPr>
          <p:cNvPr id="109" name="">
            <a:extLst xmlns:a="http://schemas.openxmlformats.org/drawingml/2006/main">
              <a:ext uri="{FF2B5EF4-FFF2-40B4-BE49-F238E27FC236}">
                <a16:creationId xmlns:a16="http://schemas.microsoft.com/office/drawing/2014/main" id="{D274C1B7-60F3-4D42-9FE0-3B14048255EF}"/>
              </a:ext>
            </a:extLst>
          </p:cNvPr>
          <p:cNvSpPr>
            <a:spLocks xmlns:a="http://schemas.openxmlformats.org/drawingml/2006/main" noGrp="1"/>
          </p:cNvSpPr>
          <p:nvPr/>
        </p:nvSpPr>
        <p:spPr>
          <a:xfrm xmlns:a="http://schemas.openxmlformats.org/drawingml/2006/main">
            <a:off x="32670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1">
                <a:solidFill>
                  <a:srgbClr val="B93800"/>
                </a:solidFill>
                <a:latin typeface="Montserrat"/>
                <a:ea typeface="Montserrat"/>
                <a:cs typeface="Montserrat"/>
              </a:defRPr>
            </a:defPPr>
            <a:lvl1pPr algn="ctr">
              <a:defRPr sz="675" b="1">
                <a:solidFill>
                  <a:srgbClr val="B93800"/>
                </a:solidFill>
                <a:latin typeface="Montserrat"/>
                <a:ea typeface="Montserrat"/>
                <a:cs typeface="Montserrat"/>
              </a:defRPr>
            </a:lvl1pPr>
            <a:lvl2pPr algn="ctr">
              <a:defRPr sz="675" b="1">
                <a:solidFill>
                  <a:srgbClr val="B93800"/>
                </a:solidFill>
                <a:latin typeface="Montserrat"/>
                <a:ea typeface="Montserrat"/>
                <a:cs typeface="Montserrat"/>
              </a:defRPr>
            </a:lvl2pPr>
            <a:lvl3pPr algn="ctr">
              <a:defRPr sz="675" b="1">
                <a:solidFill>
                  <a:srgbClr val="B93800"/>
                </a:solidFill>
                <a:latin typeface="Montserrat"/>
                <a:ea typeface="Montserrat"/>
                <a:cs typeface="Montserrat"/>
              </a:defRPr>
            </a:lvl3pPr>
            <a:lvl4pPr algn="ctr">
              <a:defRPr sz="675" b="1">
                <a:solidFill>
                  <a:srgbClr val="B93800"/>
                </a:solidFill>
                <a:latin typeface="Montserrat"/>
                <a:ea typeface="Montserrat"/>
                <a:cs typeface="Montserrat"/>
              </a:defRPr>
            </a:lvl4pPr>
            <a:lvl5pPr algn="ctr">
              <a:defRPr sz="675" b="1">
                <a:solidFill>
                  <a:srgbClr val="B93800"/>
                </a:solidFill>
                <a:latin typeface="Montserrat"/>
                <a:ea typeface="Montserrat"/>
                <a:cs typeface="Montserrat"/>
              </a:defRPr>
            </a:lvl5pPr>
            <a:lvl6pPr algn="ctr">
              <a:defRPr sz="675" b="1">
                <a:solidFill>
                  <a:srgbClr val="B93800"/>
                </a:solidFill>
                <a:latin typeface="Montserrat"/>
                <a:ea typeface="Montserrat"/>
                <a:cs typeface="Montserrat"/>
              </a:defRPr>
            </a:lvl6pPr>
            <a:lvl7pPr algn="ctr">
              <a:defRPr sz="675" b="1">
                <a:solidFill>
                  <a:srgbClr val="B93800"/>
                </a:solidFill>
                <a:latin typeface="Montserrat"/>
                <a:ea typeface="Montserrat"/>
                <a:cs typeface="Montserrat"/>
              </a:defRPr>
            </a:lvl7pPr>
            <a:lvl8pPr algn="ctr">
              <a:defRPr sz="675" b="1">
                <a:solidFill>
                  <a:srgbClr val="B93800"/>
                </a:solidFill>
                <a:latin typeface="Montserrat"/>
                <a:ea typeface="Montserrat"/>
                <a:cs typeface="Montserrat"/>
              </a:defRPr>
            </a:lvl8pPr>
            <a:lvl9pPr algn="ctr">
              <a:defRPr sz="675" b="1">
                <a:solidFill>
                  <a:srgbClr val="B93800"/>
                </a:solidFill>
                <a:latin typeface="Montserrat"/>
                <a:ea typeface="Montserrat"/>
                <a:cs typeface="Montserrat"/>
              </a:defRPr>
            </a:lvl9pPr>
          </a:lstStyle>
          <a:p xmlns:a="http://schemas.openxmlformats.org/drawingml/2006/main">
            <a:pPr algn="ctr">
              <a:defRPr sz="675" b="1">
                <a:solidFill>
                  <a:srgbClr val="B93800"/>
                </a:solidFill>
                <a:latin typeface="Montserrat"/>
                <a:ea typeface="Montserrat"/>
                <a:cs typeface="Montserrat"/>
              </a:defRPr>
            </a:pPr>
            <a:r>
              <a:rPr sz="675" b="1">
                <a:solidFill>
                  <a:srgbClr val="B93800"/>
                </a:solidFill>
                <a:latin typeface="Montserrat"/>
                <a:ea typeface="Montserrat"/>
                <a:cs typeface="Montserrat"/>
              </a:rPr>
              <a:t>PLAN</a:t>
            </a:r>
          </a:p>
        </p:txBody>
      </p:sp>
      <p:sp>
        <p:nvSpPr>
          <p:cNvPr id="110" name="">
            <a:extLst xmlns:a="http://schemas.openxmlformats.org/drawingml/2006/main">
              <a:ext uri="{FF2B5EF4-FFF2-40B4-BE49-F238E27FC236}">
                <a16:creationId xmlns:a16="http://schemas.microsoft.com/office/drawing/2014/main" id="{6372495D-CFCD-431B-93FE-F3CBF26E72B6}"/>
              </a:ext>
            </a:extLst>
          </p:cNvPr>
          <p:cNvSpPr>
            <a:spLocks xmlns:a="http://schemas.openxmlformats.org/drawingml/2006/main" noGrp="1"/>
          </p:cNvSpPr>
          <p:nvPr/>
        </p:nvSpPr>
        <p:spPr>
          <a:xfrm xmlns:a="http://schemas.openxmlformats.org/drawingml/2006/main">
            <a:off x="46053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11" name="">
            <a:extLst xmlns:a="http://schemas.openxmlformats.org/drawingml/2006/main">
              <a:ext uri="{FF2B5EF4-FFF2-40B4-BE49-F238E27FC236}">
                <a16:creationId xmlns:a16="http://schemas.microsoft.com/office/drawing/2014/main" id="{0FE27BCF-29B1-40D6-8B73-6B72F1156B9E}"/>
              </a:ext>
            </a:extLst>
          </p:cNvPr>
          <p:cNvSpPr>
            <a:spLocks xmlns:a="http://schemas.openxmlformats.org/drawingml/2006/main" noGrp="1"/>
          </p:cNvSpPr>
          <p:nvPr/>
        </p:nvSpPr>
        <p:spPr>
          <a:xfrm xmlns:a="http://schemas.openxmlformats.org/drawingml/2006/main">
            <a:off x="42386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DESIGN</a:t>
            </a:r>
          </a:p>
        </p:txBody>
      </p:sp>
      <p:sp>
        <p:nvSpPr>
          <p:cNvPr id="112" name="">
            <a:extLst xmlns:a="http://schemas.openxmlformats.org/drawingml/2006/main">
              <a:ext uri="{FF2B5EF4-FFF2-40B4-BE49-F238E27FC236}">
                <a16:creationId xmlns:a16="http://schemas.microsoft.com/office/drawing/2014/main" id="{00922D11-E0AC-4E0E-BF24-F8C8ACAB2A23}"/>
              </a:ext>
            </a:extLst>
          </p:cNvPr>
          <p:cNvSpPr>
            <a:spLocks xmlns:a="http://schemas.openxmlformats.org/drawingml/2006/main" noGrp="1"/>
          </p:cNvSpPr>
          <p:nvPr/>
        </p:nvSpPr>
        <p:spPr>
          <a:xfrm xmlns:a="http://schemas.openxmlformats.org/drawingml/2006/main">
            <a:off x="55768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13" name="">
            <a:extLst xmlns:a="http://schemas.openxmlformats.org/drawingml/2006/main">
              <a:ext uri="{FF2B5EF4-FFF2-40B4-BE49-F238E27FC236}">
                <a16:creationId xmlns:a16="http://schemas.microsoft.com/office/drawing/2014/main" id="{A9BF15E3-D90A-4E03-A0AA-5317C09EC7EA}"/>
              </a:ext>
            </a:extLst>
          </p:cNvPr>
          <p:cNvSpPr>
            <a:spLocks xmlns:a="http://schemas.openxmlformats.org/drawingml/2006/main" noGrp="1"/>
          </p:cNvSpPr>
          <p:nvPr/>
        </p:nvSpPr>
        <p:spPr>
          <a:xfrm xmlns:a="http://schemas.openxmlformats.org/drawingml/2006/main">
            <a:off x="52101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BUILD</a:t>
            </a:r>
          </a:p>
        </p:txBody>
      </p:sp>
      <p:sp>
        <p:nvSpPr>
          <p:cNvPr id="114" name="">
            <a:extLst xmlns:a="http://schemas.openxmlformats.org/drawingml/2006/main">
              <a:ext uri="{FF2B5EF4-FFF2-40B4-BE49-F238E27FC236}">
                <a16:creationId xmlns:a16="http://schemas.microsoft.com/office/drawing/2014/main" id="{2EE2CA61-3773-495D-A4B1-C3072A6E88EA}"/>
              </a:ext>
            </a:extLst>
          </p:cNvPr>
          <p:cNvSpPr>
            <a:spLocks xmlns:a="http://schemas.openxmlformats.org/drawingml/2006/main" noGrp="1"/>
          </p:cNvSpPr>
          <p:nvPr/>
        </p:nvSpPr>
        <p:spPr>
          <a:xfrm xmlns:a="http://schemas.openxmlformats.org/drawingml/2006/main">
            <a:off x="65484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15" name="">
            <a:extLst xmlns:a="http://schemas.openxmlformats.org/drawingml/2006/main">
              <a:ext uri="{FF2B5EF4-FFF2-40B4-BE49-F238E27FC236}">
                <a16:creationId xmlns:a16="http://schemas.microsoft.com/office/drawing/2014/main" id="{87C0D5E7-0583-4784-8449-6C3806B5895B}"/>
              </a:ext>
            </a:extLst>
          </p:cNvPr>
          <p:cNvSpPr>
            <a:spLocks xmlns:a="http://schemas.openxmlformats.org/drawingml/2006/main" noGrp="1"/>
          </p:cNvSpPr>
          <p:nvPr/>
        </p:nvSpPr>
        <p:spPr>
          <a:xfrm xmlns:a="http://schemas.openxmlformats.org/drawingml/2006/main">
            <a:off x="61817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TEST</a:t>
            </a:r>
          </a:p>
        </p:txBody>
      </p:sp>
      <p:sp>
        <p:nvSpPr>
          <p:cNvPr id="116" name="">
            <a:extLst xmlns:a="http://schemas.openxmlformats.org/drawingml/2006/main">
              <a:ext uri="{FF2B5EF4-FFF2-40B4-BE49-F238E27FC236}">
                <a16:creationId xmlns:a16="http://schemas.microsoft.com/office/drawing/2014/main" id="{BCC88310-8339-4127-87FB-832AF4FF50C4}"/>
              </a:ext>
            </a:extLst>
          </p:cNvPr>
          <p:cNvSpPr>
            <a:spLocks xmlns:a="http://schemas.openxmlformats.org/drawingml/2006/main" noGrp="1"/>
          </p:cNvSpPr>
          <p:nvPr/>
        </p:nvSpPr>
        <p:spPr>
          <a:xfrm xmlns:a="http://schemas.openxmlformats.org/drawingml/2006/main">
            <a:off x="75199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17" name="">
            <a:extLst xmlns:a="http://schemas.openxmlformats.org/drawingml/2006/main">
              <a:ext uri="{FF2B5EF4-FFF2-40B4-BE49-F238E27FC236}">
                <a16:creationId xmlns:a16="http://schemas.microsoft.com/office/drawing/2014/main" id="{9DAFEEAD-06FA-42D2-B333-4C52516C4D20}"/>
              </a:ext>
            </a:extLst>
          </p:cNvPr>
          <p:cNvSpPr>
            <a:spLocks xmlns:a="http://schemas.openxmlformats.org/drawingml/2006/main" noGrp="1"/>
          </p:cNvSpPr>
          <p:nvPr/>
        </p:nvSpPr>
        <p:spPr>
          <a:xfrm xmlns:a="http://schemas.openxmlformats.org/drawingml/2006/main">
            <a:off x="71532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DEPLOY</a:t>
            </a:r>
          </a:p>
        </p:txBody>
      </p:sp>
      <p:sp>
        <p:nvSpPr>
          <p:cNvPr id="118" name="">
            <a:extLst xmlns:a="http://schemas.openxmlformats.org/drawingml/2006/main">
              <a:ext uri="{FF2B5EF4-FFF2-40B4-BE49-F238E27FC236}">
                <a16:creationId xmlns:a16="http://schemas.microsoft.com/office/drawing/2014/main" id="{296FFBB1-D83D-4E25-9E98-6BE5394E7ACA}"/>
              </a:ext>
            </a:extLst>
          </p:cNvPr>
          <p:cNvSpPr>
            <a:spLocks xmlns:a="http://schemas.openxmlformats.org/drawingml/2006/main" noGrp="1"/>
          </p:cNvSpPr>
          <p:nvPr/>
        </p:nvSpPr>
        <p:spPr>
          <a:xfrm xmlns:a="http://schemas.openxmlformats.org/drawingml/2006/main">
            <a:off x="84915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19" name="">
            <a:extLst xmlns:a="http://schemas.openxmlformats.org/drawingml/2006/main">
              <a:ext uri="{FF2B5EF4-FFF2-40B4-BE49-F238E27FC236}">
                <a16:creationId xmlns:a16="http://schemas.microsoft.com/office/drawing/2014/main" id="{C329FAE2-F612-41C1-ADC8-AA736AD75CCB}"/>
              </a:ext>
            </a:extLst>
          </p:cNvPr>
          <p:cNvSpPr>
            <a:spLocks xmlns:a="http://schemas.openxmlformats.org/drawingml/2006/main" noGrp="1"/>
          </p:cNvSpPr>
          <p:nvPr/>
        </p:nvSpPr>
        <p:spPr>
          <a:xfrm xmlns:a="http://schemas.openxmlformats.org/drawingml/2006/main">
            <a:off x="81248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MAINTAIN</a:t>
            </a:r>
          </a:p>
        </p:txBody>
      </p:sp>
    </p:spTree>
    <p:extLst>
      <p:ext uri="{BB962C8B-B14F-4D97-AF65-F5344CB8AC3E}">
        <p14:creationId xmlns:p14="http://schemas.microsoft.com/office/powerpoint/2010/main" val="1721097261"/>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DFA5214D-5DEB-47B4-983A-5838583C7D3D}"/>
              </a:ext>
            </a:extLst>
          </p:cNvPr>
          <p:cNvPicPr>
            <a:picLocks xmlns:a="http://schemas.openxmlformats.org/drawingml/2006/main" noChangeAspect="1"/>
          </p:cNvPicPr>
          <p:nvPr/>
        </p:nvPicPr>
        <p:blipFill>
          <a:blip xmlns:r="http://schemas.openxmlformats.org/officeDocument/2006/relationships" xmlns:a="http://schemas.openxmlformats.org/drawingml/2006/main" r:embed="Rbc5ae6357e684f8b"/>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C031B34F-BFD4-4739-8752-F1BDABA3750E}"/>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29 / 63</a:t>
            </a:r>
            <a:endParaRPr sz="900"/>
          </a:p>
        </p:txBody>
      </p:sp>
      <p:sp>
        <p:nvSpPr>
          <p:cNvPr id="91" name="">
            <a:extLst xmlns:a="http://schemas.openxmlformats.org/drawingml/2006/main">
              <a:ext uri="{FF2B5EF4-FFF2-40B4-BE49-F238E27FC236}">
                <a16:creationId xmlns:a16="http://schemas.microsoft.com/office/drawing/2014/main" id="{4002FAB9-7CC3-4033-8E83-4C62468DA095}"/>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307FE2"/>
                </a:solidFill>
                <a:latin typeface="Montserrat"/>
                <a:ea typeface="Montserrat"/>
                <a:cs typeface="Montserrat"/>
              </a:defRPr>
            </a:defPPr>
            <a:lvl1pPr algn="l">
              <a:defRPr sz="1050" b="1">
                <a:solidFill>
                  <a:srgbClr val="307FE2"/>
                </a:solidFill>
                <a:latin typeface="Montserrat"/>
                <a:ea typeface="Montserrat"/>
                <a:cs typeface="Montserrat"/>
              </a:defRPr>
            </a:lvl1pPr>
            <a:lvl2pPr algn="l">
              <a:defRPr sz="1050" b="1">
                <a:solidFill>
                  <a:srgbClr val="307FE2"/>
                </a:solidFill>
                <a:latin typeface="Montserrat"/>
                <a:ea typeface="Montserrat"/>
                <a:cs typeface="Montserrat"/>
              </a:defRPr>
            </a:lvl2pPr>
            <a:lvl3pPr algn="l">
              <a:defRPr sz="1050" b="1">
                <a:solidFill>
                  <a:srgbClr val="307FE2"/>
                </a:solidFill>
                <a:latin typeface="Montserrat"/>
                <a:ea typeface="Montserrat"/>
                <a:cs typeface="Montserrat"/>
              </a:defRPr>
            </a:lvl3pPr>
            <a:lvl4pPr algn="l">
              <a:defRPr sz="1050" b="1">
                <a:solidFill>
                  <a:srgbClr val="307FE2"/>
                </a:solidFill>
                <a:latin typeface="Montserrat"/>
                <a:ea typeface="Montserrat"/>
                <a:cs typeface="Montserrat"/>
              </a:defRPr>
            </a:lvl4pPr>
            <a:lvl5pPr algn="l">
              <a:defRPr sz="1050" b="1">
                <a:solidFill>
                  <a:srgbClr val="307FE2"/>
                </a:solidFill>
                <a:latin typeface="Montserrat"/>
                <a:ea typeface="Montserrat"/>
                <a:cs typeface="Montserrat"/>
              </a:defRPr>
            </a:lvl5pPr>
            <a:lvl6pPr algn="l">
              <a:defRPr sz="1050" b="1">
                <a:solidFill>
                  <a:srgbClr val="307FE2"/>
                </a:solidFill>
                <a:latin typeface="Montserrat"/>
                <a:ea typeface="Montserrat"/>
                <a:cs typeface="Montserrat"/>
              </a:defRPr>
            </a:lvl6pPr>
            <a:lvl7pPr algn="l">
              <a:defRPr sz="1050" b="1">
                <a:solidFill>
                  <a:srgbClr val="307FE2"/>
                </a:solidFill>
                <a:latin typeface="Montserrat"/>
                <a:ea typeface="Montserrat"/>
                <a:cs typeface="Montserrat"/>
              </a:defRPr>
            </a:lvl7pPr>
            <a:lvl8pPr algn="l">
              <a:defRPr sz="1050" b="1">
                <a:solidFill>
                  <a:srgbClr val="307FE2"/>
                </a:solidFill>
                <a:latin typeface="Montserrat"/>
                <a:ea typeface="Montserrat"/>
                <a:cs typeface="Montserrat"/>
              </a:defRPr>
            </a:lvl8pPr>
            <a:lvl9pPr algn="l">
              <a:defRPr sz="1050" b="1">
                <a:solidFill>
                  <a:srgbClr val="307FE2"/>
                </a:solidFill>
                <a:latin typeface="Montserrat"/>
                <a:ea typeface="Montserrat"/>
                <a:cs typeface="Montserrat"/>
              </a:defRPr>
            </a:lvl9pPr>
          </a:lstStyle>
          <a:p xmlns:a="http://schemas.openxmlformats.org/drawingml/2006/main">
            <a:pPr algn="l">
              <a:defRPr sz="1050" b="1">
                <a:solidFill>
                  <a:srgbClr val="307FE2"/>
                </a:solidFill>
                <a:latin typeface="Montserrat"/>
                <a:ea typeface="Montserrat"/>
                <a:cs typeface="Montserrat"/>
              </a:defRPr>
            </a:pPr>
            <a:r>
              <a:rPr sz="1050" b="1">
                <a:solidFill>
                  <a:srgbClr val="307FE2"/>
                </a:solidFill>
                <a:latin typeface="Montserrat"/>
                <a:ea typeface="Montserrat"/>
                <a:cs typeface="Montserrat"/>
              </a:rPr>
              <a:t>// EXERCISE 1 · DESIGN</a:t>
            </a:r>
          </a:p>
        </p:txBody>
      </p:sp>
      <p:sp>
        <p:nvSpPr>
          <p:cNvPr id="92" name="">
            <a:extLst xmlns:a="http://schemas.openxmlformats.org/drawingml/2006/main">
              <a:ext uri="{FF2B5EF4-FFF2-40B4-BE49-F238E27FC236}">
                <a16:creationId xmlns:a16="http://schemas.microsoft.com/office/drawing/2014/main" id="{9407D803-5811-4588-8A16-A2A728B08F3E}"/>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94A3B8"/>
                </a:solidFill>
                <a:latin typeface="Montserrat"/>
                <a:ea typeface="Montserrat"/>
                <a:cs typeface="Montserrat"/>
              </a:defRPr>
            </a:defPPr>
            <a:lvl1pPr algn="r">
              <a:defRPr sz="900" b="0">
                <a:solidFill>
                  <a:srgbClr val="94A3B8"/>
                </a:solidFill>
                <a:latin typeface="Montserrat"/>
                <a:ea typeface="Montserrat"/>
                <a:cs typeface="Montserrat"/>
              </a:defRPr>
            </a:lvl1pPr>
            <a:lvl2pPr algn="r">
              <a:defRPr sz="900" b="0">
                <a:solidFill>
                  <a:srgbClr val="94A3B8"/>
                </a:solidFill>
                <a:latin typeface="Montserrat"/>
                <a:ea typeface="Montserrat"/>
                <a:cs typeface="Montserrat"/>
              </a:defRPr>
            </a:lvl2pPr>
            <a:lvl3pPr algn="r">
              <a:defRPr sz="900" b="0">
                <a:solidFill>
                  <a:srgbClr val="94A3B8"/>
                </a:solidFill>
                <a:latin typeface="Montserrat"/>
                <a:ea typeface="Montserrat"/>
                <a:cs typeface="Montserrat"/>
              </a:defRPr>
            </a:lvl3pPr>
            <a:lvl4pPr algn="r">
              <a:defRPr sz="900" b="0">
                <a:solidFill>
                  <a:srgbClr val="94A3B8"/>
                </a:solidFill>
                <a:latin typeface="Montserrat"/>
                <a:ea typeface="Montserrat"/>
                <a:cs typeface="Montserrat"/>
              </a:defRPr>
            </a:lvl4pPr>
            <a:lvl5pPr algn="r">
              <a:defRPr sz="900" b="0">
                <a:solidFill>
                  <a:srgbClr val="94A3B8"/>
                </a:solidFill>
                <a:latin typeface="Montserrat"/>
                <a:ea typeface="Montserrat"/>
                <a:cs typeface="Montserrat"/>
              </a:defRPr>
            </a:lvl5pPr>
            <a:lvl6pPr algn="r">
              <a:defRPr sz="900" b="0">
                <a:solidFill>
                  <a:srgbClr val="94A3B8"/>
                </a:solidFill>
                <a:latin typeface="Montserrat"/>
                <a:ea typeface="Montserrat"/>
                <a:cs typeface="Montserrat"/>
              </a:defRPr>
            </a:lvl6pPr>
            <a:lvl7pPr algn="r">
              <a:defRPr sz="900" b="0">
                <a:solidFill>
                  <a:srgbClr val="94A3B8"/>
                </a:solidFill>
                <a:latin typeface="Montserrat"/>
                <a:ea typeface="Montserrat"/>
                <a:cs typeface="Montserrat"/>
              </a:defRPr>
            </a:lvl7pPr>
            <a:lvl8pPr algn="r">
              <a:defRPr sz="900" b="0">
                <a:solidFill>
                  <a:srgbClr val="94A3B8"/>
                </a:solidFill>
                <a:latin typeface="Montserrat"/>
                <a:ea typeface="Montserrat"/>
                <a:cs typeface="Montserrat"/>
              </a:defRPr>
            </a:lvl8pPr>
            <a:lvl9pPr algn="r">
              <a:defRPr sz="900" b="0">
                <a:solidFill>
                  <a:srgbClr val="94A3B8"/>
                </a:solidFill>
                <a:latin typeface="Montserrat"/>
                <a:ea typeface="Montserrat"/>
                <a:cs typeface="Montserrat"/>
              </a:defRPr>
            </a:lvl9pPr>
          </a:lstStyle>
          <a:p xmlns:a="http://schemas.openxmlformats.org/drawingml/2006/main">
            <a:pPr algn="r">
              <a:defRPr sz="900" b="0">
                <a:solidFill>
                  <a:srgbClr val="94A3B8"/>
                </a:solidFill>
                <a:latin typeface="Montserrat"/>
                <a:ea typeface="Montserrat"/>
                <a:cs typeface="Montserrat"/>
              </a:defRPr>
            </a:pPr>
            <a:r>
              <a:rPr sz="900" b="0">
                <a:solidFill>
                  <a:srgbClr val="94A3B8"/>
                </a:solidFill>
                <a:latin typeface="Montserrat"/>
                <a:ea typeface="Montserrat"/>
                <a:cs typeface="Montserrat"/>
              </a:rPr>
              <a:t>1:40–2:30</a:t>
            </a:r>
          </a:p>
        </p:txBody>
      </p:sp>
      <p:sp>
        <p:nvSpPr>
          <p:cNvPr id="93" name="">
            <a:extLst xmlns:a="http://schemas.openxmlformats.org/drawingml/2006/main">
              <a:ext uri="{FF2B5EF4-FFF2-40B4-BE49-F238E27FC236}">
                <a16:creationId xmlns:a16="http://schemas.microsoft.com/office/drawing/2014/main" id="{AC37D4AD-31E9-42C9-8FCE-EED70D550C5B}"/>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Choose the first change</a:t>
            </a:r>
          </a:p>
        </p:txBody>
      </p:sp>
      <p:sp>
        <p:nvSpPr>
          <p:cNvPr id="94" name="">
            <a:extLst xmlns:a="http://schemas.openxmlformats.org/drawingml/2006/main">
              <a:ext uri="{FF2B5EF4-FFF2-40B4-BE49-F238E27FC236}">
                <a16:creationId xmlns:a16="http://schemas.microsoft.com/office/drawing/2014/main" id="{61EF5296-7A1F-4963-BB05-FAF1A2D08864}"/>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SMALLEST USEFUL PAGE · ONE CHANGE AT A TIME</a:t>
            </a:r>
          </a:p>
        </p:txBody>
      </p:sp>
      <p:sp>
        <p:nvSpPr>
          <p:cNvPr id="95" name="">
            <a:extLst xmlns:a="http://schemas.openxmlformats.org/drawingml/2006/main">
              <a:ext uri="{FF2B5EF4-FFF2-40B4-BE49-F238E27FC236}">
                <a16:creationId xmlns:a16="http://schemas.microsoft.com/office/drawing/2014/main" id="{53140A73-6D8C-4CE2-9922-C8B02CDC0F71}"/>
              </a:ext>
            </a:extLst>
          </p:cNvPr>
          <p:cNvSpPr>
            <a:spLocks xmlns:a="http://schemas.openxmlformats.org/drawingml/2006/main" noGrp="1"/>
          </p:cNvSpPr>
          <p:nvPr/>
        </p:nvSpPr>
        <p:spPr>
          <a:xfrm xmlns:a="http://schemas.openxmlformats.org/drawingml/2006/main">
            <a:off x="647700" y="2009775"/>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96" name="">
            <a:extLst xmlns:a="http://schemas.openxmlformats.org/drawingml/2006/main">
              <a:ext uri="{FF2B5EF4-FFF2-40B4-BE49-F238E27FC236}">
                <a16:creationId xmlns:a16="http://schemas.microsoft.com/office/drawing/2014/main" id="{CE8E5712-F520-4D3B-8A07-F2A6DE80E079}"/>
              </a:ext>
            </a:extLst>
          </p:cNvPr>
          <p:cNvSpPr>
            <a:spLocks xmlns:a="http://schemas.openxmlformats.org/drawingml/2006/main" noGrp="1"/>
          </p:cNvSpPr>
          <p:nvPr/>
        </p:nvSpPr>
        <p:spPr>
          <a:xfrm xmlns:a="http://schemas.openxmlformats.org/drawingml/2006/main">
            <a:off x="742950"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01</a:t>
            </a:r>
          </a:p>
        </p:txBody>
      </p:sp>
      <p:sp>
        <p:nvSpPr>
          <p:cNvPr id="97" name="">
            <a:extLst xmlns:a="http://schemas.openxmlformats.org/drawingml/2006/main">
              <a:ext uri="{FF2B5EF4-FFF2-40B4-BE49-F238E27FC236}">
                <a16:creationId xmlns:a16="http://schemas.microsoft.com/office/drawing/2014/main" id="{CD4E1205-EA13-4DF1-97C5-697252E1BEFE}"/>
              </a:ext>
            </a:extLst>
          </p:cNvPr>
          <p:cNvSpPr>
            <a:spLocks xmlns:a="http://schemas.openxmlformats.org/drawingml/2006/main" noGrp="1"/>
          </p:cNvSpPr>
          <p:nvPr/>
        </p:nvSpPr>
        <p:spPr>
          <a:xfrm xmlns:a="http://schemas.openxmlformats.org/drawingml/2006/main">
            <a:off x="742950"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Starting file</a:t>
            </a:r>
          </a:p>
        </p:txBody>
      </p:sp>
      <p:sp>
        <p:nvSpPr>
          <p:cNvPr id="98" name="">
            <a:extLst xmlns:a="http://schemas.openxmlformats.org/drawingml/2006/main">
              <a:ext uri="{FF2B5EF4-FFF2-40B4-BE49-F238E27FC236}">
                <a16:creationId xmlns:a16="http://schemas.microsoft.com/office/drawing/2014/main" id="{F231ED03-0375-47FC-809F-B2C86692FFC1}"/>
              </a:ext>
            </a:extLst>
          </p:cNvPr>
          <p:cNvSpPr>
            <a:spLocks xmlns:a="http://schemas.openxmlformats.org/drawingml/2006/main" noGrp="1"/>
          </p:cNvSpPr>
          <p:nvPr/>
        </p:nvSpPr>
        <p:spPr>
          <a:xfrm xmlns:a="http://schemas.openxmlformats.org/drawingml/2006/main">
            <a:off x="742950"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Name the actual index.html or starter you are changing.</a:t>
            </a:r>
          </a:p>
        </p:txBody>
      </p:sp>
      <p:sp>
        <p:nvSpPr>
          <p:cNvPr id="99" name="">
            <a:extLst xmlns:a="http://schemas.openxmlformats.org/drawingml/2006/main">
              <a:ext uri="{FF2B5EF4-FFF2-40B4-BE49-F238E27FC236}">
                <a16:creationId xmlns:a16="http://schemas.microsoft.com/office/drawing/2014/main" id="{11F3D7C0-94E0-45ED-B575-3B770279EDA9}"/>
              </a:ext>
            </a:extLst>
          </p:cNvPr>
          <p:cNvSpPr>
            <a:spLocks xmlns:a="http://schemas.openxmlformats.org/drawingml/2006/main" noGrp="1"/>
          </p:cNvSpPr>
          <p:nvPr/>
        </p:nvSpPr>
        <p:spPr>
          <a:xfrm xmlns:a="http://schemas.openxmlformats.org/drawingml/2006/main">
            <a:off x="3362325"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100" name="">
            <a:extLst xmlns:a="http://schemas.openxmlformats.org/drawingml/2006/main">
              <a:ext uri="{FF2B5EF4-FFF2-40B4-BE49-F238E27FC236}">
                <a16:creationId xmlns:a16="http://schemas.microsoft.com/office/drawing/2014/main" id="{BEC3E1C1-8CEE-4286-8577-84C3677E4AE1}"/>
              </a:ext>
            </a:extLst>
          </p:cNvPr>
          <p:cNvSpPr>
            <a:spLocks xmlns:a="http://schemas.openxmlformats.org/drawingml/2006/main" noGrp="1"/>
          </p:cNvSpPr>
          <p:nvPr/>
        </p:nvSpPr>
        <p:spPr>
          <a:xfrm xmlns:a="http://schemas.openxmlformats.org/drawingml/2006/main">
            <a:off x="3476625"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02</a:t>
            </a:r>
          </a:p>
        </p:txBody>
      </p:sp>
      <p:sp>
        <p:nvSpPr>
          <p:cNvPr id="101" name="">
            <a:extLst xmlns:a="http://schemas.openxmlformats.org/drawingml/2006/main">
              <a:ext uri="{FF2B5EF4-FFF2-40B4-BE49-F238E27FC236}">
                <a16:creationId xmlns:a16="http://schemas.microsoft.com/office/drawing/2014/main" id="{018C0138-509D-45DE-BF76-A92186EB78B5}"/>
              </a:ext>
            </a:extLst>
          </p:cNvPr>
          <p:cNvSpPr>
            <a:spLocks xmlns:a="http://schemas.openxmlformats.org/drawingml/2006/main" noGrp="1"/>
          </p:cNvSpPr>
          <p:nvPr/>
        </p:nvSpPr>
        <p:spPr>
          <a:xfrm xmlns:a="http://schemas.openxmlformats.org/drawingml/2006/main">
            <a:off x="3476625"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Sections</a:t>
            </a:r>
          </a:p>
        </p:txBody>
      </p:sp>
      <p:sp>
        <p:nvSpPr>
          <p:cNvPr id="102" name="">
            <a:extLst xmlns:a="http://schemas.openxmlformats.org/drawingml/2006/main">
              <a:ext uri="{FF2B5EF4-FFF2-40B4-BE49-F238E27FC236}">
                <a16:creationId xmlns:a16="http://schemas.microsoft.com/office/drawing/2014/main" id="{002D16A3-DE4A-4C83-A802-E77A65CC65C9}"/>
              </a:ext>
            </a:extLst>
          </p:cNvPr>
          <p:cNvSpPr>
            <a:spLocks xmlns:a="http://schemas.openxmlformats.org/drawingml/2006/main" noGrp="1"/>
          </p:cNvSpPr>
          <p:nvPr/>
        </p:nvSpPr>
        <p:spPr>
          <a:xfrm xmlns:a="http://schemas.openxmlformats.org/drawingml/2006/main">
            <a:off x="3476625"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List the page sections in the order a visitor will read them.</a:t>
            </a:r>
          </a:p>
        </p:txBody>
      </p:sp>
      <p:sp>
        <p:nvSpPr>
          <p:cNvPr id="103" name="">
            <a:extLst xmlns:a="http://schemas.openxmlformats.org/drawingml/2006/main">
              <a:ext uri="{FF2B5EF4-FFF2-40B4-BE49-F238E27FC236}">
                <a16:creationId xmlns:a16="http://schemas.microsoft.com/office/drawing/2014/main" id="{94541E24-531B-45F2-BFDC-6F6683B08DFE}"/>
              </a:ext>
            </a:extLst>
          </p:cNvPr>
          <p:cNvSpPr>
            <a:spLocks xmlns:a="http://schemas.openxmlformats.org/drawingml/2006/main" noGrp="1"/>
          </p:cNvSpPr>
          <p:nvPr/>
        </p:nvSpPr>
        <p:spPr>
          <a:xfrm xmlns:a="http://schemas.openxmlformats.org/drawingml/2006/main">
            <a:off x="6096000"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104" name="">
            <a:extLst xmlns:a="http://schemas.openxmlformats.org/drawingml/2006/main">
              <a:ext uri="{FF2B5EF4-FFF2-40B4-BE49-F238E27FC236}">
                <a16:creationId xmlns:a16="http://schemas.microsoft.com/office/drawing/2014/main" id="{01AA3683-B6DC-4E93-8FAB-4E4C39D837F0}"/>
              </a:ext>
            </a:extLst>
          </p:cNvPr>
          <p:cNvSpPr>
            <a:spLocks xmlns:a="http://schemas.openxmlformats.org/drawingml/2006/main" noGrp="1"/>
          </p:cNvSpPr>
          <p:nvPr/>
        </p:nvSpPr>
        <p:spPr>
          <a:xfrm xmlns:a="http://schemas.openxmlformats.org/drawingml/2006/main">
            <a:off x="6210300"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03</a:t>
            </a:r>
          </a:p>
        </p:txBody>
      </p:sp>
      <p:sp>
        <p:nvSpPr>
          <p:cNvPr id="105" name="">
            <a:extLst xmlns:a="http://schemas.openxmlformats.org/drawingml/2006/main">
              <a:ext uri="{FF2B5EF4-FFF2-40B4-BE49-F238E27FC236}">
                <a16:creationId xmlns:a16="http://schemas.microsoft.com/office/drawing/2014/main" id="{B1672C6C-5D88-4673-8CF2-88E272C0DB6D}"/>
              </a:ext>
            </a:extLst>
          </p:cNvPr>
          <p:cNvSpPr>
            <a:spLocks xmlns:a="http://schemas.openxmlformats.org/drawingml/2006/main" noGrp="1"/>
          </p:cNvSpPr>
          <p:nvPr/>
        </p:nvSpPr>
        <p:spPr>
          <a:xfrm xmlns:a="http://schemas.openxmlformats.org/drawingml/2006/main">
            <a:off x="6210300"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First change</a:t>
            </a:r>
          </a:p>
        </p:txBody>
      </p:sp>
      <p:sp>
        <p:nvSpPr>
          <p:cNvPr id="106" name="">
            <a:extLst xmlns:a="http://schemas.openxmlformats.org/drawingml/2006/main">
              <a:ext uri="{FF2B5EF4-FFF2-40B4-BE49-F238E27FC236}">
                <a16:creationId xmlns:a16="http://schemas.microsoft.com/office/drawing/2014/main" id="{67FB021E-ED85-41DD-B516-F44F911F4985}"/>
              </a:ext>
            </a:extLst>
          </p:cNvPr>
          <p:cNvSpPr>
            <a:spLocks xmlns:a="http://schemas.openxmlformats.org/drawingml/2006/main" noGrp="1"/>
          </p:cNvSpPr>
          <p:nvPr/>
        </p:nvSpPr>
        <p:spPr>
          <a:xfrm xmlns:a="http://schemas.openxmlformats.org/drawingml/2006/main">
            <a:off x="6210300"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Choose one visible change that fits the brief.</a:t>
            </a:r>
          </a:p>
        </p:txBody>
      </p:sp>
      <p:sp>
        <p:nvSpPr>
          <p:cNvPr id="107" name="">
            <a:extLst xmlns:a="http://schemas.openxmlformats.org/drawingml/2006/main">
              <a:ext uri="{FF2B5EF4-FFF2-40B4-BE49-F238E27FC236}">
                <a16:creationId xmlns:a16="http://schemas.microsoft.com/office/drawing/2014/main" id="{7B1E2035-E240-4340-98C3-C19E4DBF62FB}"/>
              </a:ext>
            </a:extLst>
          </p:cNvPr>
          <p:cNvSpPr>
            <a:spLocks xmlns:a="http://schemas.openxmlformats.org/drawingml/2006/main" noGrp="1"/>
          </p:cNvSpPr>
          <p:nvPr/>
        </p:nvSpPr>
        <p:spPr>
          <a:xfrm xmlns:a="http://schemas.openxmlformats.org/drawingml/2006/main">
            <a:off x="8829675"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108" name="">
            <a:extLst xmlns:a="http://schemas.openxmlformats.org/drawingml/2006/main">
              <a:ext uri="{FF2B5EF4-FFF2-40B4-BE49-F238E27FC236}">
                <a16:creationId xmlns:a16="http://schemas.microsoft.com/office/drawing/2014/main" id="{5176B899-126C-4016-975E-62ECABFF8BF3}"/>
              </a:ext>
            </a:extLst>
          </p:cNvPr>
          <p:cNvSpPr>
            <a:spLocks xmlns:a="http://schemas.openxmlformats.org/drawingml/2006/main" noGrp="1"/>
          </p:cNvSpPr>
          <p:nvPr/>
        </p:nvSpPr>
        <p:spPr>
          <a:xfrm xmlns:a="http://schemas.openxmlformats.org/drawingml/2006/main">
            <a:off x="8943975"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04</a:t>
            </a:r>
          </a:p>
        </p:txBody>
      </p:sp>
      <p:sp>
        <p:nvSpPr>
          <p:cNvPr id="109" name="">
            <a:extLst xmlns:a="http://schemas.openxmlformats.org/drawingml/2006/main">
              <a:ext uri="{FF2B5EF4-FFF2-40B4-BE49-F238E27FC236}">
                <a16:creationId xmlns:a16="http://schemas.microsoft.com/office/drawing/2014/main" id="{14A0EDA0-88A8-41F0-9448-EABD8DEAC9F7}"/>
              </a:ext>
            </a:extLst>
          </p:cNvPr>
          <p:cNvSpPr>
            <a:spLocks xmlns:a="http://schemas.openxmlformats.org/drawingml/2006/main" noGrp="1"/>
          </p:cNvSpPr>
          <p:nvPr/>
        </p:nvSpPr>
        <p:spPr>
          <a:xfrm xmlns:a="http://schemas.openxmlformats.org/drawingml/2006/main">
            <a:off x="8943975"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Working proof</a:t>
            </a:r>
          </a:p>
        </p:txBody>
      </p:sp>
      <p:sp>
        <p:nvSpPr>
          <p:cNvPr id="110" name="">
            <a:extLst xmlns:a="http://schemas.openxmlformats.org/drawingml/2006/main">
              <a:ext uri="{FF2B5EF4-FFF2-40B4-BE49-F238E27FC236}">
                <a16:creationId xmlns:a16="http://schemas.microsoft.com/office/drawing/2014/main" id="{A4959DFA-FF6B-4B84-B040-8B5EA28C7CC6}"/>
              </a:ext>
            </a:extLst>
          </p:cNvPr>
          <p:cNvSpPr>
            <a:spLocks xmlns:a="http://schemas.openxmlformats.org/drawingml/2006/main" noGrp="1"/>
          </p:cNvSpPr>
          <p:nvPr/>
        </p:nvSpPr>
        <p:spPr>
          <a:xfrm xmlns:a="http://schemas.openxmlformats.org/drawingml/2006/main">
            <a:off x="8943975"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Name the link, layout, or text that must still work afterward.</a:t>
            </a:r>
          </a:p>
        </p:txBody>
      </p:sp>
      <p:sp>
        <p:nvSpPr>
          <p:cNvPr id="111" name="">
            <a:extLst xmlns:a="http://schemas.openxmlformats.org/drawingml/2006/main">
              <a:ext uri="{FF2B5EF4-FFF2-40B4-BE49-F238E27FC236}">
                <a16:creationId xmlns:a16="http://schemas.microsoft.com/office/drawing/2014/main" id="{938D5BF0-8660-4F35-9F2D-95FC315BA38D}"/>
              </a:ext>
            </a:extLst>
          </p:cNvPr>
          <p:cNvSpPr>
            <a:spLocks xmlns:a="http://schemas.openxmlformats.org/drawingml/2006/main" noGrp="1"/>
          </p:cNvSpPr>
          <p:nvPr/>
        </p:nvSpPr>
        <p:spPr>
          <a:xfrm xmlns:a="http://schemas.openxmlformats.org/drawingml/2006/main">
            <a:off x="647700" y="470535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112" name="">
            <a:extLst xmlns:a="http://schemas.openxmlformats.org/drawingml/2006/main">
              <a:ext uri="{FF2B5EF4-FFF2-40B4-BE49-F238E27FC236}">
                <a16:creationId xmlns:a16="http://schemas.microsoft.com/office/drawing/2014/main" id="{FD3C3EEC-8B02-49D0-A895-EAC66446CD21}"/>
              </a:ext>
            </a:extLst>
          </p:cNvPr>
          <p:cNvSpPr>
            <a:spLocks xmlns:a="http://schemas.openxmlformats.org/drawingml/2006/main" noGrp="1"/>
          </p:cNvSpPr>
          <p:nvPr/>
        </p:nvSpPr>
        <p:spPr>
          <a:xfrm xmlns:a="http://schemas.openxmlformats.org/drawingml/2006/main">
            <a:off x="742950" y="49530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Approve the plan before the AI edits the file.</a:t>
            </a:r>
          </a:p>
        </p:txBody>
      </p:sp>
      <p:sp>
        <p:nvSpPr>
          <p:cNvPr id="113" name="">
            <a:extLst xmlns:a="http://schemas.openxmlformats.org/drawingml/2006/main">
              <a:ext uri="{FF2B5EF4-FFF2-40B4-BE49-F238E27FC236}">
                <a16:creationId xmlns:a16="http://schemas.microsoft.com/office/drawing/2014/main" id="{A5594B6E-D6A8-4FFF-BEE0-816B9C850FE8}"/>
              </a:ext>
            </a:extLst>
          </p:cNvPr>
          <p:cNvSpPr>
            <a:spLocks xmlns:a="http://schemas.openxmlformats.org/drawingml/2006/main" noGrp="1"/>
          </p:cNvSpPr>
          <p:nvPr/>
        </p:nvSpPr>
        <p:spPr>
          <a:xfrm xmlns:a="http://schemas.openxmlformats.org/drawingml/2006/main">
            <a:off x="3667125" y="6381750"/>
            <a:ext cx="4857750" cy="0"/>
          </a:xfrm>
          <a:prstGeom xmlns:a="http://schemas.openxmlformats.org/drawingml/2006/main" prst="line">
            <a:avLst/>
          </a:prstGeom>
          <a:noFill xmlns:a="http://schemas.openxmlformats.org/drawingml/2006/main"/>
          <a:ln xmlns:a="http://schemas.openxmlformats.org/drawingml/2006/main" w="5715">
            <a:solidFill>
              <a:srgbClr val="D8E2EF"/>
            </a:solidFill>
            <a:prstDash val="solid"/>
          </a:ln>
        </p:spPr>
      </p:sp>
      <p:sp>
        <p:nvSpPr>
          <p:cNvPr id="114" name="">
            <a:extLst xmlns:a="http://schemas.openxmlformats.org/drawingml/2006/main">
              <a:ext uri="{FF2B5EF4-FFF2-40B4-BE49-F238E27FC236}">
                <a16:creationId xmlns:a16="http://schemas.microsoft.com/office/drawing/2014/main" id="{7FBDB016-C03D-43C1-98BC-66CE1D6BD75A}"/>
              </a:ext>
            </a:extLst>
          </p:cNvPr>
          <p:cNvSpPr>
            <a:spLocks xmlns:a="http://schemas.openxmlformats.org/drawingml/2006/main" noGrp="1"/>
          </p:cNvSpPr>
          <p:nvPr/>
        </p:nvSpPr>
        <p:spPr>
          <a:xfrm xmlns:a="http://schemas.openxmlformats.org/drawingml/2006/main">
            <a:off x="4276725" y="6381750"/>
            <a:ext cx="723900" cy="0"/>
          </a:xfrm>
          <a:prstGeom xmlns:a="http://schemas.openxmlformats.org/drawingml/2006/main" prst="line">
            <a:avLst/>
          </a:prstGeom>
          <a:noFill xmlns:a="http://schemas.openxmlformats.org/drawingml/2006/main"/>
          <a:ln xmlns:a="http://schemas.openxmlformats.org/drawingml/2006/main" w="28575">
            <a:solidFill>
              <a:srgbClr val="EF8B39"/>
            </a:solidFill>
            <a:prstDash val="solid"/>
          </a:ln>
        </p:spPr>
      </p:sp>
      <p:sp>
        <p:nvSpPr>
          <p:cNvPr id="115" name="">
            <a:extLst xmlns:a="http://schemas.openxmlformats.org/drawingml/2006/main">
              <a:ext uri="{FF2B5EF4-FFF2-40B4-BE49-F238E27FC236}">
                <a16:creationId xmlns:a16="http://schemas.microsoft.com/office/drawing/2014/main" id="{B6844F59-C80F-4C79-8599-A60AE7D36F2B}"/>
              </a:ext>
            </a:extLst>
          </p:cNvPr>
          <p:cNvSpPr>
            <a:spLocks xmlns:a="http://schemas.openxmlformats.org/drawingml/2006/main" noGrp="1"/>
          </p:cNvSpPr>
          <p:nvPr/>
        </p:nvSpPr>
        <p:spPr>
          <a:xfrm xmlns:a="http://schemas.openxmlformats.org/drawingml/2006/main">
            <a:off x="36337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16" name="">
            <a:extLst xmlns:a="http://schemas.openxmlformats.org/drawingml/2006/main">
              <a:ext uri="{FF2B5EF4-FFF2-40B4-BE49-F238E27FC236}">
                <a16:creationId xmlns:a16="http://schemas.microsoft.com/office/drawing/2014/main" id="{47C7301F-BC44-409E-A0F8-E3C4F7B4EFE7}"/>
              </a:ext>
            </a:extLst>
          </p:cNvPr>
          <p:cNvSpPr>
            <a:spLocks xmlns:a="http://schemas.openxmlformats.org/drawingml/2006/main" noGrp="1"/>
          </p:cNvSpPr>
          <p:nvPr/>
        </p:nvSpPr>
        <p:spPr>
          <a:xfrm xmlns:a="http://schemas.openxmlformats.org/drawingml/2006/main">
            <a:off x="32670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PLAN</a:t>
            </a:r>
          </a:p>
        </p:txBody>
      </p:sp>
      <p:sp>
        <p:nvSpPr>
          <p:cNvPr id="117" name="">
            <a:extLst xmlns:a="http://schemas.openxmlformats.org/drawingml/2006/main">
              <a:ext uri="{FF2B5EF4-FFF2-40B4-BE49-F238E27FC236}">
                <a16:creationId xmlns:a16="http://schemas.microsoft.com/office/drawing/2014/main" id="{BCFD0C96-BDFA-44AE-AF33-3DFA4DB04F09}"/>
              </a:ext>
            </a:extLst>
          </p:cNvPr>
          <p:cNvSpPr>
            <a:spLocks xmlns:a="http://schemas.openxmlformats.org/drawingml/2006/main" noGrp="1"/>
          </p:cNvSpPr>
          <p:nvPr/>
        </p:nvSpPr>
        <p:spPr>
          <a:xfrm xmlns:a="http://schemas.openxmlformats.org/drawingml/2006/main">
            <a:off x="4591050" y="6334125"/>
            <a:ext cx="95250" cy="95250"/>
          </a:xfrm>
          <a:prstGeom xmlns:a="http://schemas.openxmlformats.org/drawingml/2006/main" prst="ellipse">
            <a:avLst/>
          </a:prstGeom>
          <a:solidFill xmlns:a="http://schemas.openxmlformats.org/drawingml/2006/main">
            <a:srgbClr val="EF8B39"/>
          </a:solidFill>
          <a:ln xmlns:a="http://schemas.openxmlformats.org/drawingml/2006/main" w="9525">
            <a:solidFill>
              <a:srgbClr val="EF8B39"/>
            </a:solidFill>
            <a:prstDash val="solid"/>
          </a:ln>
        </p:spPr>
      </p:sp>
      <p:sp>
        <p:nvSpPr>
          <p:cNvPr id="118" name="">
            <a:extLst xmlns:a="http://schemas.openxmlformats.org/drawingml/2006/main">
              <a:ext uri="{FF2B5EF4-FFF2-40B4-BE49-F238E27FC236}">
                <a16:creationId xmlns:a16="http://schemas.microsoft.com/office/drawing/2014/main" id="{BEDDC965-2C0A-43FD-871D-332456772293}"/>
              </a:ext>
            </a:extLst>
          </p:cNvPr>
          <p:cNvSpPr>
            <a:spLocks xmlns:a="http://schemas.openxmlformats.org/drawingml/2006/main" noGrp="1"/>
          </p:cNvSpPr>
          <p:nvPr/>
        </p:nvSpPr>
        <p:spPr>
          <a:xfrm xmlns:a="http://schemas.openxmlformats.org/drawingml/2006/main">
            <a:off x="42386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1">
                <a:solidFill>
                  <a:srgbClr val="B93800"/>
                </a:solidFill>
                <a:latin typeface="Montserrat"/>
                <a:ea typeface="Montserrat"/>
                <a:cs typeface="Montserrat"/>
              </a:defRPr>
            </a:defPPr>
            <a:lvl1pPr algn="ctr">
              <a:defRPr sz="675" b="1">
                <a:solidFill>
                  <a:srgbClr val="B93800"/>
                </a:solidFill>
                <a:latin typeface="Montserrat"/>
                <a:ea typeface="Montserrat"/>
                <a:cs typeface="Montserrat"/>
              </a:defRPr>
            </a:lvl1pPr>
            <a:lvl2pPr algn="ctr">
              <a:defRPr sz="675" b="1">
                <a:solidFill>
                  <a:srgbClr val="B93800"/>
                </a:solidFill>
                <a:latin typeface="Montserrat"/>
                <a:ea typeface="Montserrat"/>
                <a:cs typeface="Montserrat"/>
              </a:defRPr>
            </a:lvl2pPr>
            <a:lvl3pPr algn="ctr">
              <a:defRPr sz="675" b="1">
                <a:solidFill>
                  <a:srgbClr val="B93800"/>
                </a:solidFill>
                <a:latin typeface="Montserrat"/>
                <a:ea typeface="Montserrat"/>
                <a:cs typeface="Montserrat"/>
              </a:defRPr>
            </a:lvl3pPr>
            <a:lvl4pPr algn="ctr">
              <a:defRPr sz="675" b="1">
                <a:solidFill>
                  <a:srgbClr val="B93800"/>
                </a:solidFill>
                <a:latin typeface="Montserrat"/>
                <a:ea typeface="Montserrat"/>
                <a:cs typeface="Montserrat"/>
              </a:defRPr>
            </a:lvl4pPr>
            <a:lvl5pPr algn="ctr">
              <a:defRPr sz="675" b="1">
                <a:solidFill>
                  <a:srgbClr val="B93800"/>
                </a:solidFill>
                <a:latin typeface="Montserrat"/>
                <a:ea typeface="Montserrat"/>
                <a:cs typeface="Montserrat"/>
              </a:defRPr>
            </a:lvl5pPr>
            <a:lvl6pPr algn="ctr">
              <a:defRPr sz="675" b="1">
                <a:solidFill>
                  <a:srgbClr val="B93800"/>
                </a:solidFill>
                <a:latin typeface="Montserrat"/>
                <a:ea typeface="Montserrat"/>
                <a:cs typeface="Montserrat"/>
              </a:defRPr>
            </a:lvl6pPr>
            <a:lvl7pPr algn="ctr">
              <a:defRPr sz="675" b="1">
                <a:solidFill>
                  <a:srgbClr val="B93800"/>
                </a:solidFill>
                <a:latin typeface="Montserrat"/>
                <a:ea typeface="Montserrat"/>
                <a:cs typeface="Montserrat"/>
              </a:defRPr>
            </a:lvl7pPr>
            <a:lvl8pPr algn="ctr">
              <a:defRPr sz="675" b="1">
                <a:solidFill>
                  <a:srgbClr val="B93800"/>
                </a:solidFill>
                <a:latin typeface="Montserrat"/>
                <a:ea typeface="Montserrat"/>
                <a:cs typeface="Montserrat"/>
              </a:defRPr>
            </a:lvl8pPr>
            <a:lvl9pPr algn="ctr">
              <a:defRPr sz="675" b="1">
                <a:solidFill>
                  <a:srgbClr val="B93800"/>
                </a:solidFill>
                <a:latin typeface="Montserrat"/>
                <a:ea typeface="Montserrat"/>
                <a:cs typeface="Montserrat"/>
              </a:defRPr>
            </a:lvl9pPr>
          </a:lstStyle>
          <a:p xmlns:a="http://schemas.openxmlformats.org/drawingml/2006/main">
            <a:pPr algn="ctr">
              <a:defRPr sz="675" b="1">
                <a:solidFill>
                  <a:srgbClr val="B93800"/>
                </a:solidFill>
                <a:latin typeface="Montserrat"/>
                <a:ea typeface="Montserrat"/>
                <a:cs typeface="Montserrat"/>
              </a:defRPr>
            </a:pPr>
            <a:r>
              <a:rPr sz="675" b="1">
                <a:solidFill>
                  <a:srgbClr val="B93800"/>
                </a:solidFill>
                <a:latin typeface="Montserrat"/>
                <a:ea typeface="Montserrat"/>
                <a:cs typeface="Montserrat"/>
              </a:rPr>
              <a:t>DESIGN</a:t>
            </a:r>
          </a:p>
        </p:txBody>
      </p:sp>
      <p:sp>
        <p:nvSpPr>
          <p:cNvPr id="119" name="">
            <a:extLst xmlns:a="http://schemas.openxmlformats.org/drawingml/2006/main">
              <a:ext uri="{FF2B5EF4-FFF2-40B4-BE49-F238E27FC236}">
                <a16:creationId xmlns:a16="http://schemas.microsoft.com/office/drawing/2014/main" id="{1553BF5B-3E5F-4078-A290-926BEAF98A7C}"/>
              </a:ext>
            </a:extLst>
          </p:cNvPr>
          <p:cNvSpPr>
            <a:spLocks xmlns:a="http://schemas.openxmlformats.org/drawingml/2006/main" noGrp="1"/>
          </p:cNvSpPr>
          <p:nvPr/>
        </p:nvSpPr>
        <p:spPr>
          <a:xfrm xmlns:a="http://schemas.openxmlformats.org/drawingml/2006/main">
            <a:off x="55768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20" name="">
            <a:extLst xmlns:a="http://schemas.openxmlformats.org/drawingml/2006/main">
              <a:ext uri="{FF2B5EF4-FFF2-40B4-BE49-F238E27FC236}">
                <a16:creationId xmlns:a16="http://schemas.microsoft.com/office/drawing/2014/main" id="{FEFDBC1A-CC45-4F6F-A676-CCBC4CC2195C}"/>
              </a:ext>
            </a:extLst>
          </p:cNvPr>
          <p:cNvSpPr>
            <a:spLocks xmlns:a="http://schemas.openxmlformats.org/drawingml/2006/main" noGrp="1"/>
          </p:cNvSpPr>
          <p:nvPr/>
        </p:nvSpPr>
        <p:spPr>
          <a:xfrm xmlns:a="http://schemas.openxmlformats.org/drawingml/2006/main">
            <a:off x="52101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BUILD</a:t>
            </a:r>
          </a:p>
        </p:txBody>
      </p:sp>
      <p:sp>
        <p:nvSpPr>
          <p:cNvPr id="121" name="">
            <a:extLst xmlns:a="http://schemas.openxmlformats.org/drawingml/2006/main">
              <a:ext uri="{FF2B5EF4-FFF2-40B4-BE49-F238E27FC236}">
                <a16:creationId xmlns:a16="http://schemas.microsoft.com/office/drawing/2014/main" id="{B9195E18-EB01-49C4-8D4B-E1AF1DB87342}"/>
              </a:ext>
            </a:extLst>
          </p:cNvPr>
          <p:cNvSpPr>
            <a:spLocks xmlns:a="http://schemas.openxmlformats.org/drawingml/2006/main" noGrp="1"/>
          </p:cNvSpPr>
          <p:nvPr/>
        </p:nvSpPr>
        <p:spPr>
          <a:xfrm xmlns:a="http://schemas.openxmlformats.org/drawingml/2006/main">
            <a:off x="65484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22" name="">
            <a:extLst xmlns:a="http://schemas.openxmlformats.org/drawingml/2006/main">
              <a:ext uri="{FF2B5EF4-FFF2-40B4-BE49-F238E27FC236}">
                <a16:creationId xmlns:a16="http://schemas.microsoft.com/office/drawing/2014/main" id="{A1B0DDE9-147E-4B06-AFCA-74ADC6990823}"/>
              </a:ext>
            </a:extLst>
          </p:cNvPr>
          <p:cNvSpPr>
            <a:spLocks xmlns:a="http://schemas.openxmlformats.org/drawingml/2006/main" noGrp="1"/>
          </p:cNvSpPr>
          <p:nvPr/>
        </p:nvSpPr>
        <p:spPr>
          <a:xfrm xmlns:a="http://schemas.openxmlformats.org/drawingml/2006/main">
            <a:off x="61817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TEST</a:t>
            </a:r>
          </a:p>
        </p:txBody>
      </p:sp>
      <p:sp>
        <p:nvSpPr>
          <p:cNvPr id="123" name="">
            <a:extLst xmlns:a="http://schemas.openxmlformats.org/drawingml/2006/main">
              <a:ext uri="{FF2B5EF4-FFF2-40B4-BE49-F238E27FC236}">
                <a16:creationId xmlns:a16="http://schemas.microsoft.com/office/drawing/2014/main" id="{9FE4D7A7-ED8E-4433-9C9C-D2D132766899}"/>
              </a:ext>
            </a:extLst>
          </p:cNvPr>
          <p:cNvSpPr>
            <a:spLocks xmlns:a="http://schemas.openxmlformats.org/drawingml/2006/main" noGrp="1"/>
          </p:cNvSpPr>
          <p:nvPr/>
        </p:nvSpPr>
        <p:spPr>
          <a:xfrm xmlns:a="http://schemas.openxmlformats.org/drawingml/2006/main">
            <a:off x="75199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24" name="">
            <a:extLst xmlns:a="http://schemas.openxmlformats.org/drawingml/2006/main">
              <a:ext uri="{FF2B5EF4-FFF2-40B4-BE49-F238E27FC236}">
                <a16:creationId xmlns:a16="http://schemas.microsoft.com/office/drawing/2014/main" id="{3BFAA127-E602-4AB6-AD4A-3DEEF5CC57B5}"/>
              </a:ext>
            </a:extLst>
          </p:cNvPr>
          <p:cNvSpPr>
            <a:spLocks xmlns:a="http://schemas.openxmlformats.org/drawingml/2006/main" noGrp="1"/>
          </p:cNvSpPr>
          <p:nvPr/>
        </p:nvSpPr>
        <p:spPr>
          <a:xfrm xmlns:a="http://schemas.openxmlformats.org/drawingml/2006/main">
            <a:off x="71532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DEPLOY</a:t>
            </a:r>
          </a:p>
        </p:txBody>
      </p:sp>
      <p:sp>
        <p:nvSpPr>
          <p:cNvPr id="125" name="">
            <a:extLst xmlns:a="http://schemas.openxmlformats.org/drawingml/2006/main">
              <a:ext uri="{FF2B5EF4-FFF2-40B4-BE49-F238E27FC236}">
                <a16:creationId xmlns:a16="http://schemas.microsoft.com/office/drawing/2014/main" id="{F6C34AA3-D85D-4DEF-BE00-366BDA1ABC2A}"/>
              </a:ext>
            </a:extLst>
          </p:cNvPr>
          <p:cNvSpPr>
            <a:spLocks xmlns:a="http://schemas.openxmlformats.org/drawingml/2006/main" noGrp="1"/>
          </p:cNvSpPr>
          <p:nvPr/>
        </p:nvSpPr>
        <p:spPr>
          <a:xfrm xmlns:a="http://schemas.openxmlformats.org/drawingml/2006/main">
            <a:off x="84915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26" name="">
            <a:extLst xmlns:a="http://schemas.openxmlformats.org/drawingml/2006/main">
              <a:ext uri="{FF2B5EF4-FFF2-40B4-BE49-F238E27FC236}">
                <a16:creationId xmlns:a16="http://schemas.microsoft.com/office/drawing/2014/main" id="{3ECC3860-1FC5-4FF6-8E8E-DB660FACDC33}"/>
              </a:ext>
            </a:extLst>
          </p:cNvPr>
          <p:cNvSpPr>
            <a:spLocks xmlns:a="http://schemas.openxmlformats.org/drawingml/2006/main" noGrp="1"/>
          </p:cNvSpPr>
          <p:nvPr/>
        </p:nvSpPr>
        <p:spPr>
          <a:xfrm xmlns:a="http://schemas.openxmlformats.org/drawingml/2006/main">
            <a:off x="81248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MAINTAIN</a:t>
            </a:r>
          </a:p>
        </p:txBody>
      </p:sp>
    </p:spTree>
    <p:extLst>
      <p:ext uri="{BB962C8B-B14F-4D97-AF65-F5344CB8AC3E}">
        <p14:creationId xmlns:p14="http://schemas.microsoft.com/office/powerpoint/2010/main" val="1593519827"/>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2C7DD84E-1679-4970-B6D1-6BEA4B89C21D}"/>
              </a:ext>
            </a:extLst>
          </p:cNvPr>
          <p:cNvPicPr>
            <a:picLocks xmlns:a="http://schemas.openxmlformats.org/drawingml/2006/main" noChangeAspect="1"/>
          </p:cNvPicPr>
          <p:nvPr/>
        </p:nvPicPr>
        <p:blipFill>
          <a:blip xmlns:r="http://schemas.openxmlformats.org/officeDocument/2006/relationships" xmlns:a="http://schemas.openxmlformats.org/drawingml/2006/main" r:embed="Rc109d1391e0143e3"/>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F5884D9F-3601-4394-AB01-CF0CE683A656}"/>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30 / 63</a:t>
            </a:r>
            <a:endParaRPr sz="900"/>
          </a:p>
        </p:txBody>
      </p:sp>
      <p:sp>
        <p:nvSpPr>
          <p:cNvPr id="33" name="">
            <a:extLst xmlns:a="http://schemas.openxmlformats.org/drawingml/2006/main">
              <a:ext uri="{FF2B5EF4-FFF2-40B4-BE49-F238E27FC236}">
                <a16:creationId xmlns:a16="http://schemas.microsoft.com/office/drawing/2014/main" id="{B822EBC5-8A3E-4979-A6D6-6D58988227AC}"/>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307FE2"/>
                </a:solidFill>
                <a:latin typeface="Montserrat"/>
                <a:ea typeface="Montserrat"/>
                <a:cs typeface="Montserrat"/>
              </a:defRPr>
            </a:defPPr>
            <a:lvl1pPr algn="l">
              <a:defRPr sz="1050" b="1">
                <a:solidFill>
                  <a:srgbClr val="307FE2"/>
                </a:solidFill>
                <a:latin typeface="Montserrat"/>
                <a:ea typeface="Montserrat"/>
                <a:cs typeface="Montserrat"/>
              </a:defRPr>
            </a:lvl1pPr>
            <a:lvl2pPr algn="l">
              <a:defRPr sz="1050" b="1">
                <a:solidFill>
                  <a:srgbClr val="307FE2"/>
                </a:solidFill>
                <a:latin typeface="Montserrat"/>
                <a:ea typeface="Montserrat"/>
                <a:cs typeface="Montserrat"/>
              </a:defRPr>
            </a:lvl2pPr>
            <a:lvl3pPr algn="l">
              <a:defRPr sz="1050" b="1">
                <a:solidFill>
                  <a:srgbClr val="307FE2"/>
                </a:solidFill>
                <a:latin typeface="Montserrat"/>
                <a:ea typeface="Montserrat"/>
                <a:cs typeface="Montserrat"/>
              </a:defRPr>
            </a:lvl3pPr>
            <a:lvl4pPr algn="l">
              <a:defRPr sz="1050" b="1">
                <a:solidFill>
                  <a:srgbClr val="307FE2"/>
                </a:solidFill>
                <a:latin typeface="Montserrat"/>
                <a:ea typeface="Montserrat"/>
                <a:cs typeface="Montserrat"/>
              </a:defRPr>
            </a:lvl4pPr>
            <a:lvl5pPr algn="l">
              <a:defRPr sz="1050" b="1">
                <a:solidFill>
                  <a:srgbClr val="307FE2"/>
                </a:solidFill>
                <a:latin typeface="Montserrat"/>
                <a:ea typeface="Montserrat"/>
                <a:cs typeface="Montserrat"/>
              </a:defRPr>
            </a:lvl5pPr>
            <a:lvl6pPr algn="l">
              <a:defRPr sz="1050" b="1">
                <a:solidFill>
                  <a:srgbClr val="307FE2"/>
                </a:solidFill>
                <a:latin typeface="Montserrat"/>
                <a:ea typeface="Montserrat"/>
                <a:cs typeface="Montserrat"/>
              </a:defRPr>
            </a:lvl6pPr>
            <a:lvl7pPr algn="l">
              <a:defRPr sz="1050" b="1">
                <a:solidFill>
                  <a:srgbClr val="307FE2"/>
                </a:solidFill>
                <a:latin typeface="Montserrat"/>
                <a:ea typeface="Montserrat"/>
                <a:cs typeface="Montserrat"/>
              </a:defRPr>
            </a:lvl7pPr>
            <a:lvl8pPr algn="l">
              <a:defRPr sz="1050" b="1">
                <a:solidFill>
                  <a:srgbClr val="307FE2"/>
                </a:solidFill>
                <a:latin typeface="Montserrat"/>
                <a:ea typeface="Montserrat"/>
                <a:cs typeface="Montserrat"/>
              </a:defRPr>
            </a:lvl8pPr>
            <a:lvl9pPr algn="l">
              <a:defRPr sz="1050" b="1">
                <a:solidFill>
                  <a:srgbClr val="307FE2"/>
                </a:solidFill>
                <a:latin typeface="Montserrat"/>
                <a:ea typeface="Montserrat"/>
                <a:cs typeface="Montserrat"/>
              </a:defRPr>
            </a:lvl9pPr>
          </a:lstStyle>
          <a:p xmlns:a="http://schemas.openxmlformats.org/drawingml/2006/main">
            <a:pPr algn="l">
              <a:defRPr sz="1050" b="1">
                <a:solidFill>
                  <a:srgbClr val="307FE2"/>
                </a:solidFill>
                <a:latin typeface="Montserrat"/>
                <a:ea typeface="Montserrat"/>
                <a:cs typeface="Montserrat"/>
              </a:defRPr>
            </a:pPr>
            <a:r>
              <a:rPr sz="1050" b="1">
                <a:solidFill>
                  <a:srgbClr val="307FE2"/>
                </a:solidFill>
                <a:latin typeface="Montserrat"/>
                <a:ea typeface="Montserrat"/>
                <a:cs typeface="Montserrat"/>
              </a:rPr>
              <a:t>// EXERCISE 1 · BUILD</a:t>
            </a:r>
          </a:p>
        </p:txBody>
      </p:sp>
      <p:sp>
        <p:nvSpPr>
          <p:cNvPr id="34" name="">
            <a:extLst xmlns:a="http://schemas.openxmlformats.org/drawingml/2006/main">
              <a:ext uri="{FF2B5EF4-FFF2-40B4-BE49-F238E27FC236}">
                <a16:creationId xmlns:a16="http://schemas.microsoft.com/office/drawing/2014/main" id="{16ABDA0E-73C8-47E9-B45F-C2C82F5C6315}"/>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94A3B8"/>
                </a:solidFill>
                <a:latin typeface="Montserrat"/>
                <a:ea typeface="Montserrat"/>
                <a:cs typeface="Montserrat"/>
              </a:defRPr>
            </a:defPPr>
            <a:lvl1pPr algn="r">
              <a:defRPr sz="900" b="0">
                <a:solidFill>
                  <a:srgbClr val="94A3B8"/>
                </a:solidFill>
                <a:latin typeface="Montserrat"/>
                <a:ea typeface="Montserrat"/>
                <a:cs typeface="Montserrat"/>
              </a:defRPr>
            </a:lvl1pPr>
            <a:lvl2pPr algn="r">
              <a:defRPr sz="900" b="0">
                <a:solidFill>
                  <a:srgbClr val="94A3B8"/>
                </a:solidFill>
                <a:latin typeface="Montserrat"/>
                <a:ea typeface="Montserrat"/>
                <a:cs typeface="Montserrat"/>
              </a:defRPr>
            </a:lvl2pPr>
            <a:lvl3pPr algn="r">
              <a:defRPr sz="900" b="0">
                <a:solidFill>
                  <a:srgbClr val="94A3B8"/>
                </a:solidFill>
                <a:latin typeface="Montserrat"/>
                <a:ea typeface="Montserrat"/>
                <a:cs typeface="Montserrat"/>
              </a:defRPr>
            </a:lvl3pPr>
            <a:lvl4pPr algn="r">
              <a:defRPr sz="900" b="0">
                <a:solidFill>
                  <a:srgbClr val="94A3B8"/>
                </a:solidFill>
                <a:latin typeface="Montserrat"/>
                <a:ea typeface="Montserrat"/>
                <a:cs typeface="Montserrat"/>
              </a:defRPr>
            </a:lvl4pPr>
            <a:lvl5pPr algn="r">
              <a:defRPr sz="900" b="0">
                <a:solidFill>
                  <a:srgbClr val="94A3B8"/>
                </a:solidFill>
                <a:latin typeface="Montserrat"/>
                <a:ea typeface="Montserrat"/>
                <a:cs typeface="Montserrat"/>
              </a:defRPr>
            </a:lvl5pPr>
            <a:lvl6pPr algn="r">
              <a:defRPr sz="900" b="0">
                <a:solidFill>
                  <a:srgbClr val="94A3B8"/>
                </a:solidFill>
                <a:latin typeface="Montserrat"/>
                <a:ea typeface="Montserrat"/>
                <a:cs typeface="Montserrat"/>
              </a:defRPr>
            </a:lvl6pPr>
            <a:lvl7pPr algn="r">
              <a:defRPr sz="900" b="0">
                <a:solidFill>
                  <a:srgbClr val="94A3B8"/>
                </a:solidFill>
                <a:latin typeface="Montserrat"/>
                <a:ea typeface="Montserrat"/>
                <a:cs typeface="Montserrat"/>
              </a:defRPr>
            </a:lvl7pPr>
            <a:lvl8pPr algn="r">
              <a:defRPr sz="900" b="0">
                <a:solidFill>
                  <a:srgbClr val="94A3B8"/>
                </a:solidFill>
                <a:latin typeface="Montserrat"/>
                <a:ea typeface="Montserrat"/>
                <a:cs typeface="Montserrat"/>
              </a:defRPr>
            </a:lvl8pPr>
            <a:lvl9pPr algn="r">
              <a:defRPr sz="900" b="0">
                <a:solidFill>
                  <a:srgbClr val="94A3B8"/>
                </a:solidFill>
                <a:latin typeface="Montserrat"/>
                <a:ea typeface="Montserrat"/>
                <a:cs typeface="Montserrat"/>
              </a:defRPr>
            </a:lvl9pPr>
          </a:lstStyle>
          <a:p xmlns:a="http://schemas.openxmlformats.org/drawingml/2006/main">
            <a:pPr algn="r">
              <a:defRPr sz="900" b="0">
                <a:solidFill>
                  <a:srgbClr val="94A3B8"/>
                </a:solidFill>
                <a:latin typeface="Montserrat"/>
                <a:ea typeface="Montserrat"/>
                <a:cs typeface="Montserrat"/>
              </a:defRPr>
            </a:pPr>
            <a:r>
              <a:rPr sz="900" b="0">
                <a:solidFill>
                  <a:srgbClr val="94A3B8"/>
                </a:solidFill>
                <a:latin typeface="Montserrat"/>
                <a:ea typeface="Montserrat"/>
                <a:cs typeface="Montserrat"/>
              </a:rPr>
              <a:t>1:40–2:30</a:t>
            </a:r>
          </a:p>
        </p:txBody>
      </p:sp>
      <p:sp>
        <p:nvSpPr>
          <p:cNvPr id="35" name="">
            <a:extLst xmlns:a="http://schemas.openxmlformats.org/drawingml/2006/main">
              <a:ext uri="{FF2B5EF4-FFF2-40B4-BE49-F238E27FC236}">
                <a16:creationId xmlns:a16="http://schemas.microsoft.com/office/drawing/2014/main" id="{905E484A-4906-4183-85AA-292BFF6245EA}"/>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Build one change</a:t>
            </a:r>
          </a:p>
        </p:txBody>
      </p:sp>
      <p:sp>
        <p:nvSpPr>
          <p:cNvPr id="36" name="">
            <a:extLst xmlns:a="http://schemas.openxmlformats.org/drawingml/2006/main">
              <a:ext uri="{FF2B5EF4-FFF2-40B4-BE49-F238E27FC236}">
                <a16:creationId xmlns:a16="http://schemas.microsoft.com/office/drawing/2014/main" id="{7B0F1261-F6AC-4506-84AC-10667E74C508}"/>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READ THE FILE · RETURN THE COMPLETE FILE</a:t>
            </a:r>
          </a:p>
        </p:txBody>
      </p:sp>
      <p:sp>
        <p:nvSpPr>
          <p:cNvPr id="37" name="">
            <a:extLst xmlns:a="http://schemas.openxmlformats.org/drawingml/2006/main">
              <a:ext uri="{FF2B5EF4-FFF2-40B4-BE49-F238E27FC236}">
                <a16:creationId xmlns:a16="http://schemas.microsoft.com/office/drawing/2014/main" id="{55E7A64B-8225-489B-9138-6E18CDBE781F}"/>
              </a:ext>
            </a:extLst>
          </p:cNvPr>
          <p:cNvSpPr>
            <a:spLocks xmlns:a="http://schemas.openxmlformats.org/drawingml/2006/main" noGrp="1"/>
          </p:cNvSpPr>
          <p:nvPr/>
        </p:nvSpPr>
        <p:spPr>
          <a:xfrm xmlns:a="http://schemas.openxmlformats.org/drawingml/2006/main">
            <a:off x="647700" y="2009775"/>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38" name="">
            <a:extLst xmlns:a="http://schemas.openxmlformats.org/drawingml/2006/main">
              <a:ext uri="{FF2B5EF4-FFF2-40B4-BE49-F238E27FC236}">
                <a16:creationId xmlns:a16="http://schemas.microsoft.com/office/drawing/2014/main" id="{3358AB4A-88EA-4EFA-85B4-65D2BE004F12}"/>
              </a:ext>
            </a:extLst>
          </p:cNvPr>
          <p:cNvSpPr>
            <a:spLocks xmlns:a="http://schemas.openxmlformats.org/drawingml/2006/main" noGrp="1"/>
          </p:cNvSpPr>
          <p:nvPr/>
        </p:nvSpPr>
        <p:spPr>
          <a:xfrm xmlns:a="http://schemas.openxmlformats.org/drawingml/2006/main">
            <a:off x="742950"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01</a:t>
            </a:r>
          </a:p>
        </p:txBody>
      </p:sp>
      <p:sp>
        <p:nvSpPr>
          <p:cNvPr id="39" name="">
            <a:extLst xmlns:a="http://schemas.openxmlformats.org/drawingml/2006/main">
              <a:ext uri="{FF2B5EF4-FFF2-40B4-BE49-F238E27FC236}">
                <a16:creationId xmlns:a16="http://schemas.microsoft.com/office/drawing/2014/main" id="{3FEBF29C-7611-48DB-8F43-816B7DCC5964}"/>
              </a:ext>
            </a:extLst>
          </p:cNvPr>
          <p:cNvSpPr>
            <a:spLocks xmlns:a="http://schemas.openxmlformats.org/drawingml/2006/main" noGrp="1"/>
          </p:cNvSpPr>
          <p:nvPr/>
        </p:nvSpPr>
        <p:spPr>
          <a:xfrm xmlns:a="http://schemas.openxmlformats.org/drawingml/2006/main">
            <a:off x="742950"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Copy the starter</a:t>
            </a:r>
          </a:p>
        </p:txBody>
      </p:sp>
      <p:sp>
        <p:nvSpPr>
          <p:cNvPr id="40" name="">
            <a:extLst xmlns:a="http://schemas.openxmlformats.org/drawingml/2006/main">
              <a:ext uri="{FF2B5EF4-FFF2-40B4-BE49-F238E27FC236}">
                <a16:creationId xmlns:a16="http://schemas.microsoft.com/office/drawing/2014/main" id="{BB16DFB6-0403-44F7-8F76-4C4D7CDBE4C7}"/>
              </a:ext>
            </a:extLst>
          </p:cNvPr>
          <p:cNvSpPr>
            <a:spLocks xmlns:a="http://schemas.openxmlformats.org/drawingml/2006/main" noGrp="1"/>
          </p:cNvSpPr>
          <p:nvPr/>
        </p:nvSpPr>
        <p:spPr>
          <a:xfrm xmlns:a="http://schemas.openxmlformats.org/drawingml/2006/main">
            <a:off x="742950"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Put the chosen starter in your own my-first-site folder.</a:t>
            </a:r>
          </a:p>
        </p:txBody>
      </p:sp>
      <p:sp>
        <p:nvSpPr>
          <p:cNvPr id="41" name="">
            <a:extLst xmlns:a="http://schemas.openxmlformats.org/drawingml/2006/main">
              <a:ext uri="{FF2B5EF4-FFF2-40B4-BE49-F238E27FC236}">
                <a16:creationId xmlns:a16="http://schemas.microsoft.com/office/drawing/2014/main" id="{BEF78042-387F-4DFF-95D5-A6A13C87008D}"/>
              </a:ext>
            </a:extLst>
          </p:cNvPr>
          <p:cNvSpPr>
            <a:spLocks xmlns:a="http://schemas.openxmlformats.org/drawingml/2006/main" noGrp="1"/>
          </p:cNvSpPr>
          <p:nvPr/>
        </p:nvSpPr>
        <p:spPr>
          <a:xfrm xmlns:a="http://schemas.openxmlformats.org/drawingml/2006/main">
            <a:off x="3362325"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42" name="">
            <a:extLst xmlns:a="http://schemas.openxmlformats.org/drawingml/2006/main">
              <a:ext uri="{FF2B5EF4-FFF2-40B4-BE49-F238E27FC236}">
                <a16:creationId xmlns:a16="http://schemas.microsoft.com/office/drawing/2014/main" id="{299FA8BF-5674-42B6-A205-5AB0CA37831B}"/>
              </a:ext>
            </a:extLst>
          </p:cNvPr>
          <p:cNvSpPr>
            <a:spLocks xmlns:a="http://schemas.openxmlformats.org/drawingml/2006/main" noGrp="1"/>
          </p:cNvSpPr>
          <p:nvPr/>
        </p:nvSpPr>
        <p:spPr>
          <a:xfrm xmlns:a="http://schemas.openxmlformats.org/drawingml/2006/main">
            <a:off x="3476625"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02</a:t>
            </a:r>
          </a:p>
        </p:txBody>
      </p:sp>
      <p:sp>
        <p:nvSpPr>
          <p:cNvPr id="43" name="">
            <a:extLst xmlns:a="http://schemas.openxmlformats.org/drawingml/2006/main">
              <a:ext uri="{FF2B5EF4-FFF2-40B4-BE49-F238E27FC236}">
                <a16:creationId xmlns:a16="http://schemas.microsoft.com/office/drawing/2014/main" id="{AC9D8950-58B1-4949-B86B-FFC5E1132EF7}"/>
              </a:ext>
            </a:extLst>
          </p:cNvPr>
          <p:cNvSpPr>
            <a:spLocks xmlns:a="http://schemas.openxmlformats.org/drawingml/2006/main" noGrp="1"/>
          </p:cNvSpPr>
          <p:nvPr/>
        </p:nvSpPr>
        <p:spPr>
          <a:xfrm xmlns:a="http://schemas.openxmlformats.org/drawingml/2006/main">
            <a:off x="3476625"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Open it first</a:t>
            </a:r>
          </a:p>
        </p:txBody>
      </p:sp>
      <p:sp>
        <p:nvSpPr>
          <p:cNvPr id="44" name="">
            <a:extLst xmlns:a="http://schemas.openxmlformats.org/drawingml/2006/main">
              <a:ext uri="{FF2B5EF4-FFF2-40B4-BE49-F238E27FC236}">
                <a16:creationId xmlns:a16="http://schemas.microsoft.com/office/drawing/2014/main" id="{03A9131C-26B4-4283-959A-0441C3133208}"/>
              </a:ext>
            </a:extLst>
          </p:cNvPr>
          <p:cNvSpPr>
            <a:spLocks xmlns:a="http://schemas.openxmlformats.org/drawingml/2006/main" noGrp="1"/>
          </p:cNvSpPr>
          <p:nvPr/>
        </p:nvSpPr>
        <p:spPr>
          <a:xfrm xmlns:a="http://schemas.openxmlformats.org/drawingml/2006/main">
            <a:off x="3476625"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Try the existing main link before changing anything.</a:t>
            </a:r>
          </a:p>
        </p:txBody>
      </p:sp>
      <p:sp>
        <p:nvSpPr>
          <p:cNvPr id="45" name="">
            <a:extLst xmlns:a="http://schemas.openxmlformats.org/drawingml/2006/main">
              <a:ext uri="{FF2B5EF4-FFF2-40B4-BE49-F238E27FC236}">
                <a16:creationId xmlns:a16="http://schemas.microsoft.com/office/drawing/2014/main" id="{14EF7D43-4649-498B-8B7D-8D5456EB7C28}"/>
              </a:ext>
            </a:extLst>
          </p:cNvPr>
          <p:cNvSpPr>
            <a:spLocks xmlns:a="http://schemas.openxmlformats.org/drawingml/2006/main" noGrp="1"/>
          </p:cNvSpPr>
          <p:nvPr/>
        </p:nvSpPr>
        <p:spPr>
          <a:xfrm xmlns:a="http://schemas.openxmlformats.org/drawingml/2006/main">
            <a:off x="6096000"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46" name="">
            <a:extLst xmlns:a="http://schemas.openxmlformats.org/drawingml/2006/main">
              <a:ext uri="{FF2B5EF4-FFF2-40B4-BE49-F238E27FC236}">
                <a16:creationId xmlns:a16="http://schemas.microsoft.com/office/drawing/2014/main" id="{DA7AF67D-4A57-4DC7-8D52-9674290B11CE}"/>
              </a:ext>
            </a:extLst>
          </p:cNvPr>
          <p:cNvSpPr>
            <a:spLocks xmlns:a="http://schemas.openxmlformats.org/drawingml/2006/main" noGrp="1"/>
          </p:cNvSpPr>
          <p:nvPr/>
        </p:nvSpPr>
        <p:spPr>
          <a:xfrm xmlns:a="http://schemas.openxmlformats.org/drawingml/2006/main">
            <a:off x="6210300"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03</a:t>
            </a:r>
          </a:p>
        </p:txBody>
      </p:sp>
      <p:sp>
        <p:nvSpPr>
          <p:cNvPr id="47" name="">
            <a:extLst xmlns:a="http://schemas.openxmlformats.org/drawingml/2006/main">
              <a:ext uri="{FF2B5EF4-FFF2-40B4-BE49-F238E27FC236}">
                <a16:creationId xmlns:a16="http://schemas.microsoft.com/office/drawing/2014/main" id="{3B0FE39B-AB1D-4C22-809D-5EAF88A3C07D}"/>
              </a:ext>
            </a:extLst>
          </p:cNvPr>
          <p:cNvSpPr>
            <a:spLocks xmlns:a="http://schemas.openxmlformats.org/drawingml/2006/main" noGrp="1"/>
          </p:cNvSpPr>
          <p:nvPr/>
        </p:nvSpPr>
        <p:spPr>
          <a:xfrm xmlns:a="http://schemas.openxmlformats.org/drawingml/2006/main">
            <a:off x="6210300"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Ask for one change</a:t>
            </a:r>
          </a:p>
        </p:txBody>
      </p:sp>
      <p:sp>
        <p:nvSpPr>
          <p:cNvPr id="48" name="">
            <a:extLst xmlns:a="http://schemas.openxmlformats.org/drawingml/2006/main">
              <a:ext uri="{FF2B5EF4-FFF2-40B4-BE49-F238E27FC236}">
                <a16:creationId xmlns:a16="http://schemas.microsoft.com/office/drawing/2014/main" id="{A31A3C4D-3FB2-407E-9179-57DAF1E911DC}"/>
              </a:ext>
            </a:extLst>
          </p:cNvPr>
          <p:cNvSpPr>
            <a:spLocks xmlns:a="http://schemas.openxmlformats.org/drawingml/2006/main" noGrp="1"/>
          </p:cNvSpPr>
          <p:nvPr/>
        </p:nvSpPr>
        <p:spPr>
          <a:xfrm xmlns:a="http://schemas.openxmlformats.org/drawingml/2006/main">
            <a:off x="6210300"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Give the AI the actual file, brief, plan, and one request.</a:t>
            </a:r>
          </a:p>
        </p:txBody>
      </p:sp>
      <p:sp>
        <p:nvSpPr>
          <p:cNvPr id="49" name="">
            <a:extLst xmlns:a="http://schemas.openxmlformats.org/drawingml/2006/main">
              <a:ext uri="{FF2B5EF4-FFF2-40B4-BE49-F238E27FC236}">
                <a16:creationId xmlns:a16="http://schemas.microsoft.com/office/drawing/2014/main" id="{FE2B7AE2-FD32-428F-80FC-63400D8223BA}"/>
              </a:ext>
            </a:extLst>
          </p:cNvPr>
          <p:cNvSpPr>
            <a:spLocks xmlns:a="http://schemas.openxmlformats.org/drawingml/2006/main" noGrp="1"/>
          </p:cNvSpPr>
          <p:nvPr/>
        </p:nvSpPr>
        <p:spPr>
          <a:xfrm xmlns:a="http://schemas.openxmlformats.org/drawingml/2006/main">
            <a:off x="8829675"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50" name="">
            <a:extLst xmlns:a="http://schemas.openxmlformats.org/drawingml/2006/main">
              <a:ext uri="{FF2B5EF4-FFF2-40B4-BE49-F238E27FC236}">
                <a16:creationId xmlns:a16="http://schemas.microsoft.com/office/drawing/2014/main" id="{67261F16-09A7-4D9D-9C1E-A16B026C9607}"/>
              </a:ext>
            </a:extLst>
          </p:cNvPr>
          <p:cNvSpPr>
            <a:spLocks xmlns:a="http://schemas.openxmlformats.org/drawingml/2006/main" noGrp="1"/>
          </p:cNvSpPr>
          <p:nvPr/>
        </p:nvSpPr>
        <p:spPr>
          <a:xfrm xmlns:a="http://schemas.openxmlformats.org/drawingml/2006/main">
            <a:off x="8943975"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04</a:t>
            </a:r>
          </a:p>
        </p:txBody>
      </p:sp>
      <p:sp>
        <p:nvSpPr>
          <p:cNvPr id="51" name="">
            <a:extLst xmlns:a="http://schemas.openxmlformats.org/drawingml/2006/main">
              <a:ext uri="{FF2B5EF4-FFF2-40B4-BE49-F238E27FC236}">
                <a16:creationId xmlns:a16="http://schemas.microsoft.com/office/drawing/2014/main" id="{2E666AB0-E850-437E-8446-7F9497F87297}"/>
              </a:ext>
            </a:extLst>
          </p:cNvPr>
          <p:cNvSpPr>
            <a:spLocks xmlns:a="http://schemas.openxmlformats.org/drawingml/2006/main" noGrp="1"/>
          </p:cNvSpPr>
          <p:nvPr/>
        </p:nvSpPr>
        <p:spPr>
          <a:xfrm xmlns:a="http://schemas.openxmlformats.org/drawingml/2006/main">
            <a:off x="8943975"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Save the result</a:t>
            </a:r>
          </a:p>
        </p:txBody>
      </p:sp>
      <p:sp>
        <p:nvSpPr>
          <p:cNvPr id="52" name="">
            <a:extLst xmlns:a="http://schemas.openxmlformats.org/drawingml/2006/main">
              <a:ext uri="{FF2B5EF4-FFF2-40B4-BE49-F238E27FC236}">
                <a16:creationId xmlns:a16="http://schemas.microsoft.com/office/drawing/2014/main" id="{D220E171-533B-429D-999C-015994F6D669}"/>
              </a:ext>
            </a:extLst>
          </p:cNvPr>
          <p:cNvSpPr>
            <a:spLocks xmlns:a="http://schemas.openxmlformats.org/drawingml/2006/main" noGrp="1"/>
          </p:cNvSpPr>
          <p:nvPr/>
        </p:nvSpPr>
        <p:spPr>
          <a:xfrm xmlns:a="http://schemas.openxmlformats.org/drawingml/2006/main">
            <a:off x="8943975"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Replace the working file only after keeping a checkpoint copy.</a:t>
            </a:r>
          </a:p>
        </p:txBody>
      </p:sp>
      <p:sp>
        <p:nvSpPr>
          <p:cNvPr id="53" name="">
            <a:extLst xmlns:a="http://schemas.openxmlformats.org/drawingml/2006/main">
              <a:ext uri="{FF2B5EF4-FFF2-40B4-BE49-F238E27FC236}">
                <a16:creationId xmlns:a16="http://schemas.microsoft.com/office/drawing/2014/main" id="{A729C3E9-1B23-4954-8447-58E94BA68CA5}"/>
              </a:ext>
            </a:extLst>
          </p:cNvPr>
          <p:cNvSpPr>
            <a:spLocks xmlns:a="http://schemas.openxmlformats.org/drawingml/2006/main" noGrp="1"/>
          </p:cNvSpPr>
          <p:nvPr/>
        </p:nvSpPr>
        <p:spPr>
          <a:xfrm xmlns:a="http://schemas.openxmlformats.org/drawingml/2006/main">
            <a:off x="647700" y="470535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54" name="">
            <a:extLst xmlns:a="http://schemas.openxmlformats.org/drawingml/2006/main">
              <a:ext uri="{FF2B5EF4-FFF2-40B4-BE49-F238E27FC236}">
                <a16:creationId xmlns:a16="http://schemas.microsoft.com/office/drawing/2014/main" id="{EDC78727-4FA8-4632-AC8C-2897D1FC031E}"/>
              </a:ext>
            </a:extLst>
          </p:cNvPr>
          <p:cNvSpPr>
            <a:spLocks xmlns:a="http://schemas.openxmlformats.org/drawingml/2006/main" noGrp="1"/>
          </p:cNvSpPr>
          <p:nvPr/>
        </p:nvSpPr>
        <p:spPr>
          <a:xfrm xmlns:a="http://schemas.openxmlformats.org/drawingml/2006/main">
            <a:off x="742950" y="49530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Checkpoint: index.html opens in your browser and the page still makes sense.</a:t>
            </a:r>
          </a:p>
        </p:txBody>
      </p:sp>
      <p:sp>
        <p:nvSpPr>
          <p:cNvPr id="55" name="">
            <a:extLst xmlns:a="http://schemas.openxmlformats.org/drawingml/2006/main">
              <a:ext uri="{FF2B5EF4-FFF2-40B4-BE49-F238E27FC236}">
                <a16:creationId xmlns:a16="http://schemas.microsoft.com/office/drawing/2014/main" id="{D92F2179-A5BD-4139-8F21-848955827C05}"/>
              </a:ext>
            </a:extLst>
          </p:cNvPr>
          <p:cNvSpPr>
            <a:spLocks xmlns:a="http://schemas.openxmlformats.org/drawingml/2006/main" noGrp="1"/>
          </p:cNvSpPr>
          <p:nvPr/>
        </p:nvSpPr>
        <p:spPr>
          <a:xfrm xmlns:a="http://schemas.openxmlformats.org/drawingml/2006/main">
            <a:off x="3667125" y="6381750"/>
            <a:ext cx="4857750" cy="0"/>
          </a:xfrm>
          <a:prstGeom xmlns:a="http://schemas.openxmlformats.org/drawingml/2006/main" prst="line">
            <a:avLst/>
          </a:prstGeom>
          <a:noFill xmlns:a="http://schemas.openxmlformats.org/drawingml/2006/main"/>
          <a:ln xmlns:a="http://schemas.openxmlformats.org/drawingml/2006/main" w="5715">
            <a:solidFill>
              <a:srgbClr val="D8E2EF"/>
            </a:solidFill>
            <a:prstDash val="solid"/>
          </a:ln>
        </p:spPr>
      </p:sp>
      <p:sp>
        <p:nvSpPr>
          <p:cNvPr id="56" name="">
            <a:extLst xmlns:a="http://schemas.openxmlformats.org/drawingml/2006/main">
              <a:ext uri="{FF2B5EF4-FFF2-40B4-BE49-F238E27FC236}">
                <a16:creationId xmlns:a16="http://schemas.microsoft.com/office/drawing/2014/main" id="{A2B0B897-8F6C-45DB-81B2-D7346A782150}"/>
              </a:ext>
            </a:extLst>
          </p:cNvPr>
          <p:cNvSpPr>
            <a:spLocks xmlns:a="http://schemas.openxmlformats.org/drawingml/2006/main" noGrp="1"/>
          </p:cNvSpPr>
          <p:nvPr/>
        </p:nvSpPr>
        <p:spPr>
          <a:xfrm xmlns:a="http://schemas.openxmlformats.org/drawingml/2006/main">
            <a:off x="5248275" y="6381750"/>
            <a:ext cx="723900" cy="0"/>
          </a:xfrm>
          <a:prstGeom xmlns:a="http://schemas.openxmlformats.org/drawingml/2006/main" prst="line">
            <a:avLst/>
          </a:prstGeom>
          <a:noFill xmlns:a="http://schemas.openxmlformats.org/drawingml/2006/main"/>
          <a:ln xmlns:a="http://schemas.openxmlformats.org/drawingml/2006/main" w="28575">
            <a:solidFill>
              <a:srgbClr val="EF8B39"/>
            </a:solidFill>
            <a:prstDash val="solid"/>
          </a:ln>
        </p:spPr>
      </p:sp>
      <p:sp>
        <p:nvSpPr>
          <p:cNvPr id="57" name="">
            <a:extLst xmlns:a="http://schemas.openxmlformats.org/drawingml/2006/main">
              <a:ext uri="{FF2B5EF4-FFF2-40B4-BE49-F238E27FC236}">
                <a16:creationId xmlns:a16="http://schemas.microsoft.com/office/drawing/2014/main" id="{0C9A8B17-A03F-4FE5-A0F1-37F907CCA679}"/>
              </a:ext>
            </a:extLst>
          </p:cNvPr>
          <p:cNvSpPr>
            <a:spLocks xmlns:a="http://schemas.openxmlformats.org/drawingml/2006/main" noGrp="1"/>
          </p:cNvSpPr>
          <p:nvPr/>
        </p:nvSpPr>
        <p:spPr>
          <a:xfrm xmlns:a="http://schemas.openxmlformats.org/drawingml/2006/main">
            <a:off x="36337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58" name="">
            <a:extLst xmlns:a="http://schemas.openxmlformats.org/drawingml/2006/main">
              <a:ext uri="{FF2B5EF4-FFF2-40B4-BE49-F238E27FC236}">
                <a16:creationId xmlns:a16="http://schemas.microsoft.com/office/drawing/2014/main" id="{C90E7097-A3F2-4719-87E4-F49A62ED5B5B}"/>
              </a:ext>
            </a:extLst>
          </p:cNvPr>
          <p:cNvSpPr>
            <a:spLocks xmlns:a="http://schemas.openxmlformats.org/drawingml/2006/main" noGrp="1"/>
          </p:cNvSpPr>
          <p:nvPr/>
        </p:nvSpPr>
        <p:spPr>
          <a:xfrm xmlns:a="http://schemas.openxmlformats.org/drawingml/2006/main">
            <a:off x="32670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PLAN</a:t>
            </a:r>
          </a:p>
        </p:txBody>
      </p:sp>
      <p:sp>
        <p:nvSpPr>
          <p:cNvPr id="59" name="">
            <a:extLst xmlns:a="http://schemas.openxmlformats.org/drawingml/2006/main">
              <a:ext uri="{FF2B5EF4-FFF2-40B4-BE49-F238E27FC236}">
                <a16:creationId xmlns:a16="http://schemas.microsoft.com/office/drawing/2014/main" id="{32DB46C4-C4FE-420E-BC9B-CECCCAB72A9C}"/>
              </a:ext>
            </a:extLst>
          </p:cNvPr>
          <p:cNvSpPr>
            <a:spLocks xmlns:a="http://schemas.openxmlformats.org/drawingml/2006/main" noGrp="1"/>
          </p:cNvSpPr>
          <p:nvPr/>
        </p:nvSpPr>
        <p:spPr>
          <a:xfrm xmlns:a="http://schemas.openxmlformats.org/drawingml/2006/main">
            <a:off x="46053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60" name="">
            <a:extLst xmlns:a="http://schemas.openxmlformats.org/drawingml/2006/main">
              <a:ext uri="{FF2B5EF4-FFF2-40B4-BE49-F238E27FC236}">
                <a16:creationId xmlns:a16="http://schemas.microsoft.com/office/drawing/2014/main" id="{4C6AC080-4FA4-498D-8C75-FA7DF4BD8BB6}"/>
              </a:ext>
            </a:extLst>
          </p:cNvPr>
          <p:cNvSpPr>
            <a:spLocks xmlns:a="http://schemas.openxmlformats.org/drawingml/2006/main" noGrp="1"/>
          </p:cNvSpPr>
          <p:nvPr/>
        </p:nvSpPr>
        <p:spPr>
          <a:xfrm xmlns:a="http://schemas.openxmlformats.org/drawingml/2006/main">
            <a:off x="42386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DESIGN</a:t>
            </a:r>
          </a:p>
        </p:txBody>
      </p:sp>
      <p:sp>
        <p:nvSpPr>
          <p:cNvPr id="61" name="">
            <a:extLst xmlns:a="http://schemas.openxmlformats.org/drawingml/2006/main">
              <a:ext uri="{FF2B5EF4-FFF2-40B4-BE49-F238E27FC236}">
                <a16:creationId xmlns:a16="http://schemas.microsoft.com/office/drawing/2014/main" id="{43F770BD-12FC-4411-8FD6-D9E79B50AC34}"/>
              </a:ext>
            </a:extLst>
          </p:cNvPr>
          <p:cNvSpPr>
            <a:spLocks xmlns:a="http://schemas.openxmlformats.org/drawingml/2006/main" noGrp="1"/>
          </p:cNvSpPr>
          <p:nvPr/>
        </p:nvSpPr>
        <p:spPr>
          <a:xfrm xmlns:a="http://schemas.openxmlformats.org/drawingml/2006/main">
            <a:off x="5562600" y="6334125"/>
            <a:ext cx="95250" cy="95250"/>
          </a:xfrm>
          <a:prstGeom xmlns:a="http://schemas.openxmlformats.org/drawingml/2006/main" prst="ellipse">
            <a:avLst/>
          </a:prstGeom>
          <a:solidFill xmlns:a="http://schemas.openxmlformats.org/drawingml/2006/main">
            <a:srgbClr val="EF8B39"/>
          </a:solidFill>
          <a:ln xmlns:a="http://schemas.openxmlformats.org/drawingml/2006/main" w="9525">
            <a:solidFill>
              <a:srgbClr val="EF8B39"/>
            </a:solidFill>
            <a:prstDash val="solid"/>
          </a:ln>
        </p:spPr>
      </p:sp>
      <p:sp>
        <p:nvSpPr>
          <p:cNvPr id="62" name="">
            <a:extLst xmlns:a="http://schemas.openxmlformats.org/drawingml/2006/main">
              <a:ext uri="{FF2B5EF4-FFF2-40B4-BE49-F238E27FC236}">
                <a16:creationId xmlns:a16="http://schemas.microsoft.com/office/drawing/2014/main" id="{29A04A2E-2BB9-4874-B561-E49181823265}"/>
              </a:ext>
            </a:extLst>
          </p:cNvPr>
          <p:cNvSpPr>
            <a:spLocks xmlns:a="http://schemas.openxmlformats.org/drawingml/2006/main" noGrp="1"/>
          </p:cNvSpPr>
          <p:nvPr/>
        </p:nvSpPr>
        <p:spPr>
          <a:xfrm xmlns:a="http://schemas.openxmlformats.org/drawingml/2006/main">
            <a:off x="52101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1">
                <a:solidFill>
                  <a:srgbClr val="B93800"/>
                </a:solidFill>
                <a:latin typeface="Montserrat"/>
                <a:ea typeface="Montserrat"/>
                <a:cs typeface="Montserrat"/>
              </a:defRPr>
            </a:defPPr>
            <a:lvl1pPr algn="ctr">
              <a:defRPr sz="675" b="1">
                <a:solidFill>
                  <a:srgbClr val="B93800"/>
                </a:solidFill>
                <a:latin typeface="Montserrat"/>
                <a:ea typeface="Montserrat"/>
                <a:cs typeface="Montserrat"/>
              </a:defRPr>
            </a:lvl1pPr>
            <a:lvl2pPr algn="ctr">
              <a:defRPr sz="675" b="1">
                <a:solidFill>
                  <a:srgbClr val="B93800"/>
                </a:solidFill>
                <a:latin typeface="Montserrat"/>
                <a:ea typeface="Montserrat"/>
                <a:cs typeface="Montserrat"/>
              </a:defRPr>
            </a:lvl2pPr>
            <a:lvl3pPr algn="ctr">
              <a:defRPr sz="675" b="1">
                <a:solidFill>
                  <a:srgbClr val="B93800"/>
                </a:solidFill>
                <a:latin typeface="Montserrat"/>
                <a:ea typeface="Montserrat"/>
                <a:cs typeface="Montserrat"/>
              </a:defRPr>
            </a:lvl3pPr>
            <a:lvl4pPr algn="ctr">
              <a:defRPr sz="675" b="1">
                <a:solidFill>
                  <a:srgbClr val="B93800"/>
                </a:solidFill>
                <a:latin typeface="Montserrat"/>
                <a:ea typeface="Montserrat"/>
                <a:cs typeface="Montserrat"/>
              </a:defRPr>
            </a:lvl4pPr>
            <a:lvl5pPr algn="ctr">
              <a:defRPr sz="675" b="1">
                <a:solidFill>
                  <a:srgbClr val="B93800"/>
                </a:solidFill>
                <a:latin typeface="Montserrat"/>
                <a:ea typeface="Montserrat"/>
                <a:cs typeface="Montserrat"/>
              </a:defRPr>
            </a:lvl5pPr>
            <a:lvl6pPr algn="ctr">
              <a:defRPr sz="675" b="1">
                <a:solidFill>
                  <a:srgbClr val="B93800"/>
                </a:solidFill>
                <a:latin typeface="Montserrat"/>
                <a:ea typeface="Montserrat"/>
                <a:cs typeface="Montserrat"/>
              </a:defRPr>
            </a:lvl6pPr>
            <a:lvl7pPr algn="ctr">
              <a:defRPr sz="675" b="1">
                <a:solidFill>
                  <a:srgbClr val="B93800"/>
                </a:solidFill>
                <a:latin typeface="Montserrat"/>
                <a:ea typeface="Montserrat"/>
                <a:cs typeface="Montserrat"/>
              </a:defRPr>
            </a:lvl7pPr>
            <a:lvl8pPr algn="ctr">
              <a:defRPr sz="675" b="1">
                <a:solidFill>
                  <a:srgbClr val="B93800"/>
                </a:solidFill>
                <a:latin typeface="Montserrat"/>
                <a:ea typeface="Montserrat"/>
                <a:cs typeface="Montserrat"/>
              </a:defRPr>
            </a:lvl8pPr>
            <a:lvl9pPr algn="ctr">
              <a:defRPr sz="675" b="1">
                <a:solidFill>
                  <a:srgbClr val="B93800"/>
                </a:solidFill>
                <a:latin typeface="Montserrat"/>
                <a:ea typeface="Montserrat"/>
                <a:cs typeface="Montserrat"/>
              </a:defRPr>
            </a:lvl9pPr>
          </a:lstStyle>
          <a:p xmlns:a="http://schemas.openxmlformats.org/drawingml/2006/main">
            <a:pPr algn="ctr">
              <a:defRPr sz="675" b="1">
                <a:solidFill>
                  <a:srgbClr val="B93800"/>
                </a:solidFill>
                <a:latin typeface="Montserrat"/>
                <a:ea typeface="Montserrat"/>
                <a:cs typeface="Montserrat"/>
              </a:defRPr>
            </a:pPr>
            <a:r>
              <a:rPr sz="675" b="1">
                <a:solidFill>
                  <a:srgbClr val="B93800"/>
                </a:solidFill>
                <a:latin typeface="Montserrat"/>
                <a:ea typeface="Montserrat"/>
                <a:cs typeface="Montserrat"/>
              </a:rPr>
              <a:t>BUILD</a:t>
            </a:r>
          </a:p>
        </p:txBody>
      </p:sp>
      <p:sp>
        <p:nvSpPr>
          <p:cNvPr id="63" name="">
            <a:extLst xmlns:a="http://schemas.openxmlformats.org/drawingml/2006/main">
              <a:ext uri="{FF2B5EF4-FFF2-40B4-BE49-F238E27FC236}">
                <a16:creationId xmlns:a16="http://schemas.microsoft.com/office/drawing/2014/main" id="{481A011E-AFCF-435E-8650-FB298A9FD95C}"/>
              </a:ext>
            </a:extLst>
          </p:cNvPr>
          <p:cNvSpPr>
            <a:spLocks xmlns:a="http://schemas.openxmlformats.org/drawingml/2006/main" noGrp="1"/>
          </p:cNvSpPr>
          <p:nvPr/>
        </p:nvSpPr>
        <p:spPr>
          <a:xfrm xmlns:a="http://schemas.openxmlformats.org/drawingml/2006/main">
            <a:off x="65484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64" name="">
            <a:extLst xmlns:a="http://schemas.openxmlformats.org/drawingml/2006/main">
              <a:ext uri="{FF2B5EF4-FFF2-40B4-BE49-F238E27FC236}">
                <a16:creationId xmlns:a16="http://schemas.microsoft.com/office/drawing/2014/main" id="{4C9D88AE-8040-4584-8267-98607D33C7A2}"/>
              </a:ext>
            </a:extLst>
          </p:cNvPr>
          <p:cNvSpPr>
            <a:spLocks xmlns:a="http://schemas.openxmlformats.org/drawingml/2006/main" noGrp="1"/>
          </p:cNvSpPr>
          <p:nvPr/>
        </p:nvSpPr>
        <p:spPr>
          <a:xfrm xmlns:a="http://schemas.openxmlformats.org/drawingml/2006/main">
            <a:off x="61817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TEST</a:t>
            </a:r>
          </a:p>
        </p:txBody>
      </p:sp>
      <p:sp>
        <p:nvSpPr>
          <p:cNvPr id="65" name="">
            <a:extLst xmlns:a="http://schemas.openxmlformats.org/drawingml/2006/main">
              <a:ext uri="{FF2B5EF4-FFF2-40B4-BE49-F238E27FC236}">
                <a16:creationId xmlns:a16="http://schemas.microsoft.com/office/drawing/2014/main" id="{3494C01E-3446-495B-9DA3-7D0B8FB8DA8D}"/>
              </a:ext>
            </a:extLst>
          </p:cNvPr>
          <p:cNvSpPr>
            <a:spLocks xmlns:a="http://schemas.openxmlformats.org/drawingml/2006/main" noGrp="1"/>
          </p:cNvSpPr>
          <p:nvPr/>
        </p:nvSpPr>
        <p:spPr>
          <a:xfrm xmlns:a="http://schemas.openxmlformats.org/drawingml/2006/main">
            <a:off x="75199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66" name="">
            <a:extLst xmlns:a="http://schemas.openxmlformats.org/drawingml/2006/main">
              <a:ext uri="{FF2B5EF4-FFF2-40B4-BE49-F238E27FC236}">
                <a16:creationId xmlns:a16="http://schemas.microsoft.com/office/drawing/2014/main" id="{3CFAD3CD-3264-4B04-9C0F-F2A5DE5B2AB6}"/>
              </a:ext>
            </a:extLst>
          </p:cNvPr>
          <p:cNvSpPr>
            <a:spLocks xmlns:a="http://schemas.openxmlformats.org/drawingml/2006/main" noGrp="1"/>
          </p:cNvSpPr>
          <p:nvPr/>
        </p:nvSpPr>
        <p:spPr>
          <a:xfrm xmlns:a="http://schemas.openxmlformats.org/drawingml/2006/main">
            <a:off x="71532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DEPLOY</a:t>
            </a:r>
          </a:p>
        </p:txBody>
      </p:sp>
      <p:sp>
        <p:nvSpPr>
          <p:cNvPr id="67" name="">
            <a:extLst xmlns:a="http://schemas.openxmlformats.org/drawingml/2006/main">
              <a:ext uri="{FF2B5EF4-FFF2-40B4-BE49-F238E27FC236}">
                <a16:creationId xmlns:a16="http://schemas.microsoft.com/office/drawing/2014/main" id="{8B4A258E-4D1A-4DCE-B3C9-EA7BB2F54642}"/>
              </a:ext>
            </a:extLst>
          </p:cNvPr>
          <p:cNvSpPr>
            <a:spLocks xmlns:a="http://schemas.openxmlformats.org/drawingml/2006/main" noGrp="1"/>
          </p:cNvSpPr>
          <p:nvPr/>
        </p:nvSpPr>
        <p:spPr>
          <a:xfrm xmlns:a="http://schemas.openxmlformats.org/drawingml/2006/main">
            <a:off x="84915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68" name="">
            <a:extLst xmlns:a="http://schemas.openxmlformats.org/drawingml/2006/main">
              <a:ext uri="{FF2B5EF4-FFF2-40B4-BE49-F238E27FC236}">
                <a16:creationId xmlns:a16="http://schemas.microsoft.com/office/drawing/2014/main" id="{F01A1AF8-1C2B-4EC6-99E3-AC19EFA58DB1}"/>
              </a:ext>
            </a:extLst>
          </p:cNvPr>
          <p:cNvSpPr>
            <a:spLocks xmlns:a="http://schemas.openxmlformats.org/drawingml/2006/main" noGrp="1"/>
          </p:cNvSpPr>
          <p:nvPr/>
        </p:nvSpPr>
        <p:spPr>
          <a:xfrm xmlns:a="http://schemas.openxmlformats.org/drawingml/2006/main">
            <a:off x="81248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MAINTAIN</a:t>
            </a:r>
          </a:p>
        </p:txBody>
      </p:sp>
    </p:spTree>
    <p:extLst>
      <p:ext uri="{BB962C8B-B14F-4D97-AF65-F5344CB8AC3E}">
        <p14:creationId xmlns:p14="http://schemas.microsoft.com/office/powerpoint/2010/main" val="1369490642"/>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5FBE6513-B94C-43C7-9326-83E72C649443}"/>
              </a:ext>
            </a:extLst>
          </p:cNvPr>
          <p:cNvPicPr>
            <a:picLocks xmlns:a="http://schemas.openxmlformats.org/drawingml/2006/main" noChangeAspect="1"/>
          </p:cNvPicPr>
          <p:nvPr/>
        </p:nvPicPr>
        <p:blipFill>
          <a:blip xmlns:r="http://schemas.openxmlformats.org/officeDocument/2006/relationships" xmlns:a="http://schemas.openxmlformats.org/drawingml/2006/main" r:embed="Re16073e6546645ce"/>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D3899370-B684-4101-8147-8B9FFC961F21}"/>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31 / 63</a:t>
            </a:r>
            <a:endParaRPr sz="900"/>
          </a:p>
        </p:txBody>
      </p:sp>
      <p:sp>
        <p:nvSpPr>
          <p:cNvPr id="30" name="">
            <a:extLst xmlns:a="http://schemas.openxmlformats.org/drawingml/2006/main">
              <a:ext uri="{FF2B5EF4-FFF2-40B4-BE49-F238E27FC236}">
                <a16:creationId xmlns:a16="http://schemas.microsoft.com/office/drawing/2014/main" id="{6F794E96-4EBB-4AD1-B453-64A906B20487}"/>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EF8B39"/>
                </a:solidFill>
                <a:latin typeface="Montserrat"/>
                <a:ea typeface="Montserrat"/>
                <a:cs typeface="Montserrat"/>
              </a:defRPr>
            </a:defPPr>
            <a:lvl1pPr algn="l">
              <a:defRPr sz="1050" b="1">
                <a:solidFill>
                  <a:srgbClr val="EF8B39"/>
                </a:solidFill>
                <a:latin typeface="Montserrat"/>
                <a:ea typeface="Montserrat"/>
                <a:cs typeface="Montserrat"/>
              </a:defRPr>
            </a:lvl1pPr>
            <a:lvl2pPr algn="l">
              <a:defRPr sz="1050" b="1">
                <a:solidFill>
                  <a:srgbClr val="EF8B39"/>
                </a:solidFill>
                <a:latin typeface="Montserrat"/>
                <a:ea typeface="Montserrat"/>
                <a:cs typeface="Montserrat"/>
              </a:defRPr>
            </a:lvl2pPr>
            <a:lvl3pPr algn="l">
              <a:defRPr sz="1050" b="1">
                <a:solidFill>
                  <a:srgbClr val="EF8B39"/>
                </a:solidFill>
                <a:latin typeface="Montserrat"/>
                <a:ea typeface="Montserrat"/>
                <a:cs typeface="Montserrat"/>
              </a:defRPr>
            </a:lvl3pPr>
            <a:lvl4pPr algn="l">
              <a:defRPr sz="1050" b="1">
                <a:solidFill>
                  <a:srgbClr val="EF8B39"/>
                </a:solidFill>
                <a:latin typeface="Montserrat"/>
                <a:ea typeface="Montserrat"/>
                <a:cs typeface="Montserrat"/>
              </a:defRPr>
            </a:lvl4pPr>
            <a:lvl5pPr algn="l">
              <a:defRPr sz="1050" b="1">
                <a:solidFill>
                  <a:srgbClr val="EF8B39"/>
                </a:solidFill>
                <a:latin typeface="Montserrat"/>
                <a:ea typeface="Montserrat"/>
                <a:cs typeface="Montserrat"/>
              </a:defRPr>
            </a:lvl5pPr>
            <a:lvl6pPr algn="l">
              <a:defRPr sz="1050" b="1">
                <a:solidFill>
                  <a:srgbClr val="EF8B39"/>
                </a:solidFill>
                <a:latin typeface="Montserrat"/>
                <a:ea typeface="Montserrat"/>
                <a:cs typeface="Montserrat"/>
              </a:defRPr>
            </a:lvl6pPr>
            <a:lvl7pPr algn="l">
              <a:defRPr sz="1050" b="1">
                <a:solidFill>
                  <a:srgbClr val="EF8B39"/>
                </a:solidFill>
                <a:latin typeface="Montserrat"/>
                <a:ea typeface="Montserrat"/>
                <a:cs typeface="Montserrat"/>
              </a:defRPr>
            </a:lvl7pPr>
            <a:lvl8pPr algn="l">
              <a:defRPr sz="1050" b="1">
                <a:solidFill>
                  <a:srgbClr val="EF8B39"/>
                </a:solidFill>
                <a:latin typeface="Montserrat"/>
                <a:ea typeface="Montserrat"/>
                <a:cs typeface="Montserrat"/>
              </a:defRPr>
            </a:lvl8pPr>
            <a:lvl9pPr algn="l">
              <a:defRPr sz="1050" b="1">
                <a:solidFill>
                  <a:srgbClr val="EF8B39"/>
                </a:solidFill>
                <a:latin typeface="Montserrat"/>
                <a:ea typeface="Montserrat"/>
                <a:cs typeface="Montserrat"/>
              </a:defRPr>
            </a:lvl9pPr>
          </a:lstStyle>
          <a:p xmlns:a="http://schemas.openxmlformats.org/drawingml/2006/main">
            <a:pPr algn="l">
              <a:defRPr sz="1050" b="1">
                <a:solidFill>
                  <a:srgbClr val="EF8B39"/>
                </a:solidFill>
                <a:latin typeface="Montserrat"/>
                <a:ea typeface="Montserrat"/>
                <a:cs typeface="Montserrat"/>
              </a:defRPr>
            </a:pPr>
            <a:r>
              <a:rPr sz="1050" b="1">
                <a:solidFill>
                  <a:srgbClr val="EF8B39"/>
                </a:solidFill>
                <a:latin typeface="Montserrat"/>
                <a:ea typeface="Montserrat"/>
                <a:cs typeface="Montserrat"/>
              </a:rPr>
              <a:t>// EXERCISE 1 · TEST</a:t>
            </a:r>
          </a:p>
        </p:txBody>
      </p:sp>
      <p:sp>
        <p:nvSpPr>
          <p:cNvPr id="31" name="">
            <a:extLst xmlns:a="http://schemas.openxmlformats.org/drawingml/2006/main">
              <a:ext uri="{FF2B5EF4-FFF2-40B4-BE49-F238E27FC236}">
                <a16:creationId xmlns:a16="http://schemas.microsoft.com/office/drawing/2014/main" id="{4ACE96EF-424E-4552-8C4F-0A9663E9B004}"/>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B93800"/>
                </a:solidFill>
                <a:latin typeface="Montserrat"/>
                <a:ea typeface="Montserrat"/>
                <a:cs typeface="Montserrat"/>
              </a:defRPr>
            </a:defPPr>
            <a:lvl1pPr algn="r">
              <a:defRPr sz="900" b="0">
                <a:solidFill>
                  <a:srgbClr val="B93800"/>
                </a:solidFill>
                <a:latin typeface="Montserrat"/>
                <a:ea typeface="Montserrat"/>
                <a:cs typeface="Montserrat"/>
              </a:defRPr>
            </a:lvl1pPr>
            <a:lvl2pPr algn="r">
              <a:defRPr sz="900" b="0">
                <a:solidFill>
                  <a:srgbClr val="B93800"/>
                </a:solidFill>
                <a:latin typeface="Montserrat"/>
                <a:ea typeface="Montserrat"/>
                <a:cs typeface="Montserrat"/>
              </a:defRPr>
            </a:lvl2pPr>
            <a:lvl3pPr algn="r">
              <a:defRPr sz="900" b="0">
                <a:solidFill>
                  <a:srgbClr val="B93800"/>
                </a:solidFill>
                <a:latin typeface="Montserrat"/>
                <a:ea typeface="Montserrat"/>
                <a:cs typeface="Montserrat"/>
              </a:defRPr>
            </a:lvl3pPr>
            <a:lvl4pPr algn="r">
              <a:defRPr sz="900" b="0">
                <a:solidFill>
                  <a:srgbClr val="B93800"/>
                </a:solidFill>
                <a:latin typeface="Montserrat"/>
                <a:ea typeface="Montserrat"/>
                <a:cs typeface="Montserrat"/>
              </a:defRPr>
            </a:lvl4pPr>
            <a:lvl5pPr algn="r">
              <a:defRPr sz="900" b="0">
                <a:solidFill>
                  <a:srgbClr val="B93800"/>
                </a:solidFill>
                <a:latin typeface="Montserrat"/>
                <a:ea typeface="Montserrat"/>
                <a:cs typeface="Montserrat"/>
              </a:defRPr>
            </a:lvl5pPr>
            <a:lvl6pPr algn="r">
              <a:defRPr sz="900" b="0">
                <a:solidFill>
                  <a:srgbClr val="B93800"/>
                </a:solidFill>
                <a:latin typeface="Montserrat"/>
                <a:ea typeface="Montserrat"/>
                <a:cs typeface="Montserrat"/>
              </a:defRPr>
            </a:lvl6pPr>
            <a:lvl7pPr algn="r">
              <a:defRPr sz="900" b="0">
                <a:solidFill>
                  <a:srgbClr val="B93800"/>
                </a:solidFill>
                <a:latin typeface="Montserrat"/>
                <a:ea typeface="Montserrat"/>
                <a:cs typeface="Montserrat"/>
              </a:defRPr>
            </a:lvl7pPr>
            <a:lvl8pPr algn="r">
              <a:defRPr sz="900" b="0">
                <a:solidFill>
                  <a:srgbClr val="B93800"/>
                </a:solidFill>
                <a:latin typeface="Montserrat"/>
                <a:ea typeface="Montserrat"/>
                <a:cs typeface="Montserrat"/>
              </a:defRPr>
            </a:lvl8pPr>
            <a:lvl9pPr algn="r">
              <a:defRPr sz="900" b="0">
                <a:solidFill>
                  <a:srgbClr val="B93800"/>
                </a:solidFill>
                <a:latin typeface="Montserrat"/>
                <a:ea typeface="Montserrat"/>
                <a:cs typeface="Montserrat"/>
              </a:defRPr>
            </a:lvl9pPr>
          </a:lstStyle>
          <a:p xmlns:a="http://schemas.openxmlformats.org/drawingml/2006/main">
            <a:pPr algn="r">
              <a:defRPr sz="900" b="0">
                <a:solidFill>
                  <a:srgbClr val="B93800"/>
                </a:solidFill>
                <a:latin typeface="Montserrat"/>
                <a:ea typeface="Montserrat"/>
                <a:cs typeface="Montserrat"/>
              </a:defRPr>
            </a:pPr>
            <a:r>
              <a:rPr sz="900" b="0">
                <a:solidFill>
                  <a:srgbClr val="B93800"/>
                </a:solidFill>
                <a:latin typeface="Montserrat"/>
                <a:ea typeface="Montserrat"/>
                <a:cs typeface="Montserrat"/>
              </a:rPr>
              <a:t>1:40–2:30</a:t>
            </a:r>
          </a:p>
        </p:txBody>
      </p:sp>
      <p:sp>
        <p:nvSpPr>
          <p:cNvPr id="32" name="">
            <a:extLst xmlns:a="http://schemas.openxmlformats.org/drawingml/2006/main">
              <a:ext uri="{FF2B5EF4-FFF2-40B4-BE49-F238E27FC236}">
                <a16:creationId xmlns:a16="http://schemas.microsoft.com/office/drawing/2014/main" id="{775B5349-7A09-475D-BD16-CB54E8CA0A6A}"/>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Test the page</a:t>
            </a:r>
          </a:p>
        </p:txBody>
      </p:sp>
      <p:sp>
        <p:nvSpPr>
          <p:cNvPr id="33" name="">
            <a:extLst xmlns:a="http://schemas.openxmlformats.org/drawingml/2006/main">
              <a:ext uri="{FF2B5EF4-FFF2-40B4-BE49-F238E27FC236}">
                <a16:creationId xmlns:a16="http://schemas.microsoft.com/office/drawing/2014/main" id="{73637F06-CFF9-4AE1-8ED1-B80FCC23CDF2}"/>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PASSED · FAILED · NOT TESTED</a:t>
            </a:r>
          </a:p>
        </p:txBody>
      </p:sp>
      <p:sp>
        <p:nvSpPr>
          <p:cNvPr id="34" name="">
            <a:extLst xmlns:a="http://schemas.openxmlformats.org/drawingml/2006/main">
              <a:ext uri="{FF2B5EF4-FFF2-40B4-BE49-F238E27FC236}">
                <a16:creationId xmlns:a16="http://schemas.microsoft.com/office/drawing/2014/main" id="{BE57ED9F-EC10-4AFF-AE8D-CD0F1F6CF877}"/>
              </a:ext>
            </a:extLst>
          </p:cNvPr>
          <p:cNvSpPr>
            <a:spLocks xmlns:a="http://schemas.openxmlformats.org/drawingml/2006/main" noGrp="1"/>
          </p:cNvSpPr>
          <p:nvPr/>
        </p:nvSpPr>
        <p:spPr>
          <a:xfrm xmlns:a="http://schemas.openxmlformats.org/drawingml/2006/main">
            <a:off x="647700" y="2009775"/>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35" name="">
            <a:extLst xmlns:a="http://schemas.openxmlformats.org/drawingml/2006/main">
              <a:ext uri="{FF2B5EF4-FFF2-40B4-BE49-F238E27FC236}">
                <a16:creationId xmlns:a16="http://schemas.microsoft.com/office/drawing/2014/main" id="{760EDFF3-349B-4FD4-8451-0B451E63AEE9}"/>
              </a:ext>
            </a:extLst>
          </p:cNvPr>
          <p:cNvSpPr>
            <a:spLocks xmlns:a="http://schemas.openxmlformats.org/drawingml/2006/main" noGrp="1"/>
          </p:cNvSpPr>
          <p:nvPr/>
        </p:nvSpPr>
        <p:spPr>
          <a:xfrm xmlns:a="http://schemas.openxmlformats.org/drawingml/2006/main">
            <a:off x="742950" y="23812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EF8B39"/>
                </a:solidFill>
                <a:latin typeface="Courier New"/>
                <a:ea typeface="Courier New"/>
                <a:cs typeface="Courier New"/>
              </a:defRPr>
            </a:defPPr>
            <a:lvl1pPr algn="l">
              <a:defRPr sz="900" b="0">
                <a:solidFill>
                  <a:srgbClr val="EF8B39"/>
                </a:solidFill>
                <a:latin typeface="Courier New"/>
                <a:ea typeface="Courier New"/>
                <a:cs typeface="Courier New"/>
              </a:defRPr>
            </a:lvl1pPr>
            <a:lvl2pPr algn="l">
              <a:defRPr sz="900" b="0">
                <a:solidFill>
                  <a:srgbClr val="EF8B39"/>
                </a:solidFill>
                <a:latin typeface="Courier New"/>
                <a:ea typeface="Courier New"/>
                <a:cs typeface="Courier New"/>
              </a:defRPr>
            </a:lvl2pPr>
            <a:lvl3pPr algn="l">
              <a:defRPr sz="900" b="0">
                <a:solidFill>
                  <a:srgbClr val="EF8B39"/>
                </a:solidFill>
                <a:latin typeface="Courier New"/>
                <a:ea typeface="Courier New"/>
                <a:cs typeface="Courier New"/>
              </a:defRPr>
            </a:lvl3pPr>
            <a:lvl4pPr algn="l">
              <a:defRPr sz="900" b="0">
                <a:solidFill>
                  <a:srgbClr val="EF8B39"/>
                </a:solidFill>
                <a:latin typeface="Courier New"/>
                <a:ea typeface="Courier New"/>
                <a:cs typeface="Courier New"/>
              </a:defRPr>
            </a:lvl4pPr>
            <a:lvl5pPr algn="l">
              <a:defRPr sz="900" b="0">
                <a:solidFill>
                  <a:srgbClr val="EF8B39"/>
                </a:solidFill>
                <a:latin typeface="Courier New"/>
                <a:ea typeface="Courier New"/>
                <a:cs typeface="Courier New"/>
              </a:defRPr>
            </a:lvl5pPr>
            <a:lvl6pPr algn="l">
              <a:defRPr sz="900" b="0">
                <a:solidFill>
                  <a:srgbClr val="EF8B39"/>
                </a:solidFill>
                <a:latin typeface="Courier New"/>
                <a:ea typeface="Courier New"/>
                <a:cs typeface="Courier New"/>
              </a:defRPr>
            </a:lvl6pPr>
            <a:lvl7pPr algn="l">
              <a:defRPr sz="900" b="0">
                <a:solidFill>
                  <a:srgbClr val="EF8B39"/>
                </a:solidFill>
                <a:latin typeface="Courier New"/>
                <a:ea typeface="Courier New"/>
                <a:cs typeface="Courier New"/>
              </a:defRPr>
            </a:lvl7pPr>
            <a:lvl8pPr algn="l">
              <a:defRPr sz="900" b="0">
                <a:solidFill>
                  <a:srgbClr val="EF8B39"/>
                </a:solidFill>
                <a:latin typeface="Courier New"/>
                <a:ea typeface="Courier New"/>
                <a:cs typeface="Courier New"/>
              </a:defRPr>
            </a:lvl8pPr>
            <a:lvl9pPr algn="l">
              <a:defRPr sz="900" b="0">
                <a:solidFill>
                  <a:srgbClr val="EF8B39"/>
                </a:solidFill>
                <a:latin typeface="Courier New"/>
                <a:ea typeface="Courier New"/>
                <a:cs typeface="Courier New"/>
              </a:defRPr>
            </a:lvl9pPr>
          </a:lstStyle>
          <a:p xmlns:a="http://schemas.openxmlformats.org/drawingml/2006/main">
            <a:pPr algn="l">
              <a:defRPr sz="900" b="0">
                <a:solidFill>
                  <a:srgbClr val="EF8B39"/>
                </a:solidFill>
                <a:latin typeface="Courier New"/>
                <a:ea typeface="Courier New"/>
                <a:cs typeface="Courier New"/>
              </a:defRPr>
            </a:pPr>
            <a:r>
              <a:rPr sz="900" b="0">
                <a:solidFill>
                  <a:srgbClr val="EF8B39"/>
                </a:solidFill>
                <a:latin typeface="Courier New"/>
                <a:ea typeface="Courier New"/>
                <a:cs typeface="Courier New"/>
              </a:rPr>
              <a:t>01</a:t>
            </a:r>
          </a:p>
        </p:txBody>
      </p:sp>
      <p:sp>
        <p:nvSpPr>
          <p:cNvPr id="36" name="">
            <a:extLst xmlns:a="http://schemas.openxmlformats.org/drawingml/2006/main">
              <a:ext uri="{FF2B5EF4-FFF2-40B4-BE49-F238E27FC236}">
                <a16:creationId xmlns:a16="http://schemas.microsoft.com/office/drawing/2014/main" id="{17203864-CC6E-4FD9-BBFA-4050C7B54D5E}"/>
              </a:ext>
            </a:extLst>
          </p:cNvPr>
          <p:cNvSpPr>
            <a:spLocks xmlns:a="http://schemas.openxmlformats.org/drawingml/2006/main" noGrp="1"/>
          </p:cNvSpPr>
          <p:nvPr/>
        </p:nvSpPr>
        <p:spPr>
          <a:xfrm xmlns:a="http://schemas.openxmlformats.org/drawingml/2006/main">
            <a:off x="1352550" y="2352675"/>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The headline and content match the brief</a:t>
            </a:r>
          </a:p>
        </p:txBody>
      </p:sp>
      <p:sp>
        <p:nvSpPr>
          <p:cNvPr id="37" name="">
            <a:extLst xmlns:a="http://schemas.openxmlformats.org/drawingml/2006/main">
              <a:ext uri="{FF2B5EF4-FFF2-40B4-BE49-F238E27FC236}">
                <a16:creationId xmlns:a16="http://schemas.microsoft.com/office/drawing/2014/main" id="{5776C681-461F-44C8-8AA5-141F2CBCB8FE}"/>
              </a:ext>
            </a:extLst>
          </p:cNvPr>
          <p:cNvSpPr>
            <a:spLocks xmlns:a="http://schemas.openxmlformats.org/drawingml/2006/main" noGrp="1"/>
          </p:cNvSpPr>
          <p:nvPr/>
        </p:nvSpPr>
        <p:spPr>
          <a:xfrm xmlns:a="http://schemas.openxmlformats.org/drawingml/2006/main">
            <a:off x="742950" y="29718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EF8B39"/>
                </a:solidFill>
                <a:latin typeface="Courier New"/>
                <a:ea typeface="Courier New"/>
                <a:cs typeface="Courier New"/>
              </a:defRPr>
            </a:defPPr>
            <a:lvl1pPr algn="l">
              <a:defRPr sz="900" b="0">
                <a:solidFill>
                  <a:srgbClr val="EF8B39"/>
                </a:solidFill>
                <a:latin typeface="Courier New"/>
                <a:ea typeface="Courier New"/>
                <a:cs typeface="Courier New"/>
              </a:defRPr>
            </a:lvl1pPr>
            <a:lvl2pPr algn="l">
              <a:defRPr sz="900" b="0">
                <a:solidFill>
                  <a:srgbClr val="EF8B39"/>
                </a:solidFill>
                <a:latin typeface="Courier New"/>
                <a:ea typeface="Courier New"/>
                <a:cs typeface="Courier New"/>
              </a:defRPr>
            </a:lvl2pPr>
            <a:lvl3pPr algn="l">
              <a:defRPr sz="900" b="0">
                <a:solidFill>
                  <a:srgbClr val="EF8B39"/>
                </a:solidFill>
                <a:latin typeface="Courier New"/>
                <a:ea typeface="Courier New"/>
                <a:cs typeface="Courier New"/>
              </a:defRPr>
            </a:lvl3pPr>
            <a:lvl4pPr algn="l">
              <a:defRPr sz="900" b="0">
                <a:solidFill>
                  <a:srgbClr val="EF8B39"/>
                </a:solidFill>
                <a:latin typeface="Courier New"/>
                <a:ea typeface="Courier New"/>
                <a:cs typeface="Courier New"/>
              </a:defRPr>
            </a:lvl4pPr>
            <a:lvl5pPr algn="l">
              <a:defRPr sz="900" b="0">
                <a:solidFill>
                  <a:srgbClr val="EF8B39"/>
                </a:solidFill>
                <a:latin typeface="Courier New"/>
                <a:ea typeface="Courier New"/>
                <a:cs typeface="Courier New"/>
              </a:defRPr>
            </a:lvl5pPr>
            <a:lvl6pPr algn="l">
              <a:defRPr sz="900" b="0">
                <a:solidFill>
                  <a:srgbClr val="EF8B39"/>
                </a:solidFill>
                <a:latin typeface="Courier New"/>
                <a:ea typeface="Courier New"/>
                <a:cs typeface="Courier New"/>
              </a:defRPr>
            </a:lvl6pPr>
            <a:lvl7pPr algn="l">
              <a:defRPr sz="900" b="0">
                <a:solidFill>
                  <a:srgbClr val="EF8B39"/>
                </a:solidFill>
                <a:latin typeface="Courier New"/>
                <a:ea typeface="Courier New"/>
                <a:cs typeface="Courier New"/>
              </a:defRPr>
            </a:lvl7pPr>
            <a:lvl8pPr algn="l">
              <a:defRPr sz="900" b="0">
                <a:solidFill>
                  <a:srgbClr val="EF8B39"/>
                </a:solidFill>
                <a:latin typeface="Courier New"/>
                <a:ea typeface="Courier New"/>
                <a:cs typeface="Courier New"/>
              </a:defRPr>
            </a:lvl8pPr>
            <a:lvl9pPr algn="l">
              <a:defRPr sz="900" b="0">
                <a:solidFill>
                  <a:srgbClr val="EF8B39"/>
                </a:solidFill>
                <a:latin typeface="Courier New"/>
                <a:ea typeface="Courier New"/>
                <a:cs typeface="Courier New"/>
              </a:defRPr>
            </a:lvl9pPr>
          </a:lstStyle>
          <a:p xmlns:a="http://schemas.openxmlformats.org/drawingml/2006/main">
            <a:pPr algn="l">
              <a:defRPr sz="900" b="0">
                <a:solidFill>
                  <a:srgbClr val="EF8B39"/>
                </a:solidFill>
                <a:latin typeface="Courier New"/>
                <a:ea typeface="Courier New"/>
                <a:cs typeface="Courier New"/>
              </a:defRPr>
            </a:pPr>
            <a:r>
              <a:rPr sz="900" b="0">
                <a:solidFill>
                  <a:srgbClr val="EF8B39"/>
                </a:solidFill>
                <a:latin typeface="Courier New"/>
                <a:ea typeface="Courier New"/>
                <a:cs typeface="Courier New"/>
              </a:rPr>
              <a:t>02</a:t>
            </a:r>
          </a:p>
        </p:txBody>
      </p:sp>
      <p:sp>
        <p:nvSpPr>
          <p:cNvPr id="38" name="">
            <a:extLst xmlns:a="http://schemas.openxmlformats.org/drawingml/2006/main">
              <a:ext uri="{FF2B5EF4-FFF2-40B4-BE49-F238E27FC236}">
                <a16:creationId xmlns:a16="http://schemas.microsoft.com/office/drawing/2014/main" id="{C9AE1A62-2CD8-43FD-B7CE-FDBEA1513F28}"/>
              </a:ext>
            </a:extLst>
          </p:cNvPr>
          <p:cNvSpPr>
            <a:spLocks xmlns:a="http://schemas.openxmlformats.org/drawingml/2006/main" noGrp="1"/>
          </p:cNvSpPr>
          <p:nvPr/>
        </p:nvSpPr>
        <p:spPr>
          <a:xfrm xmlns:a="http://schemas.openxmlformats.org/drawingml/2006/main">
            <a:off x="1352550" y="2943225"/>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The main link reaches the promised section</a:t>
            </a:r>
          </a:p>
        </p:txBody>
      </p:sp>
      <p:sp>
        <p:nvSpPr>
          <p:cNvPr id="39" name="">
            <a:extLst xmlns:a="http://schemas.openxmlformats.org/drawingml/2006/main">
              <a:ext uri="{FF2B5EF4-FFF2-40B4-BE49-F238E27FC236}">
                <a16:creationId xmlns:a16="http://schemas.microsoft.com/office/drawing/2014/main" id="{11A1442B-73E6-4752-80A2-1B8F54827CAC}"/>
              </a:ext>
            </a:extLst>
          </p:cNvPr>
          <p:cNvSpPr>
            <a:spLocks xmlns:a="http://schemas.openxmlformats.org/drawingml/2006/main" noGrp="1"/>
          </p:cNvSpPr>
          <p:nvPr/>
        </p:nvSpPr>
        <p:spPr>
          <a:xfrm xmlns:a="http://schemas.openxmlformats.org/drawingml/2006/main">
            <a:off x="742950" y="35623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EF8B39"/>
                </a:solidFill>
                <a:latin typeface="Courier New"/>
                <a:ea typeface="Courier New"/>
                <a:cs typeface="Courier New"/>
              </a:defRPr>
            </a:defPPr>
            <a:lvl1pPr algn="l">
              <a:defRPr sz="900" b="0">
                <a:solidFill>
                  <a:srgbClr val="EF8B39"/>
                </a:solidFill>
                <a:latin typeface="Courier New"/>
                <a:ea typeface="Courier New"/>
                <a:cs typeface="Courier New"/>
              </a:defRPr>
            </a:lvl1pPr>
            <a:lvl2pPr algn="l">
              <a:defRPr sz="900" b="0">
                <a:solidFill>
                  <a:srgbClr val="EF8B39"/>
                </a:solidFill>
                <a:latin typeface="Courier New"/>
                <a:ea typeface="Courier New"/>
                <a:cs typeface="Courier New"/>
              </a:defRPr>
            </a:lvl2pPr>
            <a:lvl3pPr algn="l">
              <a:defRPr sz="900" b="0">
                <a:solidFill>
                  <a:srgbClr val="EF8B39"/>
                </a:solidFill>
                <a:latin typeface="Courier New"/>
                <a:ea typeface="Courier New"/>
                <a:cs typeface="Courier New"/>
              </a:defRPr>
            </a:lvl3pPr>
            <a:lvl4pPr algn="l">
              <a:defRPr sz="900" b="0">
                <a:solidFill>
                  <a:srgbClr val="EF8B39"/>
                </a:solidFill>
                <a:latin typeface="Courier New"/>
                <a:ea typeface="Courier New"/>
                <a:cs typeface="Courier New"/>
              </a:defRPr>
            </a:lvl4pPr>
            <a:lvl5pPr algn="l">
              <a:defRPr sz="900" b="0">
                <a:solidFill>
                  <a:srgbClr val="EF8B39"/>
                </a:solidFill>
                <a:latin typeface="Courier New"/>
                <a:ea typeface="Courier New"/>
                <a:cs typeface="Courier New"/>
              </a:defRPr>
            </a:lvl5pPr>
            <a:lvl6pPr algn="l">
              <a:defRPr sz="900" b="0">
                <a:solidFill>
                  <a:srgbClr val="EF8B39"/>
                </a:solidFill>
                <a:latin typeface="Courier New"/>
                <a:ea typeface="Courier New"/>
                <a:cs typeface="Courier New"/>
              </a:defRPr>
            </a:lvl6pPr>
            <a:lvl7pPr algn="l">
              <a:defRPr sz="900" b="0">
                <a:solidFill>
                  <a:srgbClr val="EF8B39"/>
                </a:solidFill>
                <a:latin typeface="Courier New"/>
                <a:ea typeface="Courier New"/>
                <a:cs typeface="Courier New"/>
              </a:defRPr>
            </a:lvl7pPr>
            <a:lvl8pPr algn="l">
              <a:defRPr sz="900" b="0">
                <a:solidFill>
                  <a:srgbClr val="EF8B39"/>
                </a:solidFill>
                <a:latin typeface="Courier New"/>
                <a:ea typeface="Courier New"/>
                <a:cs typeface="Courier New"/>
              </a:defRPr>
            </a:lvl8pPr>
            <a:lvl9pPr algn="l">
              <a:defRPr sz="900" b="0">
                <a:solidFill>
                  <a:srgbClr val="EF8B39"/>
                </a:solidFill>
                <a:latin typeface="Courier New"/>
                <a:ea typeface="Courier New"/>
                <a:cs typeface="Courier New"/>
              </a:defRPr>
            </a:lvl9pPr>
          </a:lstStyle>
          <a:p xmlns:a="http://schemas.openxmlformats.org/drawingml/2006/main">
            <a:pPr algn="l">
              <a:defRPr sz="900" b="0">
                <a:solidFill>
                  <a:srgbClr val="EF8B39"/>
                </a:solidFill>
                <a:latin typeface="Courier New"/>
                <a:ea typeface="Courier New"/>
                <a:cs typeface="Courier New"/>
              </a:defRPr>
            </a:pPr>
            <a:r>
              <a:rPr sz="900" b="0">
                <a:solidFill>
                  <a:srgbClr val="EF8B39"/>
                </a:solidFill>
                <a:latin typeface="Courier New"/>
                <a:ea typeface="Courier New"/>
                <a:cs typeface="Courier New"/>
              </a:rPr>
              <a:t>03</a:t>
            </a:r>
          </a:p>
        </p:txBody>
      </p:sp>
      <p:sp>
        <p:nvSpPr>
          <p:cNvPr id="40" name="">
            <a:extLst xmlns:a="http://schemas.openxmlformats.org/drawingml/2006/main">
              <a:ext uri="{FF2B5EF4-FFF2-40B4-BE49-F238E27FC236}">
                <a16:creationId xmlns:a16="http://schemas.microsoft.com/office/drawing/2014/main" id="{A78D70DC-72A9-4BDD-847C-0213E9CAA316}"/>
              </a:ext>
            </a:extLst>
          </p:cNvPr>
          <p:cNvSpPr>
            <a:spLocks xmlns:a="http://schemas.openxmlformats.org/drawingml/2006/main" noGrp="1"/>
          </p:cNvSpPr>
          <p:nvPr/>
        </p:nvSpPr>
        <p:spPr>
          <a:xfrm xmlns:a="http://schemas.openxmlformats.org/drawingml/2006/main">
            <a:off x="1352550" y="3533775"/>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The page stays readable in a narrow browser</a:t>
            </a:r>
          </a:p>
        </p:txBody>
      </p:sp>
      <p:sp>
        <p:nvSpPr>
          <p:cNvPr id="41" name="">
            <a:extLst xmlns:a="http://schemas.openxmlformats.org/drawingml/2006/main">
              <a:ext uri="{FF2B5EF4-FFF2-40B4-BE49-F238E27FC236}">
                <a16:creationId xmlns:a16="http://schemas.microsoft.com/office/drawing/2014/main" id="{32EF9A75-403F-48E0-859C-46DC3869CF18}"/>
              </a:ext>
            </a:extLst>
          </p:cNvPr>
          <p:cNvSpPr>
            <a:spLocks xmlns:a="http://schemas.openxmlformats.org/drawingml/2006/main" noGrp="1"/>
          </p:cNvSpPr>
          <p:nvPr/>
        </p:nvSpPr>
        <p:spPr>
          <a:xfrm xmlns:a="http://schemas.openxmlformats.org/drawingml/2006/main">
            <a:off x="742950" y="41529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EF8B39"/>
                </a:solidFill>
                <a:latin typeface="Courier New"/>
                <a:ea typeface="Courier New"/>
                <a:cs typeface="Courier New"/>
              </a:defRPr>
            </a:defPPr>
            <a:lvl1pPr algn="l">
              <a:defRPr sz="900" b="0">
                <a:solidFill>
                  <a:srgbClr val="EF8B39"/>
                </a:solidFill>
                <a:latin typeface="Courier New"/>
                <a:ea typeface="Courier New"/>
                <a:cs typeface="Courier New"/>
              </a:defRPr>
            </a:lvl1pPr>
            <a:lvl2pPr algn="l">
              <a:defRPr sz="900" b="0">
                <a:solidFill>
                  <a:srgbClr val="EF8B39"/>
                </a:solidFill>
                <a:latin typeface="Courier New"/>
                <a:ea typeface="Courier New"/>
                <a:cs typeface="Courier New"/>
              </a:defRPr>
            </a:lvl2pPr>
            <a:lvl3pPr algn="l">
              <a:defRPr sz="900" b="0">
                <a:solidFill>
                  <a:srgbClr val="EF8B39"/>
                </a:solidFill>
                <a:latin typeface="Courier New"/>
                <a:ea typeface="Courier New"/>
                <a:cs typeface="Courier New"/>
              </a:defRPr>
            </a:lvl3pPr>
            <a:lvl4pPr algn="l">
              <a:defRPr sz="900" b="0">
                <a:solidFill>
                  <a:srgbClr val="EF8B39"/>
                </a:solidFill>
                <a:latin typeface="Courier New"/>
                <a:ea typeface="Courier New"/>
                <a:cs typeface="Courier New"/>
              </a:defRPr>
            </a:lvl4pPr>
            <a:lvl5pPr algn="l">
              <a:defRPr sz="900" b="0">
                <a:solidFill>
                  <a:srgbClr val="EF8B39"/>
                </a:solidFill>
                <a:latin typeface="Courier New"/>
                <a:ea typeface="Courier New"/>
                <a:cs typeface="Courier New"/>
              </a:defRPr>
            </a:lvl5pPr>
            <a:lvl6pPr algn="l">
              <a:defRPr sz="900" b="0">
                <a:solidFill>
                  <a:srgbClr val="EF8B39"/>
                </a:solidFill>
                <a:latin typeface="Courier New"/>
                <a:ea typeface="Courier New"/>
                <a:cs typeface="Courier New"/>
              </a:defRPr>
            </a:lvl6pPr>
            <a:lvl7pPr algn="l">
              <a:defRPr sz="900" b="0">
                <a:solidFill>
                  <a:srgbClr val="EF8B39"/>
                </a:solidFill>
                <a:latin typeface="Courier New"/>
                <a:ea typeface="Courier New"/>
                <a:cs typeface="Courier New"/>
              </a:defRPr>
            </a:lvl7pPr>
            <a:lvl8pPr algn="l">
              <a:defRPr sz="900" b="0">
                <a:solidFill>
                  <a:srgbClr val="EF8B39"/>
                </a:solidFill>
                <a:latin typeface="Courier New"/>
                <a:ea typeface="Courier New"/>
                <a:cs typeface="Courier New"/>
              </a:defRPr>
            </a:lvl8pPr>
            <a:lvl9pPr algn="l">
              <a:defRPr sz="900" b="0">
                <a:solidFill>
                  <a:srgbClr val="EF8B39"/>
                </a:solidFill>
                <a:latin typeface="Courier New"/>
                <a:ea typeface="Courier New"/>
                <a:cs typeface="Courier New"/>
              </a:defRPr>
            </a:lvl9pPr>
          </a:lstStyle>
          <a:p xmlns:a="http://schemas.openxmlformats.org/drawingml/2006/main">
            <a:pPr algn="l">
              <a:defRPr sz="900" b="0">
                <a:solidFill>
                  <a:srgbClr val="EF8B39"/>
                </a:solidFill>
                <a:latin typeface="Courier New"/>
                <a:ea typeface="Courier New"/>
                <a:cs typeface="Courier New"/>
              </a:defRPr>
            </a:pPr>
            <a:r>
              <a:rPr sz="900" b="0">
                <a:solidFill>
                  <a:srgbClr val="EF8B39"/>
                </a:solidFill>
                <a:latin typeface="Courier New"/>
                <a:ea typeface="Courier New"/>
                <a:cs typeface="Courier New"/>
              </a:rPr>
              <a:t>04</a:t>
            </a:r>
          </a:p>
        </p:txBody>
      </p:sp>
      <p:sp>
        <p:nvSpPr>
          <p:cNvPr id="42" name="">
            <a:extLst xmlns:a="http://schemas.openxmlformats.org/drawingml/2006/main">
              <a:ext uri="{FF2B5EF4-FFF2-40B4-BE49-F238E27FC236}">
                <a16:creationId xmlns:a16="http://schemas.microsoft.com/office/drawing/2014/main" id="{968F4C9B-79EE-4D8A-AB59-9976F63CE767}"/>
              </a:ext>
            </a:extLst>
          </p:cNvPr>
          <p:cNvSpPr>
            <a:spLocks xmlns:a="http://schemas.openxmlformats.org/drawingml/2006/main" noGrp="1"/>
          </p:cNvSpPr>
          <p:nvPr/>
        </p:nvSpPr>
        <p:spPr>
          <a:xfrm xmlns:a="http://schemas.openxmlformats.org/drawingml/2006/main">
            <a:off x="1352550" y="4124325"/>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Tab and Enter can reach and use the main action</a:t>
            </a:r>
          </a:p>
        </p:txBody>
      </p:sp>
      <p:sp>
        <p:nvSpPr>
          <p:cNvPr id="43" name="">
            <a:extLst xmlns:a="http://schemas.openxmlformats.org/drawingml/2006/main">
              <a:ext uri="{FF2B5EF4-FFF2-40B4-BE49-F238E27FC236}">
                <a16:creationId xmlns:a16="http://schemas.microsoft.com/office/drawing/2014/main" id="{DD181C36-72F7-45FA-885B-35302C15EF44}"/>
              </a:ext>
            </a:extLst>
          </p:cNvPr>
          <p:cNvSpPr>
            <a:spLocks xmlns:a="http://schemas.openxmlformats.org/drawingml/2006/main" noGrp="1"/>
          </p:cNvSpPr>
          <p:nvPr/>
        </p:nvSpPr>
        <p:spPr>
          <a:xfrm xmlns:a="http://schemas.openxmlformats.org/drawingml/2006/main">
            <a:off x="647700" y="497205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44" name="">
            <a:extLst xmlns:a="http://schemas.openxmlformats.org/drawingml/2006/main">
              <a:ext uri="{FF2B5EF4-FFF2-40B4-BE49-F238E27FC236}">
                <a16:creationId xmlns:a16="http://schemas.microsoft.com/office/drawing/2014/main" id="{CD575C46-6310-4259-A24E-337ED79133B8}"/>
              </a:ext>
            </a:extLst>
          </p:cNvPr>
          <p:cNvSpPr>
            <a:spLocks xmlns:a="http://schemas.openxmlformats.org/drawingml/2006/main" noGrp="1"/>
          </p:cNvSpPr>
          <p:nvPr/>
        </p:nvSpPr>
        <p:spPr>
          <a:xfrm xmlns:a="http://schemas.openxmlformats.org/drawingml/2006/main">
            <a:off x="742950" y="52197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1">
                <a:solidFill>
                  <a:srgbClr val="B93800"/>
                </a:solidFill>
                <a:latin typeface="Montserrat"/>
                <a:ea typeface="Montserrat"/>
                <a:cs typeface="Montserrat"/>
              </a:defRPr>
            </a:defPPr>
            <a:lvl1pPr algn="l">
              <a:defRPr sz="1200" b="1">
                <a:solidFill>
                  <a:srgbClr val="B93800"/>
                </a:solidFill>
                <a:latin typeface="Montserrat"/>
                <a:ea typeface="Montserrat"/>
                <a:cs typeface="Montserrat"/>
              </a:defRPr>
            </a:lvl1pPr>
            <a:lvl2pPr algn="l">
              <a:defRPr sz="1200" b="1">
                <a:solidFill>
                  <a:srgbClr val="B93800"/>
                </a:solidFill>
                <a:latin typeface="Montserrat"/>
                <a:ea typeface="Montserrat"/>
                <a:cs typeface="Montserrat"/>
              </a:defRPr>
            </a:lvl2pPr>
            <a:lvl3pPr algn="l">
              <a:defRPr sz="1200" b="1">
                <a:solidFill>
                  <a:srgbClr val="B93800"/>
                </a:solidFill>
                <a:latin typeface="Montserrat"/>
                <a:ea typeface="Montserrat"/>
                <a:cs typeface="Montserrat"/>
              </a:defRPr>
            </a:lvl3pPr>
            <a:lvl4pPr algn="l">
              <a:defRPr sz="1200" b="1">
                <a:solidFill>
                  <a:srgbClr val="B93800"/>
                </a:solidFill>
                <a:latin typeface="Montserrat"/>
                <a:ea typeface="Montserrat"/>
                <a:cs typeface="Montserrat"/>
              </a:defRPr>
            </a:lvl4pPr>
            <a:lvl5pPr algn="l">
              <a:defRPr sz="1200" b="1">
                <a:solidFill>
                  <a:srgbClr val="B93800"/>
                </a:solidFill>
                <a:latin typeface="Montserrat"/>
                <a:ea typeface="Montserrat"/>
                <a:cs typeface="Montserrat"/>
              </a:defRPr>
            </a:lvl5pPr>
            <a:lvl6pPr algn="l">
              <a:defRPr sz="1200" b="1">
                <a:solidFill>
                  <a:srgbClr val="B93800"/>
                </a:solidFill>
                <a:latin typeface="Montserrat"/>
                <a:ea typeface="Montserrat"/>
                <a:cs typeface="Montserrat"/>
              </a:defRPr>
            </a:lvl6pPr>
            <a:lvl7pPr algn="l">
              <a:defRPr sz="1200" b="1">
                <a:solidFill>
                  <a:srgbClr val="B93800"/>
                </a:solidFill>
                <a:latin typeface="Montserrat"/>
                <a:ea typeface="Montserrat"/>
                <a:cs typeface="Montserrat"/>
              </a:defRPr>
            </a:lvl7pPr>
            <a:lvl8pPr algn="l">
              <a:defRPr sz="1200" b="1">
                <a:solidFill>
                  <a:srgbClr val="B93800"/>
                </a:solidFill>
                <a:latin typeface="Montserrat"/>
                <a:ea typeface="Montserrat"/>
                <a:cs typeface="Montserrat"/>
              </a:defRPr>
            </a:lvl8pPr>
            <a:lvl9pPr algn="l">
              <a:defRPr sz="1200" b="1">
                <a:solidFill>
                  <a:srgbClr val="B93800"/>
                </a:solidFill>
                <a:latin typeface="Montserrat"/>
                <a:ea typeface="Montserrat"/>
                <a:cs typeface="Montserrat"/>
              </a:defRPr>
            </a:lvl9pPr>
          </a:lstStyle>
          <a:p xmlns:a="http://schemas.openxmlformats.org/drawingml/2006/main">
            <a:pPr algn="l">
              <a:defRPr sz="1200" b="1">
                <a:solidFill>
                  <a:srgbClr val="B93800"/>
                </a:solidFill>
                <a:latin typeface="Montserrat"/>
                <a:ea typeface="Montserrat"/>
                <a:cs typeface="Montserrat"/>
              </a:defRPr>
            </a:pPr>
            <a:r>
              <a:rPr sz="1200" b="1">
                <a:solidFill>
                  <a:srgbClr val="B93800"/>
                </a:solidFill>
                <a:latin typeface="Montserrat"/>
                <a:ea typeface="Montserrat"/>
                <a:cs typeface="Montserrat"/>
              </a:rPr>
              <a:t>A local file is checked only when you actually opened this exact version.</a:t>
            </a:r>
          </a:p>
        </p:txBody>
      </p:sp>
      <p:sp>
        <p:nvSpPr>
          <p:cNvPr id="45" name="">
            <a:extLst xmlns:a="http://schemas.openxmlformats.org/drawingml/2006/main">
              <a:ext uri="{FF2B5EF4-FFF2-40B4-BE49-F238E27FC236}">
                <a16:creationId xmlns:a16="http://schemas.microsoft.com/office/drawing/2014/main" id="{689948CD-1D7B-487E-97A1-56FC0F977856}"/>
              </a:ext>
            </a:extLst>
          </p:cNvPr>
          <p:cNvSpPr>
            <a:spLocks xmlns:a="http://schemas.openxmlformats.org/drawingml/2006/main" noGrp="1"/>
          </p:cNvSpPr>
          <p:nvPr/>
        </p:nvSpPr>
        <p:spPr>
          <a:xfrm xmlns:a="http://schemas.openxmlformats.org/drawingml/2006/main">
            <a:off x="3667125" y="6381750"/>
            <a:ext cx="4857750" cy="0"/>
          </a:xfrm>
          <a:prstGeom xmlns:a="http://schemas.openxmlformats.org/drawingml/2006/main" prst="line">
            <a:avLst/>
          </a:prstGeom>
          <a:noFill xmlns:a="http://schemas.openxmlformats.org/drawingml/2006/main"/>
          <a:ln xmlns:a="http://schemas.openxmlformats.org/drawingml/2006/main" w="5715">
            <a:solidFill>
              <a:srgbClr val="D8E2EF"/>
            </a:solidFill>
            <a:prstDash val="solid"/>
          </a:ln>
        </p:spPr>
      </p:sp>
      <p:sp>
        <p:nvSpPr>
          <p:cNvPr id="46" name="">
            <a:extLst xmlns:a="http://schemas.openxmlformats.org/drawingml/2006/main">
              <a:ext uri="{FF2B5EF4-FFF2-40B4-BE49-F238E27FC236}">
                <a16:creationId xmlns:a16="http://schemas.microsoft.com/office/drawing/2014/main" id="{F1FBD273-9330-450A-9C8E-41EB12726251}"/>
              </a:ext>
            </a:extLst>
          </p:cNvPr>
          <p:cNvSpPr>
            <a:spLocks xmlns:a="http://schemas.openxmlformats.org/drawingml/2006/main" noGrp="1"/>
          </p:cNvSpPr>
          <p:nvPr/>
        </p:nvSpPr>
        <p:spPr>
          <a:xfrm xmlns:a="http://schemas.openxmlformats.org/drawingml/2006/main">
            <a:off x="6219825" y="6381750"/>
            <a:ext cx="723900" cy="0"/>
          </a:xfrm>
          <a:prstGeom xmlns:a="http://schemas.openxmlformats.org/drawingml/2006/main" prst="line">
            <a:avLst/>
          </a:prstGeom>
          <a:noFill xmlns:a="http://schemas.openxmlformats.org/drawingml/2006/main"/>
          <a:ln xmlns:a="http://schemas.openxmlformats.org/drawingml/2006/main" w="28575">
            <a:solidFill>
              <a:srgbClr val="EF8B39"/>
            </a:solidFill>
            <a:prstDash val="solid"/>
          </a:ln>
        </p:spPr>
      </p:sp>
      <p:sp>
        <p:nvSpPr>
          <p:cNvPr id="47" name="">
            <a:extLst xmlns:a="http://schemas.openxmlformats.org/drawingml/2006/main">
              <a:ext uri="{FF2B5EF4-FFF2-40B4-BE49-F238E27FC236}">
                <a16:creationId xmlns:a16="http://schemas.microsoft.com/office/drawing/2014/main" id="{AF86304F-92F0-44B1-AF0E-1AFAEBD44393}"/>
              </a:ext>
            </a:extLst>
          </p:cNvPr>
          <p:cNvSpPr>
            <a:spLocks xmlns:a="http://schemas.openxmlformats.org/drawingml/2006/main" noGrp="1"/>
          </p:cNvSpPr>
          <p:nvPr/>
        </p:nvSpPr>
        <p:spPr>
          <a:xfrm xmlns:a="http://schemas.openxmlformats.org/drawingml/2006/main">
            <a:off x="36337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48" name="">
            <a:extLst xmlns:a="http://schemas.openxmlformats.org/drawingml/2006/main">
              <a:ext uri="{FF2B5EF4-FFF2-40B4-BE49-F238E27FC236}">
                <a16:creationId xmlns:a16="http://schemas.microsoft.com/office/drawing/2014/main" id="{7C7E6C4B-2946-447A-B43F-D4818F6CC15A}"/>
              </a:ext>
            </a:extLst>
          </p:cNvPr>
          <p:cNvSpPr>
            <a:spLocks xmlns:a="http://schemas.openxmlformats.org/drawingml/2006/main" noGrp="1"/>
          </p:cNvSpPr>
          <p:nvPr/>
        </p:nvSpPr>
        <p:spPr>
          <a:xfrm xmlns:a="http://schemas.openxmlformats.org/drawingml/2006/main">
            <a:off x="32670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PLAN</a:t>
            </a:r>
          </a:p>
        </p:txBody>
      </p:sp>
      <p:sp>
        <p:nvSpPr>
          <p:cNvPr id="49" name="">
            <a:extLst xmlns:a="http://schemas.openxmlformats.org/drawingml/2006/main">
              <a:ext uri="{FF2B5EF4-FFF2-40B4-BE49-F238E27FC236}">
                <a16:creationId xmlns:a16="http://schemas.microsoft.com/office/drawing/2014/main" id="{2C2846B1-AB4D-4E41-9813-DD67C614C86C}"/>
              </a:ext>
            </a:extLst>
          </p:cNvPr>
          <p:cNvSpPr>
            <a:spLocks xmlns:a="http://schemas.openxmlformats.org/drawingml/2006/main" noGrp="1"/>
          </p:cNvSpPr>
          <p:nvPr/>
        </p:nvSpPr>
        <p:spPr>
          <a:xfrm xmlns:a="http://schemas.openxmlformats.org/drawingml/2006/main">
            <a:off x="46053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50" name="">
            <a:extLst xmlns:a="http://schemas.openxmlformats.org/drawingml/2006/main">
              <a:ext uri="{FF2B5EF4-FFF2-40B4-BE49-F238E27FC236}">
                <a16:creationId xmlns:a16="http://schemas.microsoft.com/office/drawing/2014/main" id="{7D1564FB-0FBC-4F8F-8412-DE67B8FC8E39}"/>
              </a:ext>
            </a:extLst>
          </p:cNvPr>
          <p:cNvSpPr>
            <a:spLocks xmlns:a="http://schemas.openxmlformats.org/drawingml/2006/main" noGrp="1"/>
          </p:cNvSpPr>
          <p:nvPr/>
        </p:nvSpPr>
        <p:spPr>
          <a:xfrm xmlns:a="http://schemas.openxmlformats.org/drawingml/2006/main">
            <a:off x="42386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DESIGN</a:t>
            </a:r>
          </a:p>
        </p:txBody>
      </p:sp>
      <p:sp>
        <p:nvSpPr>
          <p:cNvPr id="51" name="">
            <a:extLst xmlns:a="http://schemas.openxmlformats.org/drawingml/2006/main">
              <a:ext uri="{FF2B5EF4-FFF2-40B4-BE49-F238E27FC236}">
                <a16:creationId xmlns:a16="http://schemas.microsoft.com/office/drawing/2014/main" id="{A4B3B609-E949-45C4-BBA8-C8AB4FAC196A}"/>
              </a:ext>
            </a:extLst>
          </p:cNvPr>
          <p:cNvSpPr>
            <a:spLocks xmlns:a="http://schemas.openxmlformats.org/drawingml/2006/main" noGrp="1"/>
          </p:cNvSpPr>
          <p:nvPr/>
        </p:nvSpPr>
        <p:spPr>
          <a:xfrm xmlns:a="http://schemas.openxmlformats.org/drawingml/2006/main">
            <a:off x="55768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52" name="">
            <a:extLst xmlns:a="http://schemas.openxmlformats.org/drawingml/2006/main">
              <a:ext uri="{FF2B5EF4-FFF2-40B4-BE49-F238E27FC236}">
                <a16:creationId xmlns:a16="http://schemas.microsoft.com/office/drawing/2014/main" id="{418084F3-51C6-4178-AE10-8D2EC582911A}"/>
              </a:ext>
            </a:extLst>
          </p:cNvPr>
          <p:cNvSpPr>
            <a:spLocks xmlns:a="http://schemas.openxmlformats.org/drawingml/2006/main" noGrp="1"/>
          </p:cNvSpPr>
          <p:nvPr/>
        </p:nvSpPr>
        <p:spPr>
          <a:xfrm xmlns:a="http://schemas.openxmlformats.org/drawingml/2006/main">
            <a:off x="52101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BUILD</a:t>
            </a:r>
          </a:p>
        </p:txBody>
      </p:sp>
      <p:sp>
        <p:nvSpPr>
          <p:cNvPr id="53" name="">
            <a:extLst xmlns:a="http://schemas.openxmlformats.org/drawingml/2006/main">
              <a:ext uri="{FF2B5EF4-FFF2-40B4-BE49-F238E27FC236}">
                <a16:creationId xmlns:a16="http://schemas.microsoft.com/office/drawing/2014/main" id="{C603B9C4-88C0-49CD-8336-891D1212FA48}"/>
              </a:ext>
            </a:extLst>
          </p:cNvPr>
          <p:cNvSpPr>
            <a:spLocks xmlns:a="http://schemas.openxmlformats.org/drawingml/2006/main" noGrp="1"/>
          </p:cNvSpPr>
          <p:nvPr/>
        </p:nvSpPr>
        <p:spPr>
          <a:xfrm xmlns:a="http://schemas.openxmlformats.org/drawingml/2006/main">
            <a:off x="6534150" y="6334125"/>
            <a:ext cx="95250" cy="95250"/>
          </a:xfrm>
          <a:prstGeom xmlns:a="http://schemas.openxmlformats.org/drawingml/2006/main" prst="ellipse">
            <a:avLst/>
          </a:prstGeom>
          <a:solidFill xmlns:a="http://schemas.openxmlformats.org/drawingml/2006/main">
            <a:srgbClr val="EF8B39"/>
          </a:solidFill>
          <a:ln xmlns:a="http://schemas.openxmlformats.org/drawingml/2006/main" w="9525">
            <a:solidFill>
              <a:srgbClr val="EF8B39"/>
            </a:solidFill>
            <a:prstDash val="solid"/>
          </a:ln>
        </p:spPr>
      </p:sp>
      <p:sp>
        <p:nvSpPr>
          <p:cNvPr id="54" name="">
            <a:extLst xmlns:a="http://schemas.openxmlformats.org/drawingml/2006/main">
              <a:ext uri="{FF2B5EF4-FFF2-40B4-BE49-F238E27FC236}">
                <a16:creationId xmlns:a16="http://schemas.microsoft.com/office/drawing/2014/main" id="{7BAC938D-B643-4D48-93C1-DFF803A7F06A}"/>
              </a:ext>
            </a:extLst>
          </p:cNvPr>
          <p:cNvSpPr>
            <a:spLocks xmlns:a="http://schemas.openxmlformats.org/drawingml/2006/main" noGrp="1"/>
          </p:cNvSpPr>
          <p:nvPr/>
        </p:nvSpPr>
        <p:spPr>
          <a:xfrm xmlns:a="http://schemas.openxmlformats.org/drawingml/2006/main">
            <a:off x="61817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1">
                <a:solidFill>
                  <a:srgbClr val="B93800"/>
                </a:solidFill>
                <a:latin typeface="Montserrat"/>
                <a:ea typeface="Montserrat"/>
                <a:cs typeface="Montserrat"/>
              </a:defRPr>
            </a:defPPr>
            <a:lvl1pPr algn="ctr">
              <a:defRPr sz="675" b="1">
                <a:solidFill>
                  <a:srgbClr val="B93800"/>
                </a:solidFill>
                <a:latin typeface="Montserrat"/>
                <a:ea typeface="Montserrat"/>
                <a:cs typeface="Montserrat"/>
              </a:defRPr>
            </a:lvl1pPr>
            <a:lvl2pPr algn="ctr">
              <a:defRPr sz="675" b="1">
                <a:solidFill>
                  <a:srgbClr val="B93800"/>
                </a:solidFill>
                <a:latin typeface="Montserrat"/>
                <a:ea typeface="Montserrat"/>
                <a:cs typeface="Montserrat"/>
              </a:defRPr>
            </a:lvl2pPr>
            <a:lvl3pPr algn="ctr">
              <a:defRPr sz="675" b="1">
                <a:solidFill>
                  <a:srgbClr val="B93800"/>
                </a:solidFill>
                <a:latin typeface="Montserrat"/>
                <a:ea typeface="Montserrat"/>
                <a:cs typeface="Montserrat"/>
              </a:defRPr>
            </a:lvl3pPr>
            <a:lvl4pPr algn="ctr">
              <a:defRPr sz="675" b="1">
                <a:solidFill>
                  <a:srgbClr val="B93800"/>
                </a:solidFill>
                <a:latin typeface="Montserrat"/>
                <a:ea typeface="Montserrat"/>
                <a:cs typeface="Montserrat"/>
              </a:defRPr>
            </a:lvl4pPr>
            <a:lvl5pPr algn="ctr">
              <a:defRPr sz="675" b="1">
                <a:solidFill>
                  <a:srgbClr val="B93800"/>
                </a:solidFill>
                <a:latin typeface="Montserrat"/>
                <a:ea typeface="Montserrat"/>
                <a:cs typeface="Montserrat"/>
              </a:defRPr>
            </a:lvl5pPr>
            <a:lvl6pPr algn="ctr">
              <a:defRPr sz="675" b="1">
                <a:solidFill>
                  <a:srgbClr val="B93800"/>
                </a:solidFill>
                <a:latin typeface="Montserrat"/>
                <a:ea typeface="Montserrat"/>
                <a:cs typeface="Montserrat"/>
              </a:defRPr>
            </a:lvl6pPr>
            <a:lvl7pPr algn="ctr">
              <a:defRPr sz="675" b="1">
                <a:solidFill>
                  <a:srgbClr val="B93800"/>
                </a:solidFill>
                <a:latin typeface="Montserrat"/>
                <a:ea typeface="Montserrat"/>
                <a:cs typeface="Montserrat"/>
              </a:defRPr>
            </a:lvl7pPr>
            <a:lvl8pPr algn="ctr">
              <a:defRPr sz="675" b="1">
                <a:solidFill>
                  <a:srgbClr val="B93800"/>
                </a:solidFill>
                <a:latin typeface="Montserrat"/>
                <a:ea typeface="Montserrat"/>
                <a:cs typeface="Montserrat"/>
              </a:defRPr>
            </a:lvl8pPr>
            <a:lvl9pPr algn="ctr">
              <a:defRPr sz="675" b="1">
                <a:solidFill>
                  <a:srgbClr val="B93800"/>
                </a:solidFill>
                <a:latin typeface="Montserrat"/>
                <a:ea typeface="Montserrat"/>
                <a:cs typeface="Montserrat"/>
              </a:defRPr>
            </a:lvl9pPr>
          </a:lstStyle>
          <a:p xmlns:a="http://schemas.openxmlformats.org/drawingml/2006/main">
            <a:pPr algn="ctr">
              <a:defRPr sz="675" b="1">
                <a:solidFill>
                  <a:srgbClr val="B93800"/>
                </a:solidFill>
                <a:latin typeface="Montserrat"/>
                <a:ea typeface="Montserrat"/>
                <a:cs typeface="Montserrat"/>
              </a:defRPr>
            </a:pPr>
            <a:r>
              <a:rPr sz="675" b="1">
                <a:solidFill>
                  <a:srgbClr val="B93800"/>
                </a:solidFill>
                <a:latin typeface="Montserrat"/>
                <a:ea typeface="Montserrat"/>
                <a:cs typeface="Montserrat"/>
              </a:rPr>
              <a:t>TEST</a:t>
            </a:r>
          </a:p>
        </p:txBody>
      </p:sp>
      <p:sp>
        <p:nvSpPr>
          <p:cNvPr id="55" name="">
            <a:extLst xmlns:a="http://schemas.openxmlformats.org/drawingml/2006/main">
              <a:ext uri="{FF2B5EF4-FFF2-40B4-BE49-F238E27FC236}">
                <a16:creationId xmlns:a16="http://schemas.microsoft.com/office/drawing/2014/main" id="{E4F0C82A-E067-4DAB-B370-17AF6CE281D5}"/>
              </a:ext>
            </a:extLst>
          </p:cNvPr>
          <p:cNvSpPr>
            <a:spLocks xmlns:a="http://schemas.openxmlformats.org/drawingml/2006/main" noGrp="1"/>
          </p:cNvSpPr>
          <p:nvPr/>
        </p:nvSpPr>
        <p:spPr>
          <a:xfrm xmlns:a="http://schemas.openxmlformats.org/drawingml/2006/main">
            <a:off x="75199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56" name="">
            <a:extLst xmlns:a="http://schemas.openxmlformats.org/drawingml/2006/main">
              <a:ext uri="{FF2B5EF4-FFF2-40B4-BE49-F238E27FC236}">
                <a16:creationId xmlns:a16="http://schemas.microsoft.com/office/drawing/2014/main" id="{40BBB01F-A888-4D7B-8EC5-AA04F52FA9BB}"/>
              </a:ext>
            </a:extLst>
          </p:cNvPr>
          <p:cNvSpPr>
            <a:spLocks xmlns:a="http://schemas.openxmlformats.org/drawingml/2006/main" noGrp="1"/>
          </p:cNvSpPr>
          <p:nvPr/>
        </p:nvSpPr>
        <p:spPr>
          <a:xfrm xmlns:a="http://schemas.openxmlformats.org/drawingml/2006/main">
            <a:off x="71532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DEPLOY</a:t>
            </a:r>
          </a:p>
        </p:txBody>
      </p:sp>
      <p:sp>
        <p:nvSpPr>
          <p:cNvPr id="57" name="">
            <a:extLst xmlns:a="http://schemas.openxmlformats.org/drawingml/2006/main">
              <a:ext uri="{FF2B5EF4-FFF2-40B4-BE49-F238E27FC236}">
                <a16:creationId xmlns:a16="http://schemas.microsoft.com/office/drawing/2014/main" id="{035216C7-306D-4904-9D6F-56541F5CDD93}"/>
              </a:ext>
            </a:extLst>
          </p:cNvPr>
          <p:cNvSpPr>
            <a:spLocks xmlns:a="http://schemas.openxmlformats.org/drawingml/2006/main" noGrp="1"/>
          </p:cNvSpPr>
          <p:nvPr/>
        </p:nvSpPr>
        <p:spPr>
          <a:xfrm xmlns:a="http://schemas.openxmlformats.org/drawingml/2006/main">
            <a:off x="84915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58" name="">
            <a:extLst xmlns:a="http://schemas.openxmlformats.org/drawingml/2006/main">
              <a:ext uri="{FF2B5EF4-FFF2-40B4-BE49-F238E27FC236}">
                <a16:creationId xmlns:a16="http://schemas.microsoft.com/office/drawing/2014/main" id="{3F7BAC41-3798-4E68-BD23-A03699D88392}"/>
              </a:ext>
            </a:extLst>
          </p:cNvPr>
          <p:cNvSpPr>
            <a:spLocks xmlns:a="http://schemas.openxmlformats.org/drawingml/2006/main" noGrp="1"/>
          </p:cNvSpPr>
          <p:nvPr/>
        </p:nvSpPr>
        <p:spPr>
          <a:xfrm xmlns:a="http://schemas.openxmlformats.org/drawingml/2006/main">
            <a:off x="81248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MAINTAIN</a:t>
            </a:r>
          </a:p>
        </p:txBody>
      </p:sp>
    </p:spTree>
    <p:extLst>
      <p:ext uri="{BB962C8B-B14F-4D97-AF65-F5344CB8AC3E}">
        <p14:creationId xmlns:p14="http://schemas.microsoft.com/office/powerpoint/2010/main" val="1628295131"/>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ECFFF819-F202-4B19-A601-722E5DD9D548}"/>
              </a:ext>
            </a:extLst>
          </p:cNvPr>
          <p:cNvPicPr>
            <a:picLocks xmlns:a="http://schemas.openxmlformats.org/drawingml/2006/main" noChangeAspect="1"/>
          </p:cNvPicPr>
          <p:nvPr/>
        </p:nvPicPr>
        <p:blipFill>
          <a:blip xmlns:r="http://schemas.openxmlformats.org/officeDocument/2006/relationships" xmlns:a="http://schemas.openxmlformats.org/drawingml/2006/main" r:embed="R013e65c0728a4ee7"/>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47A6CCDF-E7C0-4806-9431-B06A75B08B71}"/>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32 / 63</a:t>
            </a:r>
            <a:endParaRPr sz="900"/>
          </a:p>
        </p:txBody>
      </p:sp>
      <p:sp>
        <p:nvSpPr>
          <p:cNvPr id="33" name="">
            <a:extLst xmlns:a="http://schemas.openxmlformats.org/drawingml/2006/main">
              <a:ext uri="{FF2B5EF4-FFF2-40B4-BE49-F238E27FC236}">
                <a16:creationId xmlns:a16="http://schemas.microsoft.com/office/drawing/2014/main" id="{9FE87287-8148-4A74-BD75-265A3BD239AE}"/>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307FE2"/>
                </a:solidFill>
                <a:latin typeface="Montserrat"/>
                <a:ea typeface="Montserrat"/>
                <a:cs typeface="Montserrat"/>
              </a:defRPr>
            </a:defPPr>
            <a:lvl1pPr algn="l">
              <a:defRPr sz="1050" b="1">
                <a:solidFill>
                  <a:srgbClr val="307FE2"/>
                </a:solidFill>
                <a:latin typeface="Montserrat"/>
                <a:ea typeface="Montserrat"/>
                <a:cs typeface="Montserrat"/>
              </a:defRPr>
            </a:lvl1pPr>
            <a:lvl2pPr algn="l">
              <a:defRPr sz="1050" b="1">
                <a:solidFill>
                  <a:srgbClr val="307FE2"/>
                </a:solidFill>
                <a:latin typeface="Montserrat"/>
                <a:ea typeface="Montserrat"/>
                <a:cs typeface="Montserrat"/>
              </a:defRPr>
            </a:lvl2pPr>
            <a:lvl3pPr algn="l">
              <a:defRPr sz="1050" b="1">
                <a:solidFill>
                  <a:srgbClr val="307FE2"/>
                </a:solidFill>
                <a:latin typeface="Montserrat"/>
                <a:ea typeface="Montserrat"/>
                <a:cs typeface="Montserrat"/>
              </a:defRPr>
            </a:lvl3pPr>
            <a:lvl4pPr algn="l">
              <a:defRPr sz="1050" b="1">
                <a:solidFill>
                  <a:srgbClr val="307FE2"/>
                </a:solidFill>
                <a:latin typeface="Montserrat"/>
                <a:ea typeface="Montserrat"/>
                <a:cs typeface="Montserrat"/>
              </a:defRPr>
            </a:lvl4pPr>
            <a:lvl5pPr algn="l">
              <a:defRPr sz="1050" b="1">
                <a:solidFill>
                  <a:srgbClr val="307FE2"/>
                </a:solidFill>
                <a:latin typeface="Montserrat"/>
                <a:ea typeface="Montserrat"/>
                <a:cs typeface="Montserrat"/>
              </a:defRPr>
            </a:lvl5pPr>
            <a:lvl6pPr algn="l">
              <a:defRPr sz="1050" b="1">
                <a:solidFill>
                  <a:srgbClr val="307FE2"/>
                </a:solidFill>
                <a:latin typeface="Montserrat"/>
                <a:ea typeface="Montserrat"/>
                <a:cs typeface="Montserrat"/>
              </a:defRPr>
            </a:lvl6pPr>
            <a:lvl7pPr algn="l">
              <a:defRPr sz="1050" b="1">
                <a:solidFill>
                  <a:srgbClr val="307FE2"/>
                </a:solidFill>
                <a:latin typeface="Montserrat"/>
                <a:ea typeface="Montserrat"/>
                <a:cs typeface="Montserrat"/>
              </a:defRPr>
            </a:lvl7pPr>
            <a:lvl8pPr algn="l">
              <a:defRPr sz="1050" b="1">
                <a:solidFill>
                  <a:srgbClr val="307FE2"/>
                </a:solidFill>
                <a:latin typeface="Montserrat"/>
                <a:ea typeface="Montserrat"/>
                <a:cs typeface="Montserrat"/>
              </a:defRPr>
            </a:lvl8pPr>
            <a:lvl9pPr algn="l">
              <a:defRPr sz="1050" b="1">
                <a:solidFill>
                  <a:srgbClr val="307FE2"/>
                </a:solidFill>
                <a:latin typeface="Montserrat"/>
                <a:ea typeface="Montserrat"/>
                <a:cs typeface="Montserrat"/>
              </a:defRPr>
            </a:lvl9pPr>
          </a:lstStyle>
          <a:p xmlns:a="http://schemas.openxmlformats.org/drawingml/2006/main">
            <a:pPr algn="l">
              <a:defRPr sz="1050" b="1">
                <a:solidFill>
                  <a:srgbClr val="307FE2"/>
                </a:solidFill>
                <a:latin typeface="Montserrat"/>
                <a:ea typeface="Montserrat"/>
                <a:cs typeface="Montserrat"/>
              </a:defRPr>
            </a:pPr>
            <a:r>
              <a:rPr sz="1050" b="1">
                <a:solidFill>
                  <a:srgbClr val="307FE2"/>
                </a:solidFill>
                <a:latin typeface="Montserrat"/>
                <a:ea typeface="Montserrat"/>
                <a:cs typeface="Montserrat"/>
              </a:rPr>
              <a:t>// EXERCISE 1 · TEST</a:t>
            </a:r>
          </a:p>
        </p:txBody>
      </p:sp>
      <p:sp>
        <p:nvSpPr>
          <p:cNvPr id="34" name="">
            <a:extLst xmlns:a="http://schemas.openxmlformats.org/drawingml/2006/main">
              <a:ext uri="{FF2B5EF4-FFF2-40B4-BE49-F238E27FC236}">
                <a16:creationId xmlns:a16="http://schemas.microsoft.com/office/drawing/2014/main" id="{5DB42310-1E1C-497B-9C92-6C22CC6AF196}"/>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94A3B8"/>
                </a:solidFill>
                <a:latin typeface="Montserrat"/>
                <a:ea typeface="Montserrat"/>
                <a:cs typeface="Montserrat"/>
              </a:defRPr>
            </a:defPPr>
            <a:lvl1pPr algn="r">
              <a:defRPr sz="900" b="0">
                <a:solidFill>
                  <a:srgbClr val="94A3B8"/>
                </a:solidFill>
                <a:latin typeface="Montserrat"/>
                <a:ea typeface="Montserrat"/>
                <a:cs typeface="Montserrat"/>
              </a:defRPr>
            </a:lvl1pPr>
            <a:lvl2pPr algn="r">
              <a:defRPr sz="900" b="0">
                <a:solidFill>
                  <a:srgbClr val="94A3B8"/>
                </a:solidFill>
                <a:latin typeface="Montserrat"/>
                <a:ea typeface="Montserrat"/>
                <a:cs typeface="Montserrat"/>
              </a:defRPr>
            </a:lvl2pPr>
            <a:lvl3pPr algn="r">
              <a:defRPr sz="900" b="0">
                <a:solidFill>
                  <a:srgbClr val="94A3B8"/>
                </a:solidFill>
                <a:latin typeface="Montserrat"/>
                <a:ea typeface="Montserrat"/>
                <a:cs typeface="Montserrat"/>
              </a:defRPr>
            </a:lvl3pPr>
            <a:lvl4pPr algn="r">
              <a:defRPr sz="900" b="0">
                <a:solidFill>
                  <a:srgbClr val="94A3B8"/>
                </a:solidFill>
                <a:latin typeface="Montserrat"/>
                <a:ea typeface="Montserrat"/>
                <a:cs typeface="Montserrat"/>
              </a:defRPr>
            </a:lvl4pPr>
            <a:lvl5pPr algn="r">
              <a:defRPr sz="900" b="0">
                <a:solidFill>
                  <a:srgbClr val="94A3B8"/>
                </a:solidFill>
                <a:latin typeface="Montserrat"/>
                <a:ea typeface="Montserrat"/>
                <a:cs typeface="Montserrat"/>
              </a:defRPr>
            </a:lvl5pPr>
            <a:lvl6pPr algn="r">
              <a:defRPr sz="900" b="0">
                <a:solidFill>
                  <a:srgbClr val="94A3B8"/>
                </a:solidFill>
                <a:latin typeface="Montserrat"/>
                <a:ea typeface="Montserrat"/>
                <a:cs typeface="Montserrat"/>
              </a:defRPr>
            </a:lvl6pPr>
            <a:lvl7pPr algn="r">
              <a:defRPr sz="900" b="0">
                <a:solidFill>
                  <a:srgbClr val="94A3B8"/>
                </a:solidFill>
                <a:latin typeface="Montserrat"/>
                <a:ea typeface="Montserrat"/>
                <a:cs typeface="Montserrat"/>
              </a:defRPr>
            </a:lvl7pPr>
            <a:lvl8pPr algn="r">
              <a:defRPr sz="900" b="0">
                <a:solidFill>
                  <a:srgbClr val="94A3B8"/>
                </a:solidFill>
                <a:latin typeface="Montserrat"/>
                <a:ea typeface="Montserrat"/>
                <a:cs typeface="Montserrat"/>
              </a:defRPr>
            </a:lvl8pPr>
            <a:lvl9pPr algn="r">
              <a:defRPr sz="900" b="0">
                <a:solidFill>
                  <a:srgbClr val="94A3B8"/>
                </a:solidFill>
                <a:latin typeface="Montserrat"/>
                <a:ea typeface="Montserrat"/>
                <a:cs typeface="Montserrat"/>
              </a:defRPr>
            </a:lvl9pPr>
          </a:lstStyle>
          <a:p xmlns:a="http://schemas.openxmlformats.org/drawingml/2006/main">
            <a:pPr algn="r">
              <a:defRPr sz="900" b="0">
                <a:solidFill>
                  <a:srgbClr val="94A3B8"/>
                </a:solidFill>
                <a:latin typeface="Montserrat"/>
                <a:ea typeface="Montserrat"/>
                <a:cs typeface="Montserrat"/>
              </a:defRPr>
            </a:pPr>
            <a:r>
              <a:rPr sz="900" b="0">
                <a:solidFill>
                  <a:srgbClr val="94A3B8"/>
                </a:solidFill>
                <a:latin typeface="Montserrat"/>
                <a:ea typeface="Montserrat"/>
                <a:cs typeface="Montserrat"/>
              </a:rPr>
              <a:t>1:40–2:30</a:t>
            </a:r>
          </a:p>
        </p:txBody>
      </p:sp>
      <p:sp>
        <p:nvSpPr>
          <p:cNvPr id="35" name="">
            <a:extLst xmlns:a="http://schemas.openxmlformats.org/drawingml/2006/main">
              <a:ext uri="{FF2B5EF4-FFF2-40B4-BE49-F238E27FC236}">
                <a16:creationId xmlns:a16="http://schemas.microsoft.com/office/drawing/2014/main" id="{2AF9B98F-B999-4B98-BB88-0B645EE7F19F}"/>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A fresh visitor</a:t>
            </a:r>
          </a:p>
        </p:txBody>
      </p:sp>
      <p:sp>
        <p:nvSpPr>
          <p:cNvPr id="36" name="">
            <a:extLst xmlns:a="http://schemas.openxmlformats.org/drawingml/2006/main">
              <a:ext uri="{FF2B5EF4-FFF2-40B4-BE49-F238E27FC236}">
                <a16:creationId xmlns:a16="http://schemas.microsoft.com/office/drawing/2014/main" id="{92BDE25E-711D-474A-BB91-2E82C5E2F1AD}"/>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LET THEM TRY IT · DO NOT COACH</a:t>
            </a:r>
          </a:p>
        </p:txBody>
      </p:sp>
      <p:sp>
        <p:nvSpPr>
          <p:cNvPr id="37" name="">
            <a:extLst xmlns:a="http://schemas.openxmlformats.org/drawingml/2006/main">
              <a:ext uri="{FF2B5EF4-FFF2-40B4-BE49-F238E27FC236}">
                <a16:creationId xmlns:a16="http://schemas.microsoft.com/office/drawing/2014/main" id="{261F63F9-BD58-435F-B7C7-868D8C67C023}"/>
              </a:ext>
            </a:extLst>
          </p:cNvPr>
          <p:cNvSpPr>
            <a:spLocks xmlns:a="http://schemas.openxmlformats.org/drawingml/2006/main" noGrp="1"/>
          </p:cNvSpPr>
          <p:nvPr/>
        </p:nvSpPr>
        <p:spPr>
          <a:xfrm xmlns:a="http://schemas.openxmlformats.org/drawingml/2006/main">
            <a:off x="647700" y="2009775"/>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38" name="">
            <a:extLst xmlns:a="http://schemas.openxmlformats.org/drawingml/2006/main">
              <a:ext uri="{FF2B5EF4-FFF2-40B4-BE49-F238E27FC236}">
                <a16:creationId xmlns:a16="http://schemas.microsoft.com/office/drawing/2014/main" id="{86AF108E-CE86-4FB5-9EA2-F8C2CD83A290}"/>
              </a:ext>
            </a:extLst>
          </p:cNvPr>
          <p:cNvSpPr>
            <a:spLocks xmlns:a="http://schemas.openxmlformats.org/drawingml/2006/main" noGrp="1"/>
          </p:cNvSpPr>
          <p:nvPr/>
        </p:nvSpPr>
        <p:spPr>
          <a:xfrm xmlns:a="http://schemas.openxmlformats.org/drawingml/2006/main">
            <a:off x="742950"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01</a:t>
            </a:r>
          </a:p>
        </p:txBody>
      </p:sp>
      <p:sp>
        <p:nvSpPr>
          <p:cNvPr id="39" name="">
            <a:extLst xmlns:a="http://schemas.openxmlformats.org/drawingml/2006/main">
              <a:ext uri="{FF2B5EF4-FFF2-40B4-BE49-F238E27FC236}">
                <a16:creationId xmlns:a16="http://schemas.microsoft.com/office/drawing/2014/main" id="{F7B8B0F3-A4E9-4AC9-8BA7-44369D8E99DE}"/>
              </a:ext>
            </a:extLst>
          </p:cNvPr>
          <p:cNvSpPr>
            <a:spLocks xmlns:a="http://schemas.openxmlformats.org/drawingml/2006/main" noGrp="1"/>
          </p:cNvSpPr>
          <p:nvPr/>
        </p:nvSpPr>
        <p:spPr>
          <a:xfrm xmlns:a="http://schemas.openxmlformats.org/drawingml/2006/main">
            <a:off x="742950"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Hand it over</a:t>
            </a:r>
          </a:p>
        </p:txBody>
      </p:sp>
      <p:sp>
        <p:nvSpPr>
          <p:cNvPr id="40" name="">
            <a:extLst xmlns:a="http://schemas.openxmlformats.org/drawingml/2006/main">
              <a:ext uri="{FF2B5EF4-FFF2-40B4-BE49-F238E27FC236}">
                <a16:creationId xmlns:a16="http://schemas.microsoft.com/office/drawing/2014/main" id="{000ABD14-9A2F-4A56-B636-54E33CE91B5A}"/>
              </a:ext>
            </a:extLst>
          </p:cNvPr>
          <p:cNvSpPr>
            <a:spLocks xmlns:a="http://schemas.openxmlformats.org/drawingml/2006/main" noGrp="1"/>
          </p:cNvSpPr>
          <p:nvPr/>
        </p:nvSpPr>
        <p:spPr>
          <a:xfrm xmlns:a="http://schemas.openxmlformats.org/drawingml/2006/main">
            <a:off x="742950"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Give a partner the page and one sentence about the intended visitor.</a:t>
            </a:r>
          </a:p>
        </p:txBody>
      </p:sp>
      <p:sp>
        <p:nvSpPr>
          <p:cNvPr id="41" name="">
            <a:extLst xmlns:a="http://schemas.openxmlformats.org/drawingml/2006/main">
              <a:ext uri="{FF2B5EF4-FFF2-40B4-BE49-F238E27FC236}">
                <a16:creationId xmlns:a16="http://schemas.microsoft.com/office/drawing/2014/main" id="{BD197447-03F7-4820-86B0-2AFA8F2342B9}"/>
              </a:ext>
            </a:extLst>
          </p:cNvPr>
          <p:cNvSpPr>
            <a:spLocks xmlns:a="http://schemas.openxmlformats.org/drawingml/2006/main" noGrp="1"/>
          </p:cNvSpPr>
          <p:nvPr/>
        </p:nvSpPr>
        <p:spPr>
          <a:xfrm xmlns:a="http://schemas.openxmlformats.org/drawingml/2006/main">
            <a:off x="3362325"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42" name="">
            <a:extLst xmlns:a="http://schemas.openxmlformats.org/drawingml/2006/main">
              <a:ext uri="{FF2B5EF4-FFF2-40B4-BE49-F238E27FC236}">
                <a16:creationId xmlns:a16="http://schemas.microsoft.com/office/drawing/2014/main" id="{49706F97-CA60-41C6-88A3-5A0EE69B30A2}"/>
              </a:ext>
            </a:extLst>
          </p:cNvPr>
          <p:cNvSpPr>
            <a:spLocks xmlns:a="http://schemas.openxmlformats.org/drawingml/2006/main" noGrp="1"/>
          </p:cNvSpPr>
          <p:nvPr/>
        </p:nvSpPr>
        <p:spPr>
          <a:xfrm xmlns:a="http://schemas.openxmlformats.org/drawingml/2006/main">
            <a:off x="3476625"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02</a:t>
            </a:r>
          </a:p>
        </p:txBody>
      </p:sp>
      <p:sp>
        <p:nvSpPr>
          <p:cNvPr id="43" name="">
            <a:extLst xmlns:a="http://schemas.openxmlformats.org/drawingml/2006/main">
              <a:ext uri="{FF2B5EF4-FFF2-40B4-BE49-F238E27FC236}">
                <a16:creationId xmlns:a16="http://schemas.microsoft.com/office/drawing/2014/main" id="{1D754941-4570-48C6-9FBC-BB5D477A7581}"/>
              </a:ext>
            </a:extLst>
          </p:cNvPr>
          <p:cNvSpPr>
            <a:spLocks xmlns:a="http://schemas.openxmlformats.org/drawingml/2006/main" noGrp="1"/>
          </p:cNvSpPr>
          <p:nvPr/>
        </p:nvSpPr>
        <p:spPr>
          <a:xfrm xmlns:a="http://schemas.openxmlformats.org/drawingml/2006/main">
            <a:off x="3476625"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Watch the first move</a:t>
            </a:r>
          </a:p>
        </p:txBody>
      </p:sp>
      <p:sp>
        <p:nvSpPr>
          <p:cNvPr id="44" name="">
            <a:extLst xmlns:a="http://schemas.openxmlformats.org/drawingml/2006/main">
              <a:ext uri="{FF2B5EF4-FFF2-40B4-BE49-F238E27FC236}">
                <a16:creationId xmlns:a16="http://schemas.microsoft.com/office/drawing/2014/main" id="{2037E20B-8948-4FCC-93DD-2C7CA0F52811}"/>
              </a:ext>
            </a:extLst>
          </p:cNvPr>
          <p:cNvSpPr>
            <a:spLocks xmlns:a="http://schemas.openxmlformats.org/drawingml/2006/main" noGrp="1"/>
          </p:cNvSpPr>
          <p:nvPr/>
        </p:nvSpPr>
        <p:spPr>
          <a:xfrm xmlns:a="http://schemas.openxmlformats.org/drawingml/2006/main">
            <a:off x="3476625"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Notice where they look, click, pause, or guess.</a:t>
            </a:r>
          </a:p>
        </p:txBody>
      </p:sp>
      <p:sp>
        <p:nvSpPr>
          <p:cNvPr id="45" name="">
            <a:extLst xmlns:a="http://schemas.openxmlformats.org/drawingml/2006/main">
              <a:ext uri="{FF2B5EF4-FFF2-40B4-BE49-F238E27FC236}">
                <a16:creationId xmlns:a16="http://schemas.microsoft.com/office/drawing/2014/main" id="{2A296092-55E3-475B-957D-E92D5693ABB9}"/>
              </a:ext>
            </a:extLst>
          </p:cNvPr>
          <p:cNvSpPr>
            <a:spLocks xmlns:a="http://schemas.openxmlformats.org/drawingml/2006/main" noGrp="1"/>
          </p:cNvSpPr>
          <p:nvPr/>
        </p:nvSpPr>
        <p:spPr>
          <a:xfrm xmlns:a="http://schemas.openxmlformats.org/drawingml/2006/main">
            <a:off x="6096000"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46" name="">
            <a:extLst xmlns:a="http://schemas.openxmlformats.org/drawingml/2006/main">
              <a:ext uri="{FF2B5EF4-FFF2-40B4-BE49-F238E27FC236}">
                <a16:creationId xmlns:a16="http://schemas.microsoft.com/office/drawing/2014/main" id="{7CD44792-B557-43B4-BC5B-98BD8B4BBB0C}"/>
              </a:ext>
            </a:extLst>
          </p:cNvPr>
          <p:cNvSpPr>
            <a:spLocks xmlns:a="http://schemas.openxmlformats.org/drawingml/2006/main" noGrp="1"/>
          </p:cNvSpPr>
          <p:nvPr/>
        </p:nvSpPr>
        <p:spPr>
          <a:xfrm xmlns:a="http://schemas.openxmlformats.org/drawingml/2006/main">
            <a:off x="6210300"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03</a:t>
            </a:r>
          </a:p>
        </p:txBody>
      </p:sp>
      <p:sp>
        <p:nvSpPr>
          <p:cNvPr id="47" name="">
            <a:extLst xmlns:a="http://schemas.openxmlformats.org/drawingml/2006/main">
              <a:ext uri="{FF2B5EF4-FFF2-40B4-BE49-F238E27FC236}">
                <a16:creationId xmlns:a16="http://schemas.microsoft.com/office/drawing/2014/main" id="{F3DF80A1-D127-43AE-8DEF-C1B85E0F4E00}"/>
              </a:ext>
            </a:extLst>
          </p:cNvPr>
          <p:cNvSpPr>
            <a:spLocks xmlns:a="http://schemas.openxmlformats.org/drawingml/2006/main" noGrp="1"/>
          </p:cNvSpPr>
          <p:nvPr/>
        </p:nvSpPr>
        <p:spPr>
          <a:xfrm xmlns:a="http://schemas.openxmlformats.org/drawingml/2006/main">
            <a:off x="6210300"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Ask one question</a:t>
            </a:r>
          </a:p>
        </p:txBody>
      </p:sp>
      <p:sp>
        <p:nvSpPr>
          <p:cNvPr id="48" name="">
            <a:extLst xmlns:a="http://schemas.openxmlformats.org/drawingml/2006/main">
              <a:ext uri="{FF2B5EF4-FFF2-40B4-BE49-F238E27FC236}">
                <a16:creationId xmlns:a16="http://schemas.microsoft.com/office/drawing/2014/main" id="{22D6C4EE-26FA-45A5-A338-53CEBF2A7338}"/>
              </a:ext>
            </a:extLst>
          </p:cNvPr>
          <p:cNvSpPr>
            <a:spLocks xmlns:a="http://schemas.openxmlformats.org/drawingml/2006/main" noGrp="1"/>
          </p:cNvSpPr>
          <p:nvPr/>
        </p:nvSpPr>
        <p:spPr>
          <a:xfrm xmlns:a="http://schemas.openxmlformats.org/drawingml/2006/main">
            <a:off x="6210300"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What did you think the page wanted you to do?</a:t>
            </a:r>
          </a:p>
        </p:txBody>
      </p:sp>
      <p:sp>
        <p:nvSpPr>
          <p:cNvPr id="49" name="">
            <a:extLst xmlns:a="http://schemas.openxmlformats.org/drawingml/2006/main">
              <a:ext uri="{FF2B5EF4-FFF2-40B4-BE49-F238E27FC236}">
                <a16:creationId xmlns:a16="http://schemas.microsoft.com/office/drawing/2014/main" id="{F51D8A6B-CD94-40C4-96E8-C570D869EC43}"/>
              </a:ext>
            </a:extLst>
          </p:cNvPr>
          <p:cNvSpPr>
            <a:spLocks xmlns:a="http://schemas.openxmlformats.org/drawingml/2006/main" noGrp="1"/>
          </p:cNvSpPr>
          <p:nvPr/>
        </p:nvSpPr>
        <p:spPr>
          <a:xfrm xmlns:a="http://schemas.openxmlformats.org/drawingml/2006/main">
            <a:off x="8829675"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50" name="">
            <a:extLst xmlns:a="http://schemas.openxmlformats.org/drawingml/2006/main">
              <a:ext uri="{FF2B5EF4-FFF2-40B4-BE49-F238E27FC236}">
                <a16:creationId xmlns:a16="http://schemas.microsoft.com/office/drawing/2014/main" id="{6A3DEC2F-1190-4298-95A9-AD730072C54E}"/>
              </a:ext>
            </a:extLst>
          </p:cNvPr>
          <p:cNvSpPr>
            <a:spLocks xmlns:a="http://schemas.openxmlformats.org/drawingml/2006/main" noGrp="1"/>
          </p:cNvSpPr>
          <p:nvPr/>
        </p:nvSpPr>
        <p:spPr>
          <a:xfrm xmlns:a="http://schemas.openxmlformats.org/drawingml/2006/main">
            <a:off x="8943975"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04</a:t>
            </a:r>
          </a:p>
        </p:txBody>
      </p:sp>
      <p:sp>
        <p:nvSpPr>
          <p:cNvPr id="51" name="">
            <a:extLst xmlns:a="http://schemas.openxmlformats.org/drawingml/2006/main">
              <a:ext uri="{FF2B5EF4-FFF2-40B4-BE49-F238E27FC236}">
                <a16:creationId xmlns:a16="http://schemas.microsoft.com/office/drawing/2014/main" id="{E9FB439E-DB12-4158-B11F-3B9606089D36}"/>
              </a:ext>
            </a:extLst>
          </p:cNvPr>
          <p:cNvSpPr>
            <a:spLocks xmlns:a="http://schemas.openxmlformats.org/drawingml/2006/main" noGrp="1"/>
          </p:cNvSpPr>
          <p:nvPr/>
        </p:nvSpPr>
        <p:spPr>
          <a:xfrm xmlns:a="http://schemas.openxmlformats.org/drawingml/2006/main">
            <a:off x="8943975"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Fix the smallest thing</a:t>
            </a:r>
          </a:p>
        </p:txBody>
      </p:sp>
      <p:sp>
        <p:nvSpPr>
          <p:cNvPr id="52" name="">
            <a:extLst xmlns:a="http://schemas.openxmlformats.org/drawingml/2006/main">
              <a:ext uri="{FF2B5EF4-FFF2-40B4-BE49-F238E27FC236}">
                <a16:creationId xmlns:a16="http://schemas.microsoft.com/office/drawing/2014/main" id="{402E34F7-9FF5-4CD5-88CC-5A8BD3C45DCC}"/>
              </a:ext>
            </a:extLst>
          </p:cNvPr>
          <p:cNvSpPr>
            <a:spLocks xmlns:a="http://schemas.openxmlformats.org/drawingml/2006/main" noGrp="1"/>
          </p:cNvSpPr>
          <p:nvPr/>
        </p:nvSpPr>
        <p:spPr>
          <a:xfrm xmlns:a="http://schemas.openxmlformats.org/drawingml/2006/main">
            <a:off x="8943975"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Keep the working parts and repair the rough edge.</a:t>
            </a:r>
          </a:p>
        </p:txBody>
      </p:sp>
      <p:sp>
        <p:nvSpPr>
          <p:cNvPr id="53" name="">
            <a:extLst xmlns:a="http://schemas.openxmlformats.org/drawingml/2006/main">
              <a:ext uri="{FF2B5EF4-FFF2-40B4-BE49-F238E27FC236}">
                <a16:creationId xmlns:a16="http://schemas.microsoft.com/office/drawing/2014/main" id="{B339A637-AA4D-42D3-AF46-00A21B906FD6}"/>
              </a:ext>
            </a:extLst>
          </p:cNvPr>
          <p:cNvSpPr>
            <a:spLocks xmlns:a="http://schemas.openxmlformats.org/drawingml/2006/main" noGrp="1"/>
          </p:cNvSpPr>
          <p:nvPr/>
        </p:nvSpPr>
        <p:spPr>
          <a:xfrm xmlns:a="http://schemas.openxmlformats.org/drawingml/2006/main">
            <a:off x="647700" y="470535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54" name="">
            <a:extLst xmlns:a="http://schemas.openxmlformats.org/drawingml/2006/main">
              <a:ext uri="{FF2B5EF4-FFF2-40B4-BE49-F238E27FC236}">
                <a16:creationId xmlns:a16="http://schemas.microsoft.com/office/drawing/2014/main" id="{DCF317CB-F95F-4776-8387-DDCA50D096AB}"/>
              </a:ext>
            </a:extLst>
          </p:cNvPr>
          <p:cNvSpPr>
            <a:spLocks xmlns:a="http://schemas.openxmlformats.org/drawingml/2006/main" noGrp="1"/>
          </p:cNvSpPr>
          <p:nvPr/>
        </p:nvSpPr>
        <p:spPr>
          <a:xfrm xmlns:a="http://schemas.openxmlformats.org/drawingml/2006/main">
            <a:off x="742950" y="49530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A second look catches what the maker can no longer see.</a:t>
            </a:r>
          </a:p>
        </p:txBody>
      </p:sp>
      <p:sp>
        <p:nvSpPr>
          <p:cNvPr id="55" name="">
            <a:extLst xmlns:a="http://schemas.openxmlformats.org/drawingml/2006/main">
              <a:ext uri="{FF2B5EF4-FFF2-40B4-BE49-F238E27FC236}">
                <a16:creationId xmlns:a16="http://schemas.microsoft.com/office/drawing/2014/main" id="{53DE2314-FC5A-4E6D-9865-047EAC3B3A6A}"/>
              </a:ext>
            </a:extLst>
          </p:cNvPr>
          <p:cNvSpPr>
            <a:spLocks xmlns:a="http://schemas.openxmlformats.org/drawingml/2006/main" noGrp="1"/>
          </p:cNvSpPr>
          <p:nvPr/>
        </p:nvSpPr>
        <p:spPr>
          <a:xfrm xmlns:a="http://schemas.openxmlformats.org/drawingml/2006/main">
            <a:off x="3667125" y="6381750"/>
            <a:ext cx="4857750" cy="0"/>
          </a:xfrm>
          <a:prstGeom xmlns:a="http://schemas.openxmlformats.org/drawingml/2006/main" prst="line">
            <a:avLst/>
          </a:prstGeom>
          <a:noFill xmlns:a="http://schemas.openxmlformats.org/drawingml/2006/main"/>
          <a:ln xmlns:a="http://schemas.openxmlformats.org/drawingml/2006/main" w="5715">
            <a:solidFill>
              <a:srgbClr val="D8E2EF"/>
            </a:solidFill>
            <a:prstDash val="solid"/>
          </a:ln>
        </p:spPr>
      </p:sp>
      <p:sp>
        <p:nvSpPr>
          <p:cNvPr id="56" name="">
            <a:extLst xmlns:a="http://schemas.openxmlformats.org/drawingml/2006/main">
              <a:ext uri="{FF2B5EF4-FFF2-40B4-BE49-F238E27FC236}">
                <a16:creationId xmlns:a16="http://schemas.microsoft.com/office/drawing/2014/main" id="{A38974AF-772E-4172-A639-D66E8A8B170B}"/>
              </a:ext>
            </a:extLst>
          </p:cNvPr>
          <p:cNvSpPr>
            <a:spLocks xmlns:a="http://schemas.openxmlformats.org/drawingml/2006/main" noGrp="1"/>
          </p:cNvSpPr>
          <p:nvPr/>
        </p:nvSpPr>
        <p:spPr>
          <a:xfrm xmlns:a="http://schemas.openxmlformats.org/drawingml/2006/main">
            <a:off x="6219825" y="6381750"/>
            <a:ext cx="723900" cy="0"/>
          </a:xfrm>
          <a:prstGeom xmlns:a="http://schemas.openxmlformats.org/drawingml/2006/main" prst="line">
            <a:avLst/>
          </a:prstGeom>
          <a:noFill xmlns:a="http://schemas.openxmlformats.org/drawingml/2006/main"/>
          <a:ln xmlns:a="http://schemas.openxmlformats.org/drawingml/2006/main" w="28575">
            <a:solidFill>
              <a:srgbClr val="EF8B39"/>
            </a:solidFill>
            <a:prstDash val="solid"/>
          </a:ln>
        </p:spPr>
      </p:sp>
      <p:sp>
        <p:nvSpPr>
          <p:cNvPr id="57" name="">
            <a:extLst xmlns:a="http://schemas.openxmlformats.org/drawingml/2006/main">
              <a:ext uri="{FF2B5EF4-FFF2-40B4-BE49-F238E27FC236}">
                <a16:creationId xmlns:a16="http://schemas.microsoft.com/office/drawing/2014/main" id="{89F13D02-825C-4C6C-AAFD-F9A50A09D212}"/>
              </a:ext>
            </a:extLst>
          </p:cNvPr>
          <p:cNvSpPr>
            <a:spLocks xmlns:a="http://schemas.openxmlformats.org/drawingml/2006/main" noGrp="1"/>
          </p:cNvSpPr>
          <p:nvPr/>
        </p:nvSpPr>
        <p:spPr>
          <a:xfrm xmlns:a="http://schemas.openxmlformats.org/drawingml/2006/main">
            <a:off x="36337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58" name="">
            <a:extLst xmlns:a="http://schemas.openxmlformats.org/drawingml/2006/main">
              <a:ext uri="{FF2B5EF4-FFF2-40B4-BE49-F238E27FC236}">
                <a16:creationId xmlns:a16="http://schemas.microsoft.com/office/drawing/2014/main" id="{BD10A5C8-596E-422A-8788-7AFD0F2DF348}"/>
              </a:ext>
            </a:extLst>
          </p:cNvPr>
          <p:cNvSpPr>
            <a:spLocks xmlns:a="http://schemas.openxmlformats.org/drawingml/2006/main" noGrp="1"/>
          </p:cNvSpPr>
          <p:nvPr/>
        </p:nvSpPr>
        <p:spPr>
          <a:xfrm xmlns:a="http://schemas.openxmlformats.org/drawingml/2006/main">
            <a:off x="32670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PLAN</a:t>
            </a:r>
          </a:p>
        </p:txBody>
      </p:sp>
      <p:sp>
        <p:nvSpPr>
          <p:cNvPr id="59" name="">
            <a:extLst xmlns:a="http://schemas.openxmlformats.org/drawingml/2006/main">
              <a:ext uri="{FF2B5EF4-FFF2-40B4-BE49-F238E27FC236}">
                <a16:creationId xmlns:a16="http://schemas.microsoft.com/office/drawing/2014/main" id="{9E728C0D-6F0D-469E-B4D2-37D9A8F1087F}"/>
              </a:ext>
            </a:extLst>
          </p:cNvPr>
          <p:cNvSpPr>
            <a:spLocks xmlns:a="http://schemas.openxmlformats.org/drawingml/2006/main" noGrp="1"/>
          </p:cNvSpPr>
          <p:nvPr/>
        </p:nvSpPr>
        <p:spPr>
          <a:xfrm xmlns:a="http://schemas.openxmlformats.org/drawingml/2006/main">
            <a:off x="46053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60" name="">
            <a:extLst xmlns:a="http://schemas.openxmlformats.org/drawingml/2006/main">
              <a:ext uri="{FF2B5EF4-FFF2-40B4-BE49-F238E27FC236}">
                <a16:creationId xmlns:a16="http://schemas.microsoft.com/office/drawing/2014/main" id="{F6FE3F6F-1A14-4985-8E10-9540BB2D8C05}"/>
              </a:ext>
            </a:extLst>
          </p:cNvPr>
          <p:cNvSpPr>
            <a:spLocks xmlns:a="http://schemas.openxmlformats.org/drawingml/2006/main" noGrp="1"/>
          </p:cNvSpPr>
          <p:nvPr/>
        </p:nvSpPr>
        <p:spPr>
          <a:xfrm xmlns:a="http://schemas.openxmlformats.org/drawingml/2006/main">
            <a:off x="42386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DESIGN</a:t>
            </a:r>
          </a:p>
        </p:txBody>
      </p:sp>
      <p:sp>
        <p:nvSpPr>
          <p:cNvPr id="61" name="">
            <a:extLst xmlns:a="http://schemas.openxmlformats.org/drawingml/2006/main">
              <a:ext uri="{FF2B5EF4-FFF2-40B4-BE49-F238E27FC236}">
                <a16:creationId xmlns:a16="http://schemas.microsoft.com/office/drawing/2014/main" id="{7D086E88-578B-4F02-800B-D4D162DCF323}"/>
              </a:ext>
            </a:extLst>
          </p:cNvPr>
          <p:cNvSpPr>
            <a:spLocks xmlns:a="http://schemas.openxmlformats.org/drawingml/2006/main" noGrp="1"/>
          </p:cNvSpPr>
          <p:nvPr/>
        </p:nvSpPr>
        <p:spPr>
          <a:xfrm xmlns:a="http://schemas.openxmlformats.org/drawingml/2006/main">
            <a:off x="55768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62" name="">
            <a:extLst xmlns:a="http://schemas.openxmlformats.org/drawingml/2006/main">
              <a:ext uri="{FF2B5EF4-FFF2-40B4-BE49-F238E27FC236}">
                <a16:creationId xmlns:a16="http://schemas.microsoft.com/office/drawing/2014/main" id="{ED1E41E8-C383-4F77-8070-5AD975A9AB56}"/>
              </a:ext>
            </a:extLst>
          </p:cNvPr>
          <p:cNvSpPr>
            <a:spLocks xmlns:a="http://schemas.openxmlformats.org/drawingml/2006/main" noGrp="1"/>
          </p:cNvSpPr>
          <p:nvPr/>
        </p:nvSpPr>
        <p:spPr>
          <a:xfrm xmlns:a="http://schemas.openxmlformats.org/drawingml/2006/main">
            <a:off x="52101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BUILD</a:t>
            </a:r>
          </a:p>
        </p:txBody>
      </p:sp>
      <p:sp>
        <p:nvSpPr>
          <p:cNvPr id="63" name="">
            <a:extLst xmlns:a="http://schemas.openxmlformats.org/drawingml/2006/main">
              <a:ext uri="{FF2B5EF4-FFF2-40B4-BE49-F238E27FC236}">
                <a16:creationId xmlns:a16="http://schemas.microsoft.com/office/drawing/2014/main" id="{1EFF0719-F4C8-4BE7-8F6D-0B2519B5C0D2}"/>
              </a:ext>
            </a:extLst>
          </p:cNvPr>
          <p:cNvSpPr>
            <a:spLocks xmlns:a="http://schemas.openxmlformats.org/drawingml/2006/main" noGrp="1"/>
          </p:cNvSpPr>
          <p:nvPr/>
        </p:nvSpPr>
        <p:spPr>
          <a:xfrm xmlns:a="http://schemas.openxmlformats.org/drawingml/2006/main">
            <a:off x="6534150" y="6334125"/>
            <a:ext cx="95250" cy="95250"/>
          </a:xfrm>
          <a:prstGeom xmlns:a="http://schemas.openxmlformats.org/drawingml/2006/main" prst="ellipse">
            <a:avLst/>
          </a:prstGeom>
          <a:solidFill xmlns:a="http://schemas.openxmlformats.org/drawingml/2006/main">
            <a:srgbClr val="EF8B39"/>
          </a:solidFill>
          <a:ln xmlns:a="http://schemas.openxmlformats.org/drawingml/2006/main" w="9525">
            <a:solidFill>
              <a:srgbClr val="EF8B39"/>
            </a:solidFill>
            <a:prstDash val="solid"/>
          </a:ln>
        </p:spPr>
      </p:sp>
      <p:sp>
        <p:nvSpPr>
          <p:cNvPr id="64" name="">
            <a:extLst xmlns:a="http://schemas.openxmlformats.org/drawingml/2006/main">
              <a:ext uri="{FF2B5EF4-FFF2-40B4-BE49-F238E27FC236}">
                <a16:creationId xmlns:a16="http://schemas.microsoft.com/office/drawing/2014/main" id="{ED273D91-6D07-4A26-A805-465E9F9EB9FA}"/>
              </a:ext>
            </a:extLst>
          </p:cNvPr>
          <p:cNvSpPr>
            <a:spLocks xmlns:a="http://schemas.openxmlformats.org/drawingml/2006/main" noGrp="1"/>
          </p:cNvSpPr>
          <p:nvPr/>
        </p:nvSpPr>
        <p:spPr>
          <a:xfrm xmlns:a="http://schemas.openxmlformats.org/drawingml/2006/main">
            <a:off x="61817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1">
                <a:solidFill>
                  <a:srgbClr val="B93800"/>
                </a:solidFill>
                <a:latin typeface="Montserrat"/>
                <a:ea typeface="Montserrat"/>
                <a:cs typeface="Montserrat"/>
              </a:defRPr>
            </a:defPPr>
            <a:lvl1pPr algn="ctr">
              <a:defRPr sz="675" b="1">
                <a:solidFill>
                  <a:srgbClr val="B93800"/>
                </a:solidFill>
                <a:latin typeface="Montserrat"/>
                <a:ea typeface="Montserrat"/>
                <a:cs typeface="Montserrat"/>
              </a:defRPr>
            </a:lvl1pPr>
            <a:lvl2pPr algn="ctr">
              <a:defRPr sz="675" b="1">
                <a:solidFill>
                  <a:srgbClr val="B93800"/>
                </a:solidFill>
                <a:latin typeface="Montserrat"/>
                <a:ea typeface="Montserrat"/>
                <a:cs typeface="Montserrat"/>
              </a:defRPr>
            </a:lvl2pPr>
            <a:lvl3pPr algn="ctr">
              <a:defRPr sz="675" b="1">
                <a:solidFill>
                  <a:srgbClr val="B93800"/>
                </a:solidFill>
                <a:latin typeface="Montserrat"/>
                <a:ea typeface="Montserrat"/>
                <a:cs typeface="Montserrat"/>
              </a:defRPr>
            </a:lvl3pPr>
            <a:lvl4pPr algn="ctr">
              <a:defRPr sz="675" b="1">
                <a:solidFill>
                  <a:srgbClr val="B93800"/>
                </a:solidFill>
                <a:latin typeface="Montserrat"/>
                <a:ea typeface="Montserrat"/>
                <a:cs typeface="Montserrat"/>
              </a:defRPr>
            </a:lvl4pPr>
            <a:lvl5pPr algn="ctr">
              <a:defRPr sz="675" b="1">
                <a:solidFill>
                  <a:srgbClr val="B93800"/>
                </a:solidFill>
                <a:latin typeface="Montserrat"/>
                <a:ea typeface="Montserrat"/>
                <a:cs typeface="Montserrat"/>
              </a:defRPr>
            </a:lvl5pPr>
            <a:lvl6pPr algn="ctr">
              <a:defRPr sz="675" b="1">
                <a:solidFill>
                  <a:srgbClr val="B93800"/>
                </a:solidFill>
                <a:latin typeface="Montserrat"/>
                <a:ea typeface="Montserrat"/>
                <a:cs typeface="Montserrat"/>
              </a:defRPr>
            </a:lvl6pPr>
            <a:lvl7pPr algn="ctr">
              <a:defRPr sz="675" b="1">
                <a:solidFill>
                  <a:srgbClr val="B93800"/>
                </a:solidFill>
                <a:latin typeface="Montserrat"/>
                <a:ea typeface="Montserrat"/>
                <a:cs typeface="Montserrat"/>
              </a:defRPr>
            </a:lvl7pPr>
            <a:lvl8pPr algn="ctr">
              <a:defRPr sz="675" b="1">
                <a:solidFill>
                  <a:srgbClr val="B93800"/>
                </a:solidFill>
                <a:latin typeface="Montserrat"/>
                <a:ea typeface="Montserrat"/>
                <a:cs typeface="Montserrat"/>
              </a:defRPr>
            </a:lvl8pPr>
            <a:lvl9pPr algn="ctr">
              <a:defRPr sz="675" b="1">
                <a:solidFill>
                  <a:srgbClr val="B93800"/>
                </a:solidFill>
                <a:latin typeface="Montserrat"/>
                <a:ea typeface="Montserrat"/>
                <a:cs typeface="Montserrat"/>
              </a:defRPr>
            </a:lvl9pPr>
          </a:lstStyle>
          <a:p xmlns:a="http://schemas.openxmlformats.org/drawingml/2006/main">
            <a:pPr algn="ctr">
              <a:defRPr sz="675" b="1">
                <a:solidFill>
                  <a:srgbClr val="B93800"/>
                </a:solidFill>
                <a:latin typeface="Montserrat"/>
                <a:ea typeface="Montserrat"/>
                <a:cs typeface="Montserrat"/>
              </a:defRPr>
            </a:pPr>
            <a:r>
              <a:rPr sz="675" b="1">
                <a:solidFill>
                  <a:srgbClr val="B93800"/>
                </a:solidFill>
                <a:latin typeface="Montserrat"/>
                <a:ea typeface="Montserrat"/>
                <a:cs typeface="Montserrat"/>
              </a:rPr>
              <a:t>TEST</a:t>
            </a:r>
          </a:p>
        </p:txBody>
      </p:sp>
      <p:sp>
        <p:nvSpPr>
          <p:cNvPr id="65" name="">
            <a:extLst xmlns:a="http://schemas.openxmlformats.org/drawingml/2006/main">
              <a:ext uri="{FF2B5EF4-FFF2-40B4-BE49-F238E27FC236}">
                <a16:creationId xmlns:a16="http://schemas.microsoft.com/office/drawing/2014/main" id="{956C147C-272F-4AC3-913F-2CD1B292C22D}"/>
              </a:ext>
            </a:extLst>
          </p:cNvPr>
          <p:cNvSpPr>
            <a:spLocks xmlns:a="http://schemas.openxmlformats.org/drawingml/2006/main" noGrp="1"/>
          </p:cNvSpPr>
          <p:nvPr/>
        </p:nvSpPr>
        <p:spPr>
          <a:xfrm xmlns:a="http://schemas.openxmlformats.org/drawingml/2006/main">
            <a:off x="75199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66" name="">
            <a:extLst xmlns:a="http://schemas.openxmlformats.org/drawingml/2006/main">
              <a:ext uri="{FF2B5EF4-FFF2-40B4-BE49-F238E27FC236}">
                <a16:creationId xmlns:a16="http://schemas.microsoft.com/office/drawing/2014/main" id="{EA9BEAF6-FE97-4205-AF44-55D9D605849B}"/>
              </a:ext>
            </a:extLst>
          </p:cNvPr>
          <p:cNvSpPr>
            <a:spLocks xmlns:a="http://schemas.openxmlformats.org/drawingml/2006/main" noGrp="1"/>
          </p:cNvSpPr>
          <p:nvPr/>
        </p:nvSpPr>
        <p:spPr>
          <a:xfrm xmlns:a="http://schemas.openxmlformats.org/drawingml/2006/main">
            <a:off x="71532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DEPLOY</a:t>
            </a:r>
          </a:p>
        </p:txBody>
      </p:sp>
      <p:sp>
        <p:nvSpPr>
          <p:cNvPr id="67" name="">
            <a:extLst xmlns:a="http://schemas.openxmlformats.org/drawingml/2006/main">
              <a:ext uri="{FF2B5EF4-FFF2-40B4-BE49-F238E27FC236}">
                <a16:creationId xmlns:a16="http://schemas.microsoft.com/office/drawing/2014/main" id="{24F6BD3E-9DEF-44EF-9086-0AE0F3600673}"/>
              </a:ext>
            </a:extLst>
          </p:cNvPr>
          <p:cNvSpPr>
            <a:spLocks xmlns:a="http://schemas.openxmlformats.org/drawingml/2006/main" noGrp="1"/>
          </p:cNvSpPr>
          <p:nvPr/>
        </p:nvSpPr>
        <p:spPr>
          <a:xfrm xmlns:a="http://schemas.openxmlformats.org/drawingml/2006/main">
            <a:off x="84915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68" name="">
            <a:extLst xmlns:a="http://schemas.openxmlformats.org/drawingml/2006/main">
              <a:ext uri="{FF2B5EF4-FFF2-40B4-BE49-F238E27FC236}">
                <a16:creationId xmlns:a16="http://schemas.microsoft.com/office/drawing/2014/main" id="{FE6E8920-3C65-4721-BDD7-9FBC99616F15}"/>
              </a:ext>
            </a:extLst>
          </p:cNvPr>
          <p:cNvSpPr>
            <a:spLocks xmlns:a="http://schemas.openxmlformats.org/drawingml/2006/main" noGrp="1"/>
          </p:cNvSpPr>
          <p:nvPr/>
        </p:nvSpPr>
        <p:spPr>
          <a:xfrm xmlns:a="http://schemas.openxmlformats.org/drawingml/2006/main">
            <a:off x="81248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MAINTAIN</a:t>
            </a:r>
          </a:p>
        </p:txBody>
      </p:sp>
    </p:spTree>
    <p:extLst>
      <p:ext uri="{BB962C8B-B14F-4D97-AF65-F5344CB8AC3E}">
        <p14:creationId xmlns:p14="http://schemas.microsoft.com/office/powerpoint/2010/main" val="1724863147"/>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D883CC2A-9D23-4522-AA56-CEC18E96CF41}"/>
              </a:ext>
            </a:extLst>
          </p:cNvPr>
          <p:cNvPicPr>
            <a:picLocks xmlns:a="http://schemas.openxmlformats.org/drawingml/2006/main" noChangeAspect="1"/>
          </p:cNvPicPr>
          <p:nvPr/>
        </p:nvPicPr>
        <p:blipFill>
          <a:blip xmlns:r="http://schemas.openxmlformats.org/officeDocument/2006/relationships" xmlns:a="http://schemas.openxmlformats.org/drawingml/2006/main" r:embed="R5d3c3c4e54fc4f54"/>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231FB2E5-7BC0-40C0-B882-91E2053E9430}"/>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33 / 63</a:t>
            </a:r>
            <a:endParaRPr sz="900"/>
          </a:p>
        </p:txBody>
      </p:sp>
      <p:sp>
        <p:nvSpPr>
          <p:cNvPr id="58" name="">
            <a:extLst xmlns:a="http://schemas.openxmlformats.org/drawingml/2006/main">
              <a:ext uri="{FF2B5EF4-FFF2-40B4-BE49-F238E27FC236}">
                <a16:creationId xmlns:a16="http://schemas.microsoft.com/office/drawing/2014/main" id="{464E1B19-7A02-4387-913B-D12CBE6BF2BB}"/>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307FE2"/>
                </a:solidFill>
                <a:latin typeface="Montserrat"/>
                <a:ea typeface="Montserrat"/>
                <a:cs typeface="Montserrat"/>
              </a:defRPr>
            </a:defPPr>
            <a:lvl1pPr algn="l">
              <a:defRPr sz="1050" b="1">
                <a:solidFill>
                  <a:srgbClr val="307FE2"/>
                </a:solidFill>
                <a:latin typeface="Montserrat"/>
                <a:ea typeface="Montserrat"/>
                <a:cs typeface="Montserrat"/>
              </a:defRPr>
            </a:lvl1pPr>
            <a:lvl2pPr algn="l">
              <a:defRPr sz="1050" b="1">
                <a:solidFill>
                  <a:srgbClr val="307FE2"/>
                </a:solidFill>
                <a:latin typeface="Montserrat"/>
                <a:ea typeface="Montserrat"/>
                <a:cs typeface="Montserrat"/>
              </a:defRPr>
            </a:lvl2pPr>
            <a:lvl3pPr algn="l">
              <a:defRPr sz="1050" b="1">
                <a:solidFill>
                  <a:srgbClr val="307FE2"/>
                </a:solidFill>
                <a:latin typeface="Montserrat"/>
                <a:ea typeface="Montserrat"/>
                <a:cs typeface="Montserrat"/>
              </a:defRPr>
            </a:lvl3pPr>
            <a:lvl4pPr algn="l">
              <a:defRPr sz="1050" b="1">
                <a:solidFill>
                  <a:srgbClr val="307FE2"/>
                </a:solidFill>
                <a:latin typeface="Montserrat"/>
                <a:ea typeface="Montserrat"/>
                <a:cs typeface="Montserrat"/>
              </a:defRPr>
            </a:lvl4pPr>
            <a:lvl5pPr algn="l">
              <a:defRPr sz="1050" b="1">
                <a:solidFill>
                  <a:srgbClr val="307FE2"/>
                </a:solidFill>
                <a:latin typeface="Montserrat"/>
                <a:ea typeface="Montserrat"/>
                <a:cs typeface="Montserrat"/>
              </a:defRPr>
            </a:lvl5pPr>
            <a:lvl6pPr algn="l">
              <a:defRPr sz="1050" b="1">
                <a:solidFill>
                  <a:srgbClr val="307FE2"/>
                </a:solidFill>
                <a:latin typeface="Montserrat"/>
                <a:ea typeface="Montserrat"/>
                <a:cs typeface="Montserrat"/>
              </a:defRPr>
            </a:lvl6pPr>
            <a:lvl7pPr algn="l">
              <a:defRPr sz="1050" b="1">
                <a:solidFill>
                  <a:srgbClr val="307FE2"/>
                </a:solidFill>
                <a:latin typeface="Montserrat"/>
                <a:ea typeface="Montserrat"/>
                <a:cs typeface="Montserrat"/>
              </a:defRPr>
            </a:lvl7pPr>
            <a:lvl8pPr algn="l">
              <a:defRPr sz="1050" b="1">
                <a:solidFill>
                  <a:srgbClr val="307FE2"/>
                </a:solidFill>
                <a:latin typeface="Montserrat"/>
                <a:ea typeface="Montserrat"/>
                <a:cs typeface="Montserrat"/>
              </a:defRPr>
            </a:lvl8pPr>
            <a:lvl9pPr algn="l">
              <a:defRPr sz="1050" b="1">
                <a:solidFill>
                  <a:srgbClr val="307FE2"/>
                </a:solidFill>
                <a:latin typeface="Montserrat"/>
                <a:ea typeface="Montserrat"/>
                <a:cs typeface="Montserrat"/>
              </a:defRPr>
            </a:lvl9pPr>
          </a:lstStyle>
          <a:p xmlns:a="http://schemas.openxmlformats.org/drawingml/2006/main">
            <a:pPr algn="l">
              <a:defRPr sz="1050" b="1">
                <a:solidFill>
                  <a:srgbClr val="307FE2"/>
                </a:solidFill>
                <a:latin typeface="Montserrat"/>
                <a:ea typeface="Montserrat"/>
                <a:cs typeface="Montserrat"/>
              </a:defRPr>
            </a:pPr>
            <a:r>
              <a:rPr sz="1050" b="1">
                <a:solidFill>
                  <a:srgbClr val="307FE2"/>
                </a:solidFill>
                <a:latin typeface="Montserrat"/>
                <a:ea typeface="Montserrat"/>
                <a:cs typeface="Montserrat"/>
              </a:rPr>
              <a:t>// EXERCISE 1 · DEPLOY</a:t>
            </a:r>
          </a:p>
        </p:txBody>
      </p:sp>
      <p:sp>
        <p:nvSpPr>
          <p:cNvPr id="59" name="">
            <a:extLst xmlns:a="http://schemas.openxmlformats.org/drawingml/2006/main">
              <a:ext uri="{FF2B5EF4-FFF2-40B4-BE49-F238E27FC236}">
                <a16:creationId xmlns:a16="http://schemas.microsoft.com/office/drawing/2014/main" id="{729BEED7-C77E-47E2-8202-C0F853AE3F1A}"/>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94A3B8"/>
                </a:solidFill>
                <a:latin typeface="Montserrat"/>
                <a:ea typeface="Montserrat"/>
                <a:cs typeface="Montserrat"/>
              </a:defRPr>
            </a:defPPr>
            <a:lvl1pPr algn="r">
              <a:defRPr sz="900" b="0">
                <a:solidFill>
                  <a:srgbClr val="94A3B8"/>
                </a:solidFill>
                <a:latin typeface="Montserrat"/>
                <a:ea typeface="Montserrat"/>
                <a:cs typeface="Montserrat"/>
              </a:defRPr>
            </a:lvl1pPr>
            <a:lvl2pPr algn="r">
              <a:defRPr sz="900" b="0">
                <a:solidFill>
                  <a:srgbClr val="94A3B8"/>
                </a:solidFill>
                <a:latin typeface="Montserrat"/>
                <a:ea typeface="Montserrat"/>
                <a:cs typeface="Montserrat"/>
              </a:defRPr>
            </a:lvl2pPr>
            <a:lvl3pPr algn="r">
              <a:defRPr sz="900" b="0">
                <a:solidFill>
                  <a:srgbClr val="94A3B8"/>
                </a:solidFill>
                <a:latin typeface="Montserrat"/>
                <a:ea typeface="Montserrat"/>
                <a:cs typeface="Montserrat"/>
              </a:defRPr>
            </a:lvl3pPr>
            <a:lvl4pPr algn="r">
              <a:defRPr sz="900" b="0">
                <a:solidFill>
                  <a:srgbClr val="94A3B8"/>
                </a:solidFill>
                <a:latin typeface="Montserrat"/>
                <a:ea typeface="Montserrat"/>
                <a:cs typeface="Montserrat"/>
              </a:defRPr>
            </a:lvl4pPr>
            <a:lvl5pPr algn="r">
              <a:defRPr sz="900" b="0">
                <a:solidFill>
                  <a:srgbClr val="94A3B8"/>
                </a:solidFill>
                <a:latin typeface="Montserrat"/>
                <a:ea typeface="Montserrat"/>
                <a:cs typeface="Montserrat"/>
              </a:defRPr>
            </a:lvl5pPr>
            <a:lvl6pPr algn="r">
              <a:defRPr sz="900" b="0">
                <a:solidFill>
                  <a:srgbClr val="94A3B8"/>
                </a:solidFill>
                <a:latin typeface="Montserrat"/>
                <a:ea typeface="Montserrat"/>
                <a:cs typeface="Montserrat"/>
              </a:defRPr>
            </a:lvl6pPr>
            <a:lvl7pPr algn="r">
              <a:defRPr sz="900" b="0">
                <a:solidFill>
                  <a:srgbClr val="94A3B8"/>
                </a:solidFill>
                <a:latin typeface="Montserrat"/>
                <a:ea typeface="Montserrat"/>
                <a:cs typeface="Montserrat"/>
              </a:defRPr>
            </a:lvl7pPr>
            <a:lvl8pPr algn="r">
              <a:defRPr sz="900" b="0">
                <a:solidFill>
                  <a:srgbClr val="94A3B8"/>
                </a:solidFill>
                <a:latin typeface="Montserrat"/>
                <a:ea typeface="Montserrat"/>
                <a:cs typeface="Montserrat"/>
              </a:defRPr>
            </a:lvl8pPr>
            <a:lvl9pPr algn="r">
              <a:defRPr sz="900" b="0">
                <a:solidFill>
                  <a:srgbClr val="94A3B8"/>
                </a:solidFill>
                <a:latin typeface="Montserrat"/>
                <a:ea typeface="Montserrat"/>
                <a:cs typeface="Montserrat"/>
              </a:defRPr>
            </a:lvl9pPr>
          </a:lstStyle>
          <a:p xmlns:a="http://schemas.openxmlformats.org/drawingml/2006/main">
            <a:pPr algn="r">
              <a:defRPr sz="900" b="0">
                <a:solidFill>
                  <a:srgbClr val="94A3B8"/>
                </a:solidFill>
                <a:latin typeface="Montserrat"/>
                <a:ea typeface="Montserrat"/>
                <a:cs typeface="Montserrat"/>
              </a:defRPr>
            </a:pPr>
            <a:r>
              <a:rPr sz="900" b="0">
                <a:solidFill>
                  <a:srgbClr val="94A3B8"/>
                </a:solidFill>
                <a:latin typeface="Montserrat"/>
                <a:ea typeface="Montserrat"/>
                <a:cs typeface="Montserrat"/>
              </a:rPr>
              <a:t>1:40–2:30</a:t>
            </a:r>
          </a:p>
        </p:txBody>
      </p:sp>
      <p:sp>
        <p:nvSpPr>
          <p:cNvPr id="60" name="">
            <a:extLst xmlns:a="http://schemas.openxmlformats.org/drawingml/2006/main">
              <a:ext uri="{FF2B5EF4-FFF2-40B4-BE49-F238E27FC236}">
                <a16:creationId xmlns:a16="http://schemas.microsoft.com/office/drawing/2014/main" id="{2AB1451F-6108-4A42-9173-FBB8D4A77952}"/>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Save the website to GitHub</a:t>
            </a:r>
          </a:p>
        </p:txBody>
      </p:sp>
      <p:sp>
        <p:nvSpPr>
          <p:cNvPr id="61" name="">
            <a:extLst xmlns:a="http://schemas.openxmlformats.org/drawingml/2006/main">
              <a:ext uri="{FF2B5EF4-FFF2-40B4-BE49-F238E27FC236}">
                <a16:creationId xmlns:a16="http://schemas.microsoft.com/office/drawing/2014/main" id="{C6694F58-5A77-422E-9569-EA989700599E}"/>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THE CHECKED FILE · THE RIGHT REPOSITORY</a:t>
            </a:r>
          </a:p>
        </p:txBody>
      </p:sp>
      <p:sp>
        <p:nvSpPr>
          <p:cNvPr id="62" name="">
            <a:extLst xmlns:a="http://schemas.openxmlformats.org/drawingml/2006/main">
              <a:ext uri="{FF2B5EF4-FFF2-40B4-BE49-F238E27FC236}">
                <a16:creationId xmlns:a16="http://schemas.microsoft.com/office/drawing/2014/main" id="{0A7BF18B-9BCD-489A-857D-9FF870722322}"/>
              </a:ext>
            </a:extLst>
          </p:cNvPr>
          <p:cNvSpPr>
            <a:spLocks xmlns:a="http://schemas.openxmlformats.org/drawingml/2006/main" noGrp="1"/>
          </p:cNvSpPr>
          <p:nvPr/>
        </p:nvSpPr>
        <p:spPr>
          <a:xfrm xmlns:a="http://schemas.openxmlformats.org/drawingml/2006/main">
            <a:off x="647700" y="2009775"/>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63" name="">
            <a:extLst xmlns:a="http://schemas.openxmlformats.org/drawingml/2006/main">
              <a:ext uri="{FF2B5EF4-FFF2-40B4-BE49-F238E27FC236}">
                <a16:creationId xmlns:a16="http://schemas.microsoft.com/office/drawing/2014/main" id="{23C16D91-D420-4D65-8D95-234AE7D5E0E1}"/>
              </a:ext>
            </a:extLst>
          </p:cNvPr>
          <p:cNvSpPr>
            <a:spLocks xmlns:a="http://schemas.openxmlformats.org/drawingml/2006/main" noGrp="1"/>
          </p:cNvSpPr>
          <p:nvPr/>
        </p:nvSpPr>
        <p:spPr>
          <a:xfrm xmlns:a="http://schemas.openxmlformats.org/drawingml/2006/main">
            <a:off x="742950"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01</a:t>
            </a:r>
          </a:p>
        </p:txBody>
      </p:sp>
      <p:sp>
        <p:nvSpPr>
          <p:cNvPr id="64" name="">
            <a:extLst xmlns:a="http://schemas.openxmlformats.org/drawingml/2006/main">
              <a:ext uri="{FF2B5EF4-FFF2-40B4-BE49-F238E27FC236}">
                <a16:creationId xmlns:a16="http://schemas.microsoft.com/office/drawing/2014/main" id="{6B3DD36C-8382-4448-A889-EF5A81503D8E}"/>
              </a:ext>
            </a:extLst>
          </p:cNvPr>
          <p:cNvSpPr>
            <a:spLocks xmlns:a="http://schemas.openxmlformats.org/drawingml/2006/main" noGrp="1"/>
          </p:cNvSpPr>
          <p:nvPr/>
        </p:nvSpPr>
        <p:spPr>
          <a:xfrm xmlns:a="http://schemas.openxmlformats.org/drawingml/2006/main">
            <a:off x="742950"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Open my-first-site</a:t>
            </a:r>
          </a:p>
        </p:txBody>
      </p:sp>
      <p:sp>
        <p:nvSpPr>
          <p:cNvPr id="65" name="">
            <a:extLst xmlns:a="http://schemas.openxmlformats.org/drawingml/2006/main">
              <a:ext uri="{FF2B5EF4-FFF2-40B4-BE49-F238E27FC236}">
                <a16:creationId xmlns:a16="http://schemas.microsoft.com/office/drawing/2014/main" id="{2ABA178E-21CE-4E40-84C6-FE6D3AE064DE}"/>
              </a:ext>
            </a:extLst>
          </p:cNvPr>
          <p:cNvSpPr>
            <a:spLocks xmlns:a="http://schemas.openxmlformats.org/drawingml/2006/main" noGrp="1"/>
          </p:cNvSpPr>
          <p:nvPr/>
        </p:nvSpPr>
        <p:spPr>
          <a:xfrm xmlns:a="http://schemas.openxmlformats.org/drawingml/2006/main">
            <a:off x="742950"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Check the owner and repository name before uploading anything.</a:t>
            </a:r>
          </a:p>
        </p:txBody>
      </p:sp>
      <p:sp>
        <p:nvSpPr>
          <p:cNvPr id="66" name="">
            <a:extLst xmlns:a="http://schemas.openxmlformats.org/drawingml/2006/main">
              <a:ext uri="{FF2B5EF4-FFF2-40B4-BE49-F238E27FC236}">
                <a16:creationId xmlns:a16="http://schemas.microsoft.com/office/drawing/2014/main" id="{731597E6-36BA-4A06-9D9A-C9A4426E8CF1}"/>
              </a:ext>
            </a:extLst>
          </p:cNvPr>
          <p:cNvSpPr>
            <a:spLocks xmlns:a="http://schemas.openxmlformats.org/drawingml/2006/main" noGrp="1"/>
          </p:cNvSpPr>
          <p:nvPr/>
        </p:nvSpPr>
        <p:spPr>
          <a:xfrm xmlns:a="http://schemas.openxmlformats.org/drawingml/2006/main">
            <a:off x="3362325"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67" name="">
            <a:extLst xmlns:a="http://schemas.openxmlformats.org/drawingml/2006/main">
              <a:ext uri="{FF2B5EF4-FFF2-40B4-BE49-F238E27FC236}">
                <a16:creationId xmlns:a16="http://schemas.microsoft.com/office/drawing/2014/main" id="{E9AF6AFB-231F-49CE-B948-421DC8F68443}"/>
              </a:ext>
            </a:extLst>
          </p:cNvPr>
          <p:cNvSpPr>
            <a:spLocks xmlns:a="http://schemas.openxmlformats.org/drawingml/2006/main" noGrp="1"/>
          </p:cNvSpPr>
          <p:nvPr/>
        </p:nvSpPr>
        <p:spPr>
          <a:xfrm xmlns:a="http://schemas.openxmlformats.org/drawingml/2006/main">
            <a:off x="3476625"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02</a:t>
            </a:r>
          </a:p>
        </p:txBody>
      </p:sp>
      <p:sp>
        <p:nvSpPr>
          <p:cNvPr id="68" name="">
            <a:extLst xmlns:a="http://schemas.openxmlformats.org/drawingml/2006/main">
              <a:ext uri="{FF2B5EF4-FFF2-40B4-BE49-F238E27FC236}">
                <a16:creationId xmlns:a16="http://schemas.microsoft.com/office/drawing/2014/main" id="{A8898EC2-B2A9-4600-A729-1A4224FF3BD1}"/>
              </a:ext>
            </a:extLst>
          </p:cNvPr>
          <p:cNvSpPr>
            <a:spLocks xmlns:a="http://schemas.openxmlformats.org/drawingml/2006/main" noGrp="1"/>
          </p:cNvSpPr>
          <p:nvPr/>
        </p:nvSpPr>
        <p:spPr>
          <a:xfrm xmlns:a="http://schemas.openxmlformats.org/drawingml/2006/main">
            <a:off x="3476625"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Upload the files</a:t>
            </a:r>
          </a:p>
        </p:txBody>
      </p:sp>
      <p:sp>
        <p:nvSpPr>
          <p:cNvPr id="69" name="">
            <a:extLst xmlns:a="http://schemas.openxmlformats.org/drawingml/2006/main">
              <a:ext uri="{FF2B5EF4-FFF2-40B4-BE49-F238E27FC236}">
                <a16:creationId xmlns:a16="http://schemas.microsoft.com/office/drawing/2014/main" id="{D65E4ECB-ADE2-48C3-B24C-95BB8CC71D33}"/>
              </a:ext>
            </a:extLst>
          </p:cNvPr>
          <p:cNvSpPr>
            <a:spLocks xmlns:a="http://schemas.openxmlformats.org/drawingml/2006/main" noGrp="1"/>
          </p:cNvSpPr>
          <p:nvPr/>
        </p:nvSpPr>
        <p:spPr>
          <a:xfrm xmlns:a="http://schemas.openxmlformats.org/drawingml/2006/main">
            <a:off x="3476625"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Put index.html and its supporting files at the expected root.</a:t>
            </a:r>
          </a:p>
        </p:txBody>
      </p:sp>
      <p:sp>
        <p:nvSpPr>
          <p:cNvPr id="70" name="">
            <a:extLst xmlns:a="http://schemas.openxmlformats.org/drawingml/2006/main">
              <a:ext uri="{FF2B5EF4-FFF2-40B4-BE49-F238E27FC236}">
                <a16:creationId xmlns:a16="http://schemas.microsoft.com/office/drawing/2014/main" id="{47B4DCF5-A77C-43A5-8905-004A6579F9EB}"/>
              </a:ext>
            </a:extLst>
          </p:cNvPr>
          <p:cNvSpPr>
            <a:spLocks xmlns:a="http://schemas.openxmlformats.org/drawingml/2006/main" noGrp="1"/>
          </p:cNvSpPr>
          <p:nvPr/>
        </p:nvSpPr>
        <p:spPr>
          <a:xfrm xmlns:a="http://schemas.openxmlformats.org/drawingml/2006/main">
            <a:off x="6096000"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71" name="">
            <a:extLst xmlns:a="http://schemas.openxmlformats.org/drawingml/2006/main">
              <a:ext uri="{FF2B5EF4-FFF2-40B4-BE49-F238E27FC236}">
                <a16:creationId xmlns:a16="http://schemas.microsoft.com/office/drawing/2014/main" id="{F73F8888-C0B3-4F2C-8271-F963B4760351}"/>
              </a:ext>
            </a:extLst>
          </p:cNvPr>
          <p:cNvSpPr>
            <a:spLocks xmlns:a="http://schemas.openxmlformats.org/drawingml/2006/main" noGrp="1"/>
          </p:cNvSpPr>
          <p:nvPr/>
        </p:nvSpPr>
        <p:spPr>
          <a:xfrm xmlns:a="http://schemas.openxmlformats.org/drawingml/2006/main">
            <a:off x="6210300"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03</a:t>
            </a:r>
          </a:p>
        </p:txBody>
      </p:sp>
      <p:sp>
        <p:nvSpPr>
          <p:cNvPr id="72" name="">
            <a:extLst xmlns:a="http://schemas.openxmlformats.org/drawingml/2006/main">
              <a:ext uri="{FF2B5EF4-FFF2-40B4-BE49-F238E27FC236}">
                <a16:creationId xmlns:a16="http://schemas.microsoft.com/office/drawing/2014/main" id="{DAE79F44-46E1-459E-BD6C-3E45454AAA7E}"/>
              </a:ext>
            </a:extLst>
          </p:cNvPr>
          <p:cNvSpPr>
            <a:spLocks xmlns:a="http://schemas.openxmlformats.org/drawingml/2006/main" noGrp="1"/>
          </p:cNvSpPr>
          <p:nvPr/>
        </p:nvSpPr>
        <p:spPr>
          <a:xfrm xmlns:a="http://schemas.openxmlformats.org/drawingml/2006/main">
            <a:off x="6210300"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Name the save</a:t>
            </a:r>
          </a:p>
        </p:txBody>
      </p:sp>
      <p:sp>
        <p:nvSpPr>
          <p:cNvPr id="73" name="">
            <a:extLst xmlns:a="http://schemas.openxmlformats.org/drawingml/2006/main">
              <a:ext uri="{FF2B5EF4-FFF2-40B4-BE49-F238E27FC236}">
                <a16:creationId xmlns:a16="http://schemas.microsoft.com/office/drawing/2014/main" id="{E7B18B9E-4321-4CFF-A30E-5A71F78E29F4}"/>
              </a:ext>
            </a:extLst>
          </p:cNvPr>
          <p:cNvSpPr>
            <a:spLocks xmlns:a="http://schemas.openxmlformats.org/drawingml/2006/main" noGrp="1"/>
          </p:cNvSpPr>
          <p:nvPr/>
        </p:nvSpPr>
        <p:spPr>
          <a:xfrm xmlns:a="http://schemas.openxmlformats.org/drawingml/2006/main">
            <a:off x="6210300"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Use a commit message that says what changed.</a:t>
            </a:r>
          </a:p>
        </p:txBody>
      </p:sp>
      <p:sp>
        <p:nvSpPr>
          <p:cNvPr id="74" name="">
            <a:extLst xmlns:a="http://schemas.openxmlformats.org/drawingml/2006/main">
              <a:ext uri="{FF2B5EF4-FFF2-40B4-BE49-F238E27FC236}">
                <a16:creationId xmlns:a16="http://schemas.microsoft.com/office/drawing/2014/main" id="{A3E83591-9254-4914-9B97-E1727BC7618E}"/>
              </a:ext>
            </a:extLst>
          </p:cNvPr>
          <p:cNvSpPr>
            <a:spLocks xmlns:a="http://schemas.openxmlformats.org/drawingml/2006/main" noGrp="1"/>
          </p:cNvSpPr>
          <p:nvPr/>
        </p:nvSpPr>
        <p:spPr>
          <a:xfrm xmlns:a="http://schemas.openxmlformats.org/drawingml/2006/main">
            <a:off x="8829675"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75" name="">
            <a:extLst xmlns:a="http://schemas.openxmlformats.org/drawingml/2006/main">
              <a:ext uri="{FF2B5EF4-FFF2-40B4-BE49-F238E27FC236}">
                <a16:creationId xmlns:a16="http://schemas.microsoft.com/office/drawing/2014/main" id="{0E59EE10-07A4-4C4D-80BC-6E7D701C2303}"/>
              </a:ext>
            </a:extLst>
          </p:cNvPr>
          <p:cNvSpPr>
            <a:spLocks xmlns:a="http://schemas.openxmlformats.org/drawingml/2006/main" noGrp="1"/>
          </p:cNvSpPr>
          <p:nvPr/>
        </p:nvSpPr>
        <p:spPr>
          <a:xfrm xmlns:a="http://schemas.openxmlformats.org/drawingml/2006/main">
            <a:off x="8943975"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04</a:t>
            </a:r>
          </a:p>
        </p:txBody>
      </p:sp>
      <p:sp>
        <p:nvSpPr>
          <p:cNvPr id="76" name="">
            <a:extLst xmlns:a="http://schemas.openxmlformats.org/drawingml/2006/main">
              <a:ext uri="{FF2B5EF4-FFF2-40B4-BE49-F238E27FC236}">
                <a16:creationId xmlns:a16="http://schemas.microsoft.com/office/drawing/2014/main" id="{FC17A3EC-141A-458C-BD10-1F7B1A7BC883}"/>
              </a:ext>
            </a:extLst>
          </p:cNvPr>
          <p:cNvSpPr>
            <a:spLocks xmlns:a="http://schemas.openxmlformats.org/drawingml/2006/main" noGrp="1"/>
          </p:cNvSpPr>
          <p:nvPr/>
        </p:nvSpPr>
        <p:spPr>
          <a:xfrm xmlns:a="http://schemas.openxmlformats.org/drawingml/2006/main">
            <a:off x="8943975"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Read it back</a:t>
            </a:r>
          </a:p>
        </p:txBody>
      </p:sp>
      <p:sp>
        <p:nvSpPr>
          <p:cNvPr id="77" name="">
            <a:extLst xmlns:a="http://schemas.openxmlformats.org/drawingml/2006/main">
              <a:ext uri="{FF2B5EF4-FFF2-40B4-BE49-F238E27FC236}">
                <a16:creationId xmlns:a16="http://schemas.microsoft.com/office/drawing/2014/main" id="{9B4ABFDB-8C5A-42D5-9AC9-078F70492ED5}"/>
              </a:ext>
            </a:extLst>
          </p:cNvPr>
          <p:cNvSpPr>
            <a:spLocks xmlns:a="http://schemas.openxmlformats.org/drawingml/2006/main" noGrp="1"/>
          </p:cNvSpPr>
          <p:nvPr/>
        </p:nvSpPr>
        <p:spPr>
          <a:xfrm xmlns:a="http://schemas.openxmlformats.org/drawingml/2006/main">
            <a:off x="8943975"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Open index.html on GitHub and confirm a distinctive sentence.</a:t>
            </a:r>
          </a:p>
        </p:txBody>
      </p:sp>
      <p:sp>
        <p:nvSpPr>
          <p:cNvPr id="78" name="">
            <a:extLst xmlns:a="http://schemas.openxmlformats.org/drawingml/2006/main">
              <a:ext uri="{FF2B5EF4-FFF2-40B4-BE49-F238E27FC236}">
                <a16:creationId xmlns:a16="http://schemas.microsoft.com/office/drawing/2014/main" id="{A52D46F4-0848-4C10-8F18-E0639AE41801}"/>
              </a:ext>
            </a:extLst>
          </p:cNvPr>
          <p:cNvSpPr>
            <a:spLocks xmlns:a="http://schemas.openxmlformats.org/drawingml/2006/main" noGrp="1"/>
          </p:cNvSpPr>
          <p:nvPr/>
        </p:nvSpPr>
        <p:spPr>
          <a:xfrm xmlns:a="http://schemas.openxmlformats.org/drawingml/2006/main">
            <a:off x="647700" y="470535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79" name="">
            <a:extLst xmlns:a="http://schemas.openxmlformats.org/drawingml/2006/main">
              <a:ext uri="{FF2B5EF4-FFF2-40B4-BE49-F238E27FC236}">
                <a16:creationId xmlns:a16="http://schemas.microsoft.com/office/drawing/2014/main" id="{FD431DEA-2620-4C08-A761-49E7506AE564}"/>
              </a:ext>
            </a:extLst>
          </p:cNvPr>
          <p:cNvSpPr>
            <a:spLocks xmlns:a="http://schemas.openxmlformats.org/drawingml/2006/main" noGrp="1"/>
          </p:cNvSpPr>
          <p:nvPr/>
        </p:nvSpPr>
        <p:spPr>
          <a:xfrm xmlns:a="http://schemas.openxmlformats.org/drawingml/2006/main">
            <a:off x="742950" y="49530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GitHub now holds the checked website version under your account.</a:t>
            </a:r>
          </a:p>
        </p:txBody>
      </p:sp>
      <p:sp>
        <p:nvSpPr>
          <p:cNvPr id="80" name="">
            <a:extLst xmlns:a="http://schemas.openxmlformats.org/drawingml/2006/main">
              <a:ext uri="{FF2B5EF4-FFF2-40B4-BE49-F238E27FC236}">
                <a16:creationId xmlns:a16="http://schemas.microsoft.com/office/drawing/2014/main" id="{F0783356-45C9-4FE3-A2D4-B0188547DE9D}"/>
              </a:ext>
            </a:extLst>
          </p:cNvPr>
          <p:cNvSpPr>
            <a:spLocks xmlns:a="http://schemas.openxmlformats.org/drawingml/2006/main" noGrp="1"/>
          </p:cNvSpPr>
          <p:nvPr/>
        </p:nvSpPr>
        <p:spPr>
          <a:xfrm xmlns:a="http://schemas.openxmlformats.org/drawingml/2006/main">
            <a:off x="3667125" y="6381750"/>
            <a:ext cx="4857750" cy="0"/>
          </a:xfrm>
          <a:prstGeom xmlns:a="http://schemas.openxmlformats.org/drawingml/2006/main" prst="line">
            <a:avLst/>
          </a:prstGeom>
          <a:noFill xmlns:a="http://schemas.openxmlformats.org/drawingml/2006/main"/>
          <a:ln xmlns:a="http://schemas.openxmlformats.org/drawingml/2006/main" w="5715">
            <a:solidFill>
              <a:srgbClr val="D8E2EF"/>
            </a:solidFill>
            <a:prstDash val="solid"/>
          </a:ln>
        </p:spPr>
      </p:sp>
      <p:sp>
        <p:nvSpPr>
          <p:cNvPr id="81" name="">
            <a:extLst xmlns:a="http://schemas.openxmlformats.org/drawingml/2006/main">
              <a:ext uri="{FF2B5EF4-FFF2-40B4-BE49-F238E27FC236}">
                <a16:creationId xmlns:a16="http://schemas.microsoft.com/office/drawing/2014/main" id="{52A5ECF8-DABD-4BCE-8A4F-ADA1521B9330}"/>
              </a:ext>
            </a:extLst>
          </p:cNvPr>
          <p:cNvSpPr>
            <a:spLocks xmlns:a="http://schemas.openxmlformats.org/drawingml/2006/main" noGrp="1"/>
          </p:cNvSpPr>
          <p:nvPr/>
        </p:nvSpPr>
        <p:spPr>
          <a:xfrm xmlns:a="http://schemas.openxmlformats.org/drawingml/2006/main">
            <a:off x="7191375" y="6381750"/>
            <a:ext cx="723900" cy="0"/>
          </a:xfrm>
          <a:prstGeom xmlns:a="http://schemas.openxmlformats.org/drawingml/2006/main" prst="line">
            <a:avLst/>
          </a:prstGeom>
          <a:noFill xmlns:a="http://schemas.openxmlformats.org/drawingml/2006/main"/>
          <a:ln xmlns:a="http://schemas.openxmlformats.org/drawingml/2006/main" w="28575">
            <a:solidFill>
              <a:srgbClr val="EF8B39"/>
            </a:solidFill>
            <a:prstDash val="solid"/>
          </a:ln>
        </p:spPr>
      </p:sp>
      <p:sp>
        <p:nvSpPr>
          <p:cNvPr id="82" name="">
            <a:extLst xmlns:a="http://schemas.openxmlformats.org/drawingml/2006/main">
              <a:ext uri="{FF2B5EF4-FFF2-40B4-BE49-F238E27FC236}">
                <a16:creationId xmlns:a16="http://schemas.microsoft.com/office/drawing/2014/main" id="{EDC3C21E-253D-446D-B9C8-2B8C70528B26}"/>
              </a:ext>
            </a:extLst>
          </p:cNvPr>
          <p:cNvSpPr>
            <a:spLocks xmlns:a="http://schemas.openxmlformats.org/drawingml/2006/main" noGrp="1"/>
          </p:cNvSpPr>
          <p:nvPr/>
        </p:nvSpPr>
        <p:spPr>
          <a:xfrm xmlns:a="http://schemas.openxmlformats.org/drawingml/2006/main">
            <a:off x="36337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83" name="">
            <a:extLst xmlns:a="http://schemas.openxmlformats.org/drawingml/2006/main">
              <a:ext uri="{FF2B5EF4-FFF2-40B4-BE49-F238E27FC236}">
                <a16:creationId xmlns:a16="http://schemas.microsoft.com/office/drawing/2014/main" id="{4F70A4DD-DB05-4CEA-B972-7FA3AB4EEA4F}"/>
              </a:ext>
            </a:extLst>
          </p:cNvPr>
          <p:cNvSpPr>
            <a:spLocks xmlns:a="http://schemas.openxmlformats.org/drawingml/2006/main" noGrp="1"/>
          </p:cNvSpPr>
          <p:nvPr/>
        </p:nvSpPr>
        <p:spPr>
          <a:xfrm xmlns:a="http://schemas.openxmlformats.org/drawingml/2006/main">
            <a:off x="32670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PLAN</a:t>
            </a:r>
          </a:p>
        </p:txBody>
      </p:sp>
      <p:sp>
        <p:nvSpPr>
          <p:cNvPr id="84" name="">
            <a:extLst xmlns:a="http://schemas.openxmlformats.org/drawingml/2006/main">
              <a:ext uri="{FF2B5EF4-FFF2-40B4-BE49-F238E27FC236}">
                <a16:creationId xmlns:a16="http://schemas.microsoft.com/office/drawing/2014/main" id="{4984D7F8-5DBE-4D5C-B1FC-E3C2111D6FA0}"/>
              </a:ext>
            </a:extLst>
          </p:cNvPr>
          <p:cNvSpPr>
            <a:spLocks xmlns:a="http://schemas.openxmlformats.org/drawingml/2006/main" noGrp="1"/>
          </p:cNvSpPr>
          <p:nvPr/>
        </p:nvSpPr>
        <p:spPr>
          <a:xfrm xmlns:a="http://schemas.openxmlformats.org/drawingml/2006/main">
            <a:off x="46053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85" name="">
            <a:extLst xmlns:a="http://schemas.openxmlformats.org/drawingml/2006/main">
              <a:ext uri="{FF2B5EF4-FFF2-40B4-BE49-F238E27FC236}">
                <a16:creationId xmlns:a16="http://schemas.microsoft.com/office/drawing/2014/main" id="{14122A9B-E21C-45CA-8177-36E493C5D086}"/>
              </a:ext>
            </a:extLst>
          </p:cNvPr>
          <p:cNvSpPr>
            <a:spLocks xmlns:a="http://schemas.openxmlformats.org/drawingml/2006/main" noGrp="1"/>
          </p:cNvSpPr>
          <p:nvPr/>
        </p:nvSpPr>
        <p:spPr>
          <a:xfrm xmlns:a="http://schemas.openxmlformats.org/drawingml/2006/main">
            <a:off x="42386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DESIGN</a:t>
            </a:r>
          </a:p>
        </p:txBody>
      </p:sp>
      <p:sp>
        <p:nvSpPr>
          <p:cNvPr id="86" name="">
            <a:extLst xmlns:a="http://schemas.openxmlformats.org/drawingml/2006/main">
              <a:ext uri="{FF2B5EF4-FFF2-40B4-BE49-F238E27FC236}">
                <a16:creationId xmlns:a16="http://schemas.microsoft.com/office/drawing/2014/main" id="{E9F08600-F1A0-473B-A1F9-53D828ECB6A1}"/>
              </a:ext>
            </a:extLst>
          </p:cNvPr>
          <p:cNvSpPr>
            <a:spLocks xmlns:a="http://schemas.openxmlformats.org/drawingml/2006/main" noGrp="1"/>
          </p:cNvSpPr>
          <p:nvPr/>
        </p:nvSpPr>
        <p:spPr>
          <a:xfrm xmlns:a="http://schemas.openxmlformats.org/drawingml/2006/main">
            <a:off x="55768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87" name="">
            <a:extLst xmlns:a="http://schemas.openxmlformats.org/drawingml/2006/main">
              <a:ext uri="{FF2B5EF4-FFF2-40B4-BE49-F238E27FC236}">
                <a16:creationId xmlns:a16="http://schemas.microsoft.com/office/drawing/2014/main" id="{6CBB5607-3CD4-4C04-B339-4425233FEF21}"/>
              </a:ext>
            </a:extLst>
          </p:cNvPr>
          <p:cNvSpPr>
            <a:spLocks xmlns:a="http://schemas.openxmlformats.org/drawingml/2006/main" noGrp="1"/>
          </p:cNvSpPr>
          <p:nvPr/>
        </p:nvSpPr>
        <p:spPr>
          <a:xfrm xmlns:a="http://schemas.openxmlformats.org/drawingml/2006/main">
            <a:off x="52101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BUILD</a:t>
            </a:r>
          </a:p>
        </p:txBody>
      </p:sp>
      <p:sp>
        <p:nvSpPr>
          <p:cNvPr id="88" name="">
            <a:extLst xmlns:a="http://schemas.openxmlformats.org/drawingml/2006/main">
              <a:ext uri="{FF2B5EF4-FFF2-40B4-BE49-F238E27FC236}">
                <a16:creationId xmlns:a16="http://schemas.microsoft.com/office/drawing/2014/main" id="{50EA291A-09D3-4443-9897-2D77DCBAA2E6}"/>
              </a:ext>
            </a:extLst>
          </p:cNvPr>
          <p:cNvSpPr>
            <a:spLocks xmlns:a="http://schemas.openxmlformats.org/drawingml/2006/main" noGrp="1"/>
          </p:cNvSpPr>
          <p:nvPr/>
        </p:nvSpPr>
        <p:spPr>
          <a:xfrm xmlns:a="http://schemas.openxmlformats.org/drawingml/2006/main">
            <a:off x="65484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89" name="">
            <a:extLst xmlns:a="http://schemas.openxmlformats.org/drawingml/2006/main">
              <a:ext uri="{FF2B5EF4-FFF2-40B4-BE49-F238E27FC236}">
                <a16:creationId xmlns:a16="http://schemas.microsoft.com/office/drawing/2014/main" id="{B351E76D-0426-43BB-8FE8-5B749161D581}"/>
              </a:ext>
            </a:extLst>
          </p:cNvPr>
          <p:cNvSpPr>
            <a:spLocks xmlns:a="http://schemas.openxmlformats.org/drawingml/2006/main" noGrp="1"/>
          </p:cNvSpPr>
          <p:nvPr/>
        </p:nvSpPr>
        <p:spPr>
          <a:xfrm xmlns:a="http://schemas.openxmlformats.org/drawingml/2006/main">
            <a:off x="61817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TEST</a:t>
            </a:r>
          </a:p>
        </p:txBody>
      </p:sp>
      <p:sp>
        <p:nvSpPr>
          <p:cNvPr id="90" name="">
            <a:extLst xmlns:a="http://schemas.openxmlformats.org/drawingml/2006/main">
              <a:ext uri="{FF2B5EF4-FFF2-40B4-BE49-F238E27FC236}">
                <a16:creationId xmlns:a16="http://schemas.microsoft.com/office/drawing/2014/main" id="{6B0B897C-B33C-4F77-8B7A-541518D01544}"/>
              </a:ext>
            </a:extLst>
          </p:cNvPr>
          <p:cNvSpPr>
            <a:spLocks xmlns:a="http://schemas.openxmlformats.org/drawingml/2006/main" noGrp="1"/>
          </p:cNvSpPr>
          <p:nvPr/>
        </p:nvSpPr>
        <p:spPr>
          <a:xfrm xmlns:a="http://schemas.openxmlformats.org/drawingml/2006/main">
            <a:off x="7505700" y="6334125"/>
            <a:ext cx="95250" cy="95250"/>
          </a:xfrm>
          <a:prstGeom xmlns:a="http://schemas.openxmlformats.org/drawingml/2006/main" prst="ellipse">
            <a:avLst/>
          </a:prstGeom>
          <a:solidFill xmlns:a="http://schemas.openxmlformats.org/drawingml/2006/main">
            <a:srgbClr val="EF8B39"/>
          </a:solidFill>
          <a:ln xmlns:a="http://schemas.openxmlformats.org/drawingml/2006/main" w="9525">
            <a:solidFill>
              <a:srgbClr val="EF8B39"/>
            </a:solidFill>
            <a:prstDash val="solid"/>
          </a:ln>
        </p:spPr>
      </p:sp>
      <p:sp>
        <p:nvSpPr>
          <p:cNvPr id="91" name="">
            <a:extLst xmlns:a="http://schemas.openxmlformats.org/drawingml/2006/main">
              <a:ext uri="{FF2B5EF4-FFF2-40B4-BE49-F238E27FC236}">
                <a16:creationId xmlns:a16="http://schemas.microsoft.com/office/drawing/2014/main" id="{D90CD3E3-0607-4930-9854-8AFB712F1917}"/>
              </a:ext>
            </a:extLst>
          </p:cNvPr>
          <p:cNvSpPr>
            <a:spLocks xmlns:a="http://schemas.openxmlformats.org/drawingml/2006/main" noGrp="1"/>
          </p:cNvSpPr>
          <p:nvPr/>
        </p:nvSpPr>
        <p:spPr>
          <a:xfrm xmlns:a="http://schemas.openxmlformats.org/drawingml/2006/main">
            <a:off x="71532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1">
                <a:solidFill>
                  <a:srgbClr val="B93800"/>
                </a:solidFill>
                <a:latin typeface="Montserrat"/>
                <a:ea typeface="Montserrat"/>
                <a:cs typeface="Montserrat"/>
              </a:defRPr>
            </a:defPPr>
            <a:lvl1pPr algn="ctr">
              <a:defRPr sz="675" b="1">
                <a:solidFill>
                  <a:srgbClr val="B93800"/>
                </a:solidFill>
                <a:latin typeface="Montserrat"/>
                <a:ea typeface="Montserrat"/>
                <a:cs typeface="Montserrat"/>
              </a:defRPr>
            </a:lvl1pPr>
            <a:lvl2pPr algn="ctr">
              <a:defRPr sz="675" b="1">
                <a:solidFill>
                  <a:srgbClr val="B93800"/>
                </a:solidFill>
                <a:latin typeface="Montserrat"/>
                <a:ea typeface="Montserrat"/>
                <a:cs typeface="Montserrat"/>
              </a:defRPr>
            </a:lvl2pPr>
            <a:lvl3pPr algn="ctr">
              <a:defRPr sz="675" b="1">
                <a:solidFill>
                  <a:srgbClr val="B93800"/>
                </a:solidFill>
                <a:latin typeface="Montserrat"/>
                <a:ea typeface="Montserrat"/>
                <a:cs typeface="Montserrat"/>
              </a:defRPr>
            </a:lvl3pPr>
            <a:lvl4pPr algn="ctr">
              <a:defRPr sz="675" b="1">
                <a:solidFill>
                  <a:srgbClr val="B93800"/>
                </a:solidFill>
                <a:latin typeface="Montserrat"/>
                <a:ea typeface="Montserrat"/>
                <a:cs typeface="Montserrat"/>
              </a:defRPr>
            </a:lvl4pPr>
            <a:lvl5pPr algn="ctr">
              <a:defRPr sz="675" b="1">
                <a:solidFill>
                  <a:srgbClr val="B93800"/>
                </a:solidFill>
                <a:latin typeface="Montserrat"/>
                <a:ea typeface="Montserrat"/>
                <a:cs typeface="Montserrat"/>
              </a:defRPr>
            </a:lvl5pPr>
            <a:lvl6pPr algn="ctr">
              <a:defRPr sz="675" b="1">
                <a:solidFill>
                  <a:srgbClr val="B93800"/>
                </a:solidFill>
                <a:latin typeface="Montserrat"/>
                <a:ea typeface="Montserrat"/>
                <a:cs typeface="Montserrat"/>
              </a:defRPr>
            </a:lvl6pPr>
            <a:lvl7pPr algn="ctr">
              <a:defRPr sz="675" b="1">
                <a:solidFill>
                  <a:srgbClr val="B93800"/>
                </a:solidFill>
                <a:latin typeface="Montserrat"/>
                <a:ea typeface="Montserrat"/>
                <a:cs typeface="Montserrat"/>
              </a:defRPr>
            </a:lvl7pPr>
            <a:lvl8pPr algn="ctr">
              <a:defRPr sz="675" b="1">
                <a:solidFill>
                  <a:srgbClr val="B93800"/>
                </a:solidFill>
                <a:latin typeface="Montserrat"/>
                <a:ea typeface="Montserrat"/>
                <a:cs typeface="Montserrat"/>
              </a:defRPr>
            </a:lvl8pPr>
            <a:lvl9pPr algn="ctr">
              <a:defRPr sz="675" b="1">
                <a:solidFill>
                  <a:srgbClr val="B93800"/>
                </a:solidFill>
                <a:latin typeface="Montserrat"/>
                <a:ea typeface="Montserrat"/>
                <a:cs typeface="Montserrat"/>
              </a:defRPr>
            </a:lvl9pPr>
          </a:lstStyle>
          <a:p xmlns:a="http://schemas.openxmlformats.org/drawingml/2006/main">
            <a:pPr algn="ctr">
              <a:defRPr sz="675" b="1">
                <a:solidFill>
                  <a:srgbClr val="B93800"/>
                </a:solidFill>
                <a:latin typeface="Montserrat"/>
                <a:ea typeface="Montserrat"/>
                <a:cs typeface="Montserrat"/>
              </a:defRPr>
            </a:pPr>
            <a:r>
              <a:rPr sz="675" b="1">
                <a:solidFill>
                  <a:srgbClr val="B93800"/>
                </a:solidFill>
                <a:latin typeface="Montserrat"/>
                <a:ea typeface="Montserrat"/>
                <a:cs typeface="Montserrat"/>
              </a:rPr>
              <a:t>DEPLOY</a:t>
            </a:r>
          </a:p>
        </p:txBody>
      </p:sp>
      <p:sp>
        <p:nvSpPr>
          <p:cNvPr id="92" name="">
            <a:extLst xmlns:a="http://schemas.openxmlformats.org/drawingml/2006/main">
              <a:ext uri="{FF2B5EF4-FFF2-40B4-BE49-F238E27FC236}">
                <a16:creationId xmlns:a16="http://schemas.microsoft.com/office/drawing/2014/main" id="{E6A19A7C-5096-427B-B0E0-2FB5195C9387}"/>
              </a:ext>
            </a:extLst>
          </p:cNvPr>
          <p:cNvSpPr>
            <a:spLocks xmlns:a="http://schemas.openxmlformats.org/drawingml/2006/main" noGrp="1"/>
          </p:cNvSpPr>
          <p:nvPr/>
        </p:nvSpPr>
        <p:spPr>
          <a:xfrm xmlns:a="http://schemas.openxmlformats.org/drawingml/2006/main">
            <a:off x="84915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93" name="">
            <a:extLst xmlns:a="http://schemas.openxmlformats.org/drawingml/2006/main">
              <a:ext uri="{FF2B5EF4-FFF2-40B4-BE49-F238E27FC236}">
                <a16:creationId xmlns:a16="http://schemas.microsoft.com/office/drawing/2014/main" id="{DF449336-511F-4EBC-A0C9-87251D44053C}"/>
              </a:ext>
            </a:extLst>
          </p:cNvPr>
          <p:cNvSpPr>
            <a:spLocks xmlns:a="http://schemas.openxmlformats.org/drawingml/2006/main" noGrp="1"/>
          </p:cNvSpPr>
          <p:nvPr/>
        </p:nvSpPr>
        <p:spPr>
          <a:xfrm xmlns:a="http://schemas.openxmlformats.org/drawingml/2006/main">
            <a:off x="81248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MAINTAIN</a:t>
            </a:r>
          </a:p>
        </p:txBody>
      </p:sp>
    </p:spTree>
    <p:extLst>
      <p:ext uri="{BB962C8B-B14F-4D97-AF65-F5344CB8AC3E}">
        <p14:creationId xmlns:p14="http://schemas.microsoft.com/office/powerpoint/2010/main" val="1072903535"/>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2DDA4BBB-C878-4B1A-8D1C-4359EA79E2D4}"/>
              </a:ext>
            </a:extLst>
          </p:cNvPr>
          <p:cNvPicPr>
            <a:picLocks xmlns:a="http://schemas.openxmlformats.org/drawingml/2006/main" noChangeAspect="1"/>
          </p:cNvPicPr>
          <p:nvPr/>
        </p:nvPicPr>
        <p:blipFill>
          <a:blip xmlns:r="http://schemas.openxmlformats.org/officeDocument/2006/relationships" xmlns:a="http://schemas.openxmlformats.org/drawingml/2006/main" r:embed="R35fe90e562af4068"/>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6E54FD96-9F0F-46C9-9708-32FCD322D33A}"/>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34 / 63</a:t>
            </a:r>
            <a:endParaRPr sz="900"/>
          </a:p>
        </p:txBody>
      </p:sp>
      <p:sp>
        <p:nvSpPr>
          <p:cNvPr id="36" name="">
            <a:extLst xmlns:a="http://schemas.openxmlformats.org/drawingml/2006/main">
              <a:ext uri="{FF2B5EF4-FFF2-40B4-BE49-F238E27FC236}">
                <a16:creationId xmlns:a16="http://schemas.microsoft.com/office/drawing/2014/main" id="{7BBB6C17-7F6D-4897-8822-A2FCB7614F36}"/>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307FE2"/>
                </a:solidFill>
                <a:latin typeface="Montserrat"/>
                <a:ea typeface="Montserrat"/>
                <a:cs typeface="Montserrat"/>
              </a:defRPr>
            </a:defPPr>
            <a:lvl1pPr algn="l">
              <a:defRPr sz="1050" b="1">
                <a:solidFill>
                  <a:srgbClr val="307FE2"/>
                </a:solidFill>
                <a:latin typeface="Montserrat"/>
                <a:ea typeface="Montserrat"/>
                <a:cs typeface="Montserrat"/>
              </a:defRPr>
            </a:lvl1pPr>
            <a:lvl2pPr algn="l">
              <a:defRPr sz="1050" b="1">
                <a:solidFill>
                  <a:srgbClr val="307FE2"/>
                </a:solidFill>
                <a:latin typeface="Montserrat"/>
                <a:ea typeface="Montserrat"/>
                <a:cs typeface="Montserrat"/>
              </a:defRPr>
            </a:lvl2pPr>
            <a:lvl3pPr algn="l">
              <a:defRPr sz="1050" b="1">
                <a:solidFill>
                  <a:srgbClr val="307FE2"/>
                </a:solidFill>
                <a:latin typeface="Montserrat"/>
                <a:ea typeface="Montserrat"/>
                <a:cs typeface="Montserrat"/>
              </a:defRPr>
            </a:lvl3pPr>
            <a:lvl4pPr algn="l">
              <a:defRPr sz="1050" b="1">
                <a:solidFill>
                  <a:srgbClr val="307FE2"/>
                </a:solidFill>
                <a:latin typeface="Montserrat"/>
                <a:ea typeface="Montserrat"/>
                <a:cs typeface="Montserrat"/>
              </a:defRPr>
            </a:lvl4pPr>
            <a:lvl5pPr algn="l">
              <a:defRPr sz="1050" b="1">
                <a:solidFill>
                  <a:srgbClr val="307FE2"/>
                </a:solidFill>
                <a:latin typeface="Montserrat"/>
                <a:ea typeface="Montserrat"/>
                <a:cs typeface="Montserrat"/>
              </a:defRPr>
            </a:lvl5pPr>
            <a:lvl6pPr algn="l">
              <a:defRPr sz="1050" b="1">
                <a:solidFill>
                  <a:srgbClr val="307FE2"/>
                </a:solidFill>
                <a:latin typeface="Montserrat"/>
                <a:ea typeface="Montserrat"/>
                <a:cs typeface="Montserrat"/>
              </a:defRPr>
            </a:lvl6pPr>
            <a:lvl7pPr algn="l">
              <a:defRPr sz="1050" b="1">
                <a:solidFill>
                  <a:srgbClr val="307FE2"/>
                </a:solidFill>
                <a:latin typeface="Montserrat"/>
                <a:ea typeface="Montserrat"/>
                <a:cs typeface="Montserrat"/>
              </a:defRPr>
            </a:lvl7pPr>
            <a:lvl8pPr algn="l">
              <a:defRPr sz="1050" b="1">
                <a:solidFill>
                  <a:srgbClr val="307FE2"/>
                </a:solidFill>
                <a:latin typeface="Montserrat"/>
                <a:ea typeface="Montserrat"/>
                <a:cs typeface="Montserrat"/>
              </a:defRPr>
            </a:lvl8pPr>
            <a:lvl9pPr algn="l">
              <a:defRPr sz="1050" b="1">
                <a:solidFill>
                  <a:srgbClr val="307FE2"/>
                </a:solidFill>
                <a:latin typeface="Montserrat"/>
                <a:ea typeface="Montserrat"/>
                <a:cs typeface="Montserrat"/>
              </a:defRPr>
            </a:lvl9pPr>
          </a:lstStyle>
          <a:p xmlns:a="http://schemas.openxmlformats.org/drawingml/2006/main">
            <a:pPr algn="l">
              <a:defRPr sz="1050" b="1">
                <a:solidFill>
                  <a:srgbClr val="307FE2"/>
                </a:solidFill>
                <a:latin typeface="Montserrat"/>
                <a:ea typeface="Montserrat"/>
                <a:cs typeface="Montserrat"/>
              </a:defRPr>
            </a:pPr>
            <a:r>
              <a:rPr sz="1050" b="1">
                <a:solidFill>
                  <a:srgbClr val="307FE2"/>
                </a:solidFill>
                <a:latin typeface="Montserrat"/>
                <a:ea typeface="Montserrat"/>
                <a:cs typeface="Montserrat"/>
              </a:rPr>
              <a:t>// EXERCISE 1 · DEPLOY</a:t>
            </a:r>
          </a:p>
        </p:txBody>
      </p:sp>
      <p:sp>
        <p:nvSpPr>
          <p:cNvPr id="37" name="">
            <a:extLst xmlns:a="http://schemas.openxmlformats.org/drawingml/2006/main">
              <a:ext uri="{FF2B5EF4-FFF2-40B4-BE49-F238E27FC236}">
                <a16:creationId xmlns:a16="http://schemas.microsoft.com/office/drawing/2014/main" id="{6B672B07-E08C-460C-B005-330576FA05FB}"/>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94A3B8"/>
                </a:solidFill>
                <a:latin typeface="Montserrat"/>
                <a:ea typeface="Montserrat"/>
                <a:cs typeface="Montserrat"/>
              </a:defRPr>
            </a:defPPr>
            <a:lvl1pPr algn="r">
              <a:defRPr sz="900" b="0">
                <a:solidFill>
                  <a:srgbClr val="94A3B8"/>
                </a:solidFill>
                <a:latin typeface="Montserrat"/>
                <a:ea typeface="Montserrat"/>
                <a:cs typeface="Montserrat"/>
              </a:defRPr>
            </a:lvl1pPr>
            <a:lvl2pPr algn="r">
              <a:defRPr sz="900" b="0">
                <a:solidFill>
                  <a:srgbClr val="94A3B8"/>
                </a:solidFill>
                <a:latin typeface="Montserrat"/>
                <a:ea typeface="Montserrat"/>
                <a:cs typeface="Montserrat"/>
              </a:defRPr>
            </a:lvl2pPr>
            <a:lvl3pPr algn="r">
              <a:defRPr sz="900" b="0">
                <a:solidFill>
                  <a:srgbClr val="94A3B8"/>
                </a:solidFill>
                <a:latin typeface="Montserrat"/>
                <a:ea typeface="Montserrat"/>
                <a:cs typeface="Montserrat"/>
              </a:defRPr>
            </a:lvl3pPr>
            <a:lvl4pPr algn="r">
              <a:defRPr sz="900" b="0">
                <a:solidFill>
                  <a:srgbClr val="94A3B8"/>
                </a:solidFill>
                <a:latin typeface="Montserrat"/>
                <a:ea typeface="Montserrat"/>
                <a:cs typeface="Montserrat"/>
              </a:defRPr>
            </a:lvl4pPr>
            <a:lvl5pPr algn="r">
              <a:defRPr sz="900" b="0">
                <a:solidFill>
                  <a:srgbClr val="94A3B8"/>
                </a:solidFill>
                <a:latin typeface="Montserrat"/>
                <a:ea typeface="Montserrat"/>
                <a:cs typeface="Montserrat"/>
              </a:defRPr>
            </a:lvl5pPr>
            <a:lvl6pPr algn="r">
              <a:defRPr sz="900" b="0">
                <a:solidFill>
                  <a:srgbClr val="94A3B8"/>
                </a:solidFill>
                <a:latin typeface="Montserrat"/>
                <a:ea typeface="Montserrat"/>
                <a:cs typeface="Montserrat"/>
              </a:defRPr>
            </a:lvl6pPr>
            <a:lvl7pPr algn="r">
              <a:defRPr sz="900" b="0">
                <a:solidFill>
                  <a:srgbClr val="94A3B8"/>
                </a:solidFill>
                <a:latin typeface="Montserrat"/>
                <a:ea typeface="Montserrat"/>
                <a:cs typeface="Montserrat"/>
              </a:defRPr>
            </a:lvl7pPr>
            <a:lvl8pPr algn="r">
              <a:defRPr sz="900" b="0">
                <a:solidFill>
                  <a:srgbClr val="94A3B8"/>
                </a:solidFill>
                <a:latin typeface="Montserrat"/>
                <a:ea typeface="Montserrat"/>
                <a:cs typeface="Montserrat"/>
              </a:defRPr>
            </a:lvl8pPr>
            <a:lvl9pPr algn="r">
              <a:defRPr sz="900" b="0">
                <a:solidFill>
                  <a:srgbClr val="94A3B8"/>
                </a:solidFill>
                <a:latin typeface="Montserrat"/>
                <a:ea typeface="Montserrat"/>
                <a:cs typeface="Montserrat"/>
              </a:defRPr>
            </a:lvl9pPr>
          </a:lstStyle>
          <a:p xmlns:a="http://schemas.openxmlformats.org/drawingml/2006/main">
            <a:pPr algn="r">
              <a:defRPr sz="900" b="0">
                <a:solidFill>
                  <a:srgbClr val="94A3B8"/>
                </a:solidFill>
                <a:latin typeface="Montserrat"/>
                <a:ea typeface="Montserrat"/>
                <a:cs typeface="Montserrat"/>
              </a:defRPr>
            </a:pPr>
            <a:r>
              <a:rPr sz="900" b="0">
                <a:solidFill>
                  <a:srgbClr val="94A3B8"/>
                </a:solidFill>
                <a:latin typeface="Montserrat"/>
                <a:ea typeface="Montserrat"/>
                <a:cs typeface="Montserrat"/>
              </a:rPr>
              <a:t>1:40–2:30</a:t>
            </a:r>
          </a:p>
        </p:txBody>
      </p:sp>
      <p:sp>
        <p:nvSpPr>
          <p:cNvPr id="38" name="">
            <a:extLst xmlns:a="http://schemas.openxmlformats.org/drawingml/2006/main">
              <a:ext uri="{FF2B5EF4-FFF2-40B4-BE49-F238E27FC236}">
                <a16:creationId xmlns:a16="http://schemas.microsoft.com/office/drawing/2014/main" id="{0045560B-9433-4567-9837-0434F61C5467}"/>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Deploy the website</a:t>
            </a:r>
          </a:p>
        </p:txBody>
      </p:sp>
      <p:sp>
        <p:nvSpPr>
          <p:cNvPr id="39" name="">
            <a:extLst xmlns:a="http://schemas.openxmlformats.org/drawingml/2006/main">
              <a:ext uri="{FF2B5EF4-FFF2-40B4-BE49-F238E27FC236}">
                <a16:creationId xmlns:a16="http://schemas.microsoft.com/office/drawing/2014/main" id="{E8887F5F-2FC4-4DAD-9312-673EAE3F4184}"/>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NEW PROJECT · IMPORT · DEPLOY · OPEN THE URL</a:t>
            </a:r>
          </a:p>
        </p:txBody>
      </p:sp>
      <p:sp>
        <p:nvSpPr>
          <p:cNvPr id="40" name="">
            <a:extLst xmlns:a="http://schemas.openxmlformats.org/drawingml/2006/main">
              <a:ext uri="{FF2B5EF4-FFF2-40B4-BE49-F238E27FC236}">
                <a16:creationId xmlns:a16="http://schemas.microsoft.com/office/drawing/2014/main" id="{86D1504B-2EC3-454B-8155-F47EDABE7EF0}"/>
              </a:ext>
            </a:extLst>
          </p:cNvPr>
          <p:cNvSpPr>
            <a:spLocks xmlns:a="http://schemas.openxmlformats.org/drawingml/2006/main" noGrp="1"/>
          </p:cNvSpPr>
          <p:nvPr/>
        </p:nvSpPr>
        <p:spPr>
          <a:xfrm xmlns:a="http://schemas.openxmlformats.org/drawingml/2006/main">
            <a:off x="647700" y="2009775"/>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41" name="">
            <a:extLst xmlns:a="http://schemas.openxmlformats.org/drawingml/2006/main">
              <a:ext uri="{FF2B5EF4-FFF2-40B4-BE49-F238E27FC236}">
                <a16:creationId xmlns:a16="http://schemas.microsoft.com/office/drawing/2014/main" id="{1DFC547E-DBCB-478C-8342-3C5B4402E588}"/>
              </a:ext>
            </a:extLst>
          </p:cNvPr>
          <p:cNvSpPr>
            <a:spLocks xmlns:a="http://schemas.openxmlformats.org/drawingml/2006/main" noGrp="1"/>
          </p:cNvSpPr>
          <p:nvPr/>
        </p:nvSpPr>
        <p:spPr>
          <a:xfrm xmlns:a="http://schemas.openxmlformats.org/drawingml/2006/main">
            <a:off x="742950"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01</a:t>
            </a:r>
          </a:p>
        </p:txBody>
      </p:sp>
      <p:sp>
        <p:nvSpPr>
          <p:cNvPr id="42" name="">
            <a:extLst xmlns:a="http://schemas.openxmlformats.org/drawingml/2006/main">
              <a:ext uri="{FF2B5EF4-FFF2-40B4-BE49-F238E27FC236}">
                <a16:creationId xmlns:a16="http://schemas.microsoft.com/office/drawing/2014/main" id="{327877D8-3A04-484E-8DB7-5CC3DAF60769}"/>
              </a:ext>
            </a:extLst>
          </p:cNvPr>
          <p:cNvSpPr>
            <a:spLocks xmlns:a="http://schemas.openxmlformats.org/drawingml/2006/main" noGrp="1"/>
          </p:cNvSpPr>
          <p:nvPr/>
        </p:nvSpPr>
        <p:spPr>
          <a:xfrm xmlns:a="http://schemas.openxmlformats.org/drawingml/2006/main">
            <a:off x="742950"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New Project</a:t>
            </a:r>
          </a:p>
        </p:txBody>
      </p:sp>
      <p:sp>
        <p:nvSpPr>
          <p:cNvPr id="43" name="">
            <a:extLst xmlns:a="http://schemas.openxmlformats.org/drawingml/2006/main">
              <a:ext uri="{FF2B5EF4-FFF2-40B4-BE49-F238E27FC236}">
                <a16:creationId xmlns:a16="http://schemas.microsoft.com/office/drawing/2014/main" id="{859E5238-F2F1-4400-A95B-D68296524929}"/>
              </a:ext>
            </a:extLst>
          </p:cNvPr>
          <p:cNvSpPr>
            <a:spLocks xmlns:a="http://schemas.openxmlformats.org/drawingml/2006/main" noGrp="1"/>
          </p:cNvSpPr>
          <p:nvPr/>
        </p:nvSpPr>
        <p:spPr>
          <a:xfrm xmlns:a="http://schemas.openxmlformats.org/drawingml/2006/main">
            <a:off x="742950"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In Vercel, start a project under the intended account or team.</a:t>
            </a:r>
          </a:p>
        </p:txBody>
      </p:sp>
      <p:sp>
        <p:nvSpPr>
          <p:cNvPr id="44" name="">
            <a:extLst xmlns:a="http://schemas.openxmlformats.org/drawingml/2006/main">
              <a:ext uri="{FF2B5EF4-FFF2-40B4-BE49-F238E27FC236}">
                <a16:creationId xmlns:a16="http://schemas.microsoft.com/office/drawing/2014/main" id="{4B7D8B51-D093-4074-AB98-006B8BBDECD7}"/>
              </a:ext>
            </a:extLst>
          </p:cNvPr>
          <p:cNvSpPr>
            <a:spLocks xmlns:a="http://schemas.openxmlformats.org/drawingml/2006/main" noGrp="1"/>
          </p:cNvSpPr>
          <p:nvPr/>
        </p:nvSpPr>
        <p:spPr>
          <a:xfrm xmlns:a="http://schemas.openxmlformats.org/drawingml/2006/main">
            <a:off x="3362325"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45" name="">
            <a:extLst xmlns:a="http://schemas.openxmlformats.org/drawingml/2006/main">
              <a:ext uri="{FF2B5EF4-FFF2-40B4-BE49-F238E27FC236}">
                <a16:creationId xmlns:a16="http://schemas.microsoft.com/office/drawing/2014/main" id="{56D82E95-D34F-43CA-A35A-410A90264A08}"/>
              </a:ext>
            </a:extLst>
          </p:cNvPr>
          <p:cNvSpPr>
            <a:spLocks xmlns:a="http://schemas.openxmlformats.org/drawingml/2006/main" noGrp="1"/>
          </p:cNvSpPr>
          <p:nvPr/>
        </p:nvSpPr>
        <p:spPr>
          <a:xfrm xmlns:a="http://schemas.openxmlformats.org/drawingml/2006/main">
            <a:off x="3476625"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02</a:t>
            </a:r>
          </a:p>
        </p:txBody>
      </p:sp>
      <p:sp>
        <p:nvSpPr>
          <p:cNvPr id="46" name="">
            <a:extLst xmlns:a="http://schemas.openxmlformats.org/drawingml/2006/main">
              <a:ext uri="{FF2B5EF4-FFF2-40B4-BE49-F238E27FC236}">
                <a16:creationId xmlns:a16="http://schemas.microsoft.com/office/drawing/2014/main" id="{68D61236-724E-448E-94BD-12084C6BD2EB}"/>
              </a:ext>
            </a:extLst>
          </p:cNvPr>
          <p:cNvSpPr>
            <a:spLocks xmlns:a="http://schemas.openxmlformats.org/drawingml/2006/main" noGrp="1"/>
          </p:cNvSpPr>
          <p:nvPr/>
        </p:nvSpPr>
        <p:spPr>
          <a:xfrm xmlns:a="http://schemas.openxmlformats.org/drawingml/2006/main">
            <a:off x="3476625"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Import the repository</a:t>
            </a:r>
          </a:p>
        </p:txBody>
      </p:sp>
      <p:sp>
        <p:nvSpPr>
          <p:cNvPr id="47" name="">
            <a:extLst xmlns:a="http://schemas.openxmlformats.org/drawingml/2006/main">
              <a:ext uri="{FF2B5EF4-FFF2-40B4-BE49-F238E27FC236}">
                <a16:creationId xmlns:a16="http://schemas.microsoft.com/office/drawing/2014/main" id="{4E71F36C-F5ED-4E82-8D30-E1E930E2A58F}"/>
              </a:ext>
            </a:extLst>
          </p:cNvPr>
          <p:cNvSpPr>
            <a:spLocks xmlns:a="http://schemas.openxmlformats.org/drawingml/2006/main" noGrp="1"/>
          </p:cNvSpPr>
          <p:nvPr/>
        </p:nvSpPr>
        <p:spPr>
          <a:xfrm xmlns:a="http://schemas.openxmlformats.org/drawingml/2006/main">
            <a:off x="3476625"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Choose my-first-site. Do not choose the game or the course repo.</a:t>
            </a:r>
          </a:p>
        </p:txBody>
      </p:sp>
      <p:sp>
        <p:nvSpPr>
          <p:cNvPr id="48" name="">
            <a:extLst xmlns:a="http://schemas.openxmlformats.org/drawingml/2006/main">
              <a:ext uri="{FF2B5EF4-FFF2-40B4-BE49-F238E27FC236}">
                <a16:creationId xmlns:a16="http://schemas.microsoft.com/office/drawing/2014/main" id="{70BCB906-E56A-42D4-B3AE-E6F26A53EF9F}"/>
              </a:ext>
            </a:extLst>
          </p:cNvPr>
          <p:cNvSpPr>
            <a:spLocks xmlns:a="http://schemas.openxmlformats.org/drawingml/2006/main" noGrp="1"/>
          </p:cNvSpPr>
          <p:nvPr/>
        </p:nvSpPr>
        <p:spPr>
          <a:xfrm xmlns:a="http://schemas.openxmlformats.org/drawingml/2006/main">
            <a:off x="6096000"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49" name="">
            <a:extLst xmlns:a="http://schemas.openxmlformats.org/drawingml/2006/main">
              <a:ext uri="{FF2B5EF4-FFF2-40B4-BE49-F238E27FC236}">
                <a16:creationId xmlns:a16="http://schemas.microsoft.com/office/drawing/2014/main" id="{E5C054E2-5283-4612-9012-70032DCFA7C7}"/>
              </a:ext>
            </a:extLst>
          </p:cNvPr>
          <p:cNvSpPr>
            <a:spLocks xmlns:a="http://schemas.openxmlformats.org/drawingml/2006/main" noGrp="1"/>
          </p:cNvSpPr>
          <p:nvPr/>
        </p:nvSpPr>
        <p:spPr>
          <a:xfrm xmlns:a="http://schemas.openxmlformats.org/drawingml/2006/main">
            <a:off x="6210300"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03</a:t>
            </a:r>
          </a:p>
        </p:txBody>
      </p:sp>
      <p:sp>
        <p:nvSpPr>
          <p:cNvPr id="50" name="">
            <a:extLst xmlns:a="http://schemas.openxmlformats.org/drawingml/2006/main">
              <a:ext uri="{FF2B5EF4-FFF2-40B4-BE49-F238E27FC236}">
                <a16:creationId xmlns:a16="http://schemas.microsoft.com/office/drawing/2014/main" id="{9C3E4FD2-9669-43B5-BCBD-AEEA233491DC}"/>
              </a:ext>
            </a:extLst>
          </p:cNvPr>
          <p:cNvSpPr>
            <a:spLocks xmlns:a="http://schemas.openxmlformats.org/drawingml/2006/main" noGrp="1"/>
          </p:cNvSpPr>
          <p:nvPr/>
        </p:nvSpPr>
        <p:spPr>
          <a:xfrm xmlns:a="http://schemas.openxmlformats.org/drawingml/2006/main">
            <a:off x="6210300"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Check the settings</a:t>
            </a:r>
          </a:p>
        </p:txBody>
      </p:sp>
      <p:sp>
        <p:nvSpPr>
          <p:cNvPr id="51" name="">
            <a:extLst xmlns:a="http://schemas.openxmlformats.org/drawingml/2006/main">
              <a:ext uri="{FF2B5EF4-FFF2-40B4-BE49-F238E27FC236}">
                <a16:creationId xmlns:a16="http://schemas.microsoft.com/office/drawing/2014/main" id="{331B2F7F-E54B-4DBC-AAF9-B24770CB9EB6}"/>
              </a:ext>
            </a:extLst>
          </p:cNvPr>
          <p:cNvSpPr>
            <a:spLocks xmlns:a="http://schemas.openxmlformats.org/drawingml/2006/main" noGrp="1"/>
          </p:cNvSpPr>
          <p:nvPr/>
        </p:nvSpPr>
        <p:spPr>
          <a:xfrm xmlns:a="http://schemas.openxmlformats.org/drawingml/2006/main">
            <a:off x="6210300"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For the static starter, use the repository root and no build command.</a:t>
            </a:r>
          </a:p>
        </p:txBody>
      </p:sp>
      <p:sp>
        <p:nvSpPr>
          <p:cNvPr id="52" name="">
            <a:extLst xmlns:a="http://schemas.openxmlformats.org/drawingml/2006/main">
              <a:ext uri="{FF2B5EF4-FFF2-40B4-BE49-F238E27FC236}">
                <a16:creationId xmlns:a16="http://schemas.microsoft.com/office/drawing/2014/main" id="{4ADB6107-E6DB-4076-809E-66D0B41D713D}"/>
              </a:ext>
            </a:extLst>
          </p:cNvPr>
          <p:cNvSpPr>
            <a:spLocks xmlns:a="http://schemas.openxmlformats.org/drawingml/2006/main" noGrp="1"/>
          </p:cNvSpPr>
          <p:nvPr/>
        </p:nvSpPr>
        <p:spPr>
          <a:xfrm xmlns:a="http://schemas.openxmlformats.org/drawingml/2006/main">
            <a:off x="8829675"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53" name="">
            <a:extLst xmlns:a="http://schemas.openxmlformats.org/drawingml/2006/main">
              <a:ext uri="{FF2B5EF4-FFF2-40B4-BE49-F238E27FC236}">
                <a16:creationId xmlns:a16="http://schemas.microsoft.com/office/drawing/2014/main" id="{1FEDEB11-B831-41A7-A4E9-8FEFC9172A7D}"/>
              </a:ext>
            </a:extLst>
          </p:cNvPr>
          <p:cNvSpPr>
            <a:spLocks xmlns:a="http://schemas.openxmlformats.org/drawingml/2006/main" noGrp="1"/>
          </p:cNvSpPr>
          <p:nvPr/>
        </p:nvSpPr>
        <p:spPr>
          <a:xfrm xmlns:a="http://schemas.openxmlformats.org/drawingml/2006/main">
            <a:off x="8943975"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04</a:t>
            </a:r>
          </a:p>
        </p:txBody>
      </p:sp>
      <p:sp>
        <p:nvSpPr>
          <p:cNvPr id="54" name="">
            <a:extLst xmlns:a="http://schemas.openxmlformats.org/drawingml/2006/main">
              <a:ext uri="{FF2B5EF4-FFF2-40B4-BE49-F238E27FC236}">
                <a16:creationId xmlns:a16="http://schemas.microsoft.com/office/drawing/2014/main" id="{8BD8311D-B81E-411A-AA89-73943525305A}"/>
              </a:ext>
            </a:extLst>
          </p:cNvPr>
          <p:cNvSpPr>
            <a:spLocks xmlns:a="http://schemas.openxmlformats.org/drawingml/2006/main" noGrp="1"/>
          </p:cNvSpPr>
          <p:nvPr/>
        </p:nvSpPr>
        <p:spPr>
          <a:xfrm xmlns:a="http://schemas.openxmlformats.org/drawingml/2006/main">
            <a:off x="8943975"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Deploy and open</a:t>
            </a:r>
          </a:p>
        </p:txBody>
      </p:sp>
      <p:sp>
        <p:nvSpPr>
          <p:cNvPr id="55" name="">
            <a:extLst xmlns:a="http://schemas.openxmlformats.org/drawingml/2006/main">
              <a:ext uri="{FF2B5EF4-FFF2-40B4-BE49-F238E27FC236}">
                <a16:creationId xmlns:a16="http://schemas.microsoft.com/office/drawing/2014/main" id="{4E461425-EF18-4392-8734-B88098EEFE89}"/>
              </a:ext>
            </a:extLst>
          </p:cNvPr>
          <p:cNvSpPr>
            <a:spLocks xmlns:a="http://schemas.openxmlformats.org/drawingml/2006/main" noGrp="1"/>
          </p:cNvSpPr>
          <p:nvPr/>
        </p:nvSpPr>
        <p:spPr>
          <a:xfrm xmlns:a="http://schemas.openxmlformats.org/drawingml/2006/main">
            <a:off x="8943975"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Wait for Ready, then open the actual website URL.</a:t>
            </a:r>
          </a:p>
        </p:txBody>
      </p:sp>
      <p:sp>
        <p:nvSpPr>
          <p:cNvPr id="56" name="">
            <a:extLst xmlns:a="http://schemas.openxmlformats.org/drawingml/2006/main">
              <a:ext uri="{FF2B5EF4-FFF2-40B4-BE49-F238E27FC236}">
                <a16:creationId xmlns:a16="http://schemas.microsoft.com/office/drawing/2014/main" id="{00293E07-2104-4FF4-ABA4-E84529785AE8}"/>
              </a:ext>
            </a:extLst>
          </p:cNvPr>
          <p:cNvSpPr>
            <a:spLocks xmlns:a="http://schemas.openxmlformats.org/drawingml/2006/main" noGrp="1"/>
          </p:cNvSpPr>
          <p:nvPr/>
        </p:nvSpPr>
        <p:spPr>
          <a:xfrm xmlns:a="http://schemas.openxmlformats.org/drawingml/2006/main">
            <a:off x="647700" y="470535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57" name="">
            <a:extLst xmlns:a="http://schemas.openxmlformats.org/drawingml/2006/main">
              <a:ext uri="{FF2B5EF4-FFF2-40B4-BE49-F238E27FC236}">
                <a16:creationId xmlns:a16="http://schemas.microsoft.com/office/drawing/2014/main" id="{C2BC9352-5DFD-48B3-8E3E-368FCFF4BE9A}"/>
              </a:ext>
            </a:extLst>
          </p:cNvPr>
          <p:cNvSpPr>
            <a:spLocks xmlns:a="http://schemas.openxmlformats.org/drawingml/2006/main" noGrp="1"/>
          </p:cNvSpPr>
          <p:nvPr/>
        </p:nvSpPr>
        <p:spPr>
          <a:xfrm xmlns:a="http://schemas.openxmlformats.org/drawingml/2006/main">
            <a:off x="742950" y="49530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Repeat the main action at the live URL. Local success is not deployment proof.</a:t>
            </a:r>
          </a:p>
        </p:txBody>
      </p:sp>
      <p:sp>
        <p:nvSpPr>
          <p:cNvPr id="58" name="">
            <a:extLst xmlns:a="http://schemas.openxmlformats.org/drawingml/2006/main">
              <a:ext uri="{FF2B5EF4-FFF2-40B4-BE49-F238E27FC236}">
                <a16:creationId xmlns:a16="http://schemas.microsoft.com/office/drawing/2014/main" id="{62EEE5F0-1A09-4CC0-8DF6-C4DD09F52D35}"/>
              </a:ext>
            </a:extLst>
          </p:cNvPr>
          <p:cNvSpPr>
            <a:spLocks xmlns:a="http://schemas.openxmlformats.org/drawingml/2006/main" noGrp="1"/>
          </p:cNvSpPr>
          <p:nvPr/>
        </p:nvSpPr>
        <p:spPr>
          <a:xfrm xmlns:a="http://schemas.openxmlformats.org/drawingml/2006/main">
            <a:off x="3667125" y="6381750"/>
            <a:ext cx="4857750" cy="0"/>
          </a:xfrm>
          <a:prstGeom xmlns:a="http://schemas.openxmlformats.org/drawingml/2006/main" prst="line">
            <a:avLst/>
          </a:prstGeom>
          <a:noFill xmlns:a="http://schemas.openxmlformats.org/drawingml/2006/main"/>
          <a:ln xmlns:a="http://schemas.openxmlformats.org/drawingml/2006/main" w="5715">
            <a:solidFill>
              <a:srgbClr val="D8E2EF"/>
            </a:solidFill>
            <a:prstDash val="solid"/>
          </a:ln>
        </p:spPr>
      </p:sp>
      <p:sp>
        <p:nvSpPr>
          <p:cNvPr id="59" name="">
            <a:extLst xmlns:a="http://schemas.openxmlformats.org/drawingml/2006/main">
              <a:ext uri="{FF2B5EF4-FFF2-40B4-BE49-F238E27FC236}">
                <a16:creationId xmlns:a16="http://schemas.microsoft.com/office/drawing/2014/main" id="{9E48D49F-D488-4C35-8606-E5D715C3910C}"/>
              </a:ext>
            </a:extLst>
          </p:cNvPr>
          <p:cNvSpPr>
            <a:spLocks xmlns:a="http://schemas.openxmlformats.org/drawingml/2006/main" noGrp="1"/>
          </p:cNvSpPr>
          <p:nvPr/>
        </p:nvSpPr>
        <p:spPr>
          <a:xfrm xmlns:a="http://schemas.openxmlformats.org/drawingml/2006/main">
            <a:off x="7191375" y="6381750"/>
            <a:ext cx="723900" cy="0"/>
          </a:xfrm>
          <a:prstGeom xmlns:a="http://schemas.openxmlformats.org/drawingml/2006/main" prst="line">
            <a:avLst/>
          </a:prstGeom>
          <a:noFill xmlns:a="http://schemas.openxmlformats.org/drawingml/2006/main"/>
          <a:ln xmlns:a="http://schemas.openxmlformats.org/drawingml/2006/main" w="28575">
            <a:solidFill>
              <a:srgbClr val="EF8B39"/>
            </a:solidFill>
            <a:prstDash val="solid"/>
          </a:ln>
        </p:spPr>
      </p:sp>
      <p:sp>
        <p:nvSpPr>
          <p:cNvPr id="60" name="">
            <a:extLst xmlns:a="http://schemas.openxmlformats.org/drawingml/2006/main">
              <a:ext uri="{FF2B5EF4-FFF2-40B4-BE49-F238E27FC236}">
                <a16:creationId xmlns:a16="http://schemas.microsoft.com/office/drawing/2014/main" id="{9FB7386E-643B-4826-B2A2-208D126E11A7}"/>
              </a:ext>
            </a:extLst>
          </p:cNvPr>
          <p:cNvSpPr>
            <a:spLocks xmlns:a="http://schemas.openxmlformats.org/drawingml/2006/main" noGrp="1"/>
          </p:cNvSpPr>
          <p:nvPr/>
        </p:nvSpPr>
        <p:spPr>
          <a:xfrm xmlns:a="http://schemas.openxmlformats.org/drawingml/2006/main">
            <a:off x="36337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61" name="">
            <a:extLst xmlns:a="http://schemas.openxmlformats.org/drawingml/2006/main">
              <a:ext uri="{FF2B5EF4-FFF2-40B4-BE49-F238E27FC236}">
                <a16:creationId xmlns:a16="http://schemas.microsoft.com/office/drawing/2014/main" id="{3D0BB327-CCF8-4B4F-A0B6-F948FAA1D367}"/>
              </a:ext>
            </a:extLst>
          </p:cNvPr>
          <p:cNvSpPr>
            <a:spLocks xmlns:a="http://schemas.openxmlformats.org/drawingml/2006/main" noGrp="1"/>
          </p:cNvSpPr>
          <p:nvPr/>
        </p:nvSpPr>
        <p:spPr>
          <a:xfrm xmlns:a="http://schemas.openxmlformats.org/drawingml/2006/main">
            <a:off x="32670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PLAN</a:t>
            </a:r>
          </a:p>
        </p:txBody>
      </p:sp>
      <p:sp>
        <p:nvSpPr>
          <p:cNvPr id="62" name="">
            <a:extLst xmlns:a="http://schemas.openxmlformats.org/drawingml/2006/main">
              <a:ext uri="{FF2B5EF4-FFF2-40B4-BE49-F238E27FC236}">
                <a16:creationId xmlns:a16="http://schemas.microsoft.com/office/drawing/2014/main" id="{3C8C2662-B121-4B9D-9233-17D1D07AC520}"/>
              </a:ext>
            </a:extLst>
          </p:cNvPr>
          <p:cNvSpPr>
            <a:spLocks xmlns:a="http://schemas.openxmlformats.org/drawingml/2006/main" noGrp="1"/>
          </p:cNvSpPr>
          <p:nvPr/>
        </p:nvSpPr>
        <p:spPr>
          <a:xfrm xmlns:a="http://schemas.openxmlformats.org/drawingml/2006/main">
            <a:off x="46053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63" name="">
            <a:extLst xmlns:a="http://schemas.openxmlformats.org/drawingml/2006/main">
              <a:ext uri="{FF2B5EF4-FFF2-40B4-BE49-F238E27FC236}">
                <a16:creationId xmlns:a16="http://schemas.microsoft.com/office/drawing/2014/main" id="{488F51A8-EF09-4D08-BFDF-5BE5605AB164}"/>
              </a:ext>
            </a:extLst>
          </p:cNvPr>
          <p:cNvSpPr>
            <a:spLocks xmlns:a="http://schemas.openxmlformats.org/drawingml/2006/main" noGrp="1"/>
          </p:cNvSpPr>
          <p:nvPr/>
        </p:nvSpPr>
        <p:spPr>
          <a:xfrm xmlns:a="http://schemas.openxmlformats.org/drawingml/2006/main">
            <a:off x="42386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DESIGN</a:t>
            </a:r>
          </a:p>
        </p:txBody>
      </p:sp>
      <p:sp>
        <p:nvSpPr>
          <p:cNvPr id="64" name="">
            <a:extLst xmlns:a="http://schemas.openxmlformats.org/drawingml/2006/main">
              <a:ext uri="{FF2B5EF4-FFF2-40B4-BE49-F238E27FC236}">
                <a16:creationId xmlns:a16="http://schemas.microsoft.com/office/drawing/2014/main" id="{4D1E3A1D-5C0E-4D3F-8F81-550D01ABB858}"/>
              </a:ext>
            </a:extLst>
          </p:cNvPr>
          <p:cNvSpPr>
            <a:spLocks xmlns:a="http://schemas.openxmlformats.org/drawingml/2006/main" noGrp="1"/>
          </p:cNvSpPr>
          <p:nvPr/>
        </p:nvSpPr>
        <p:spPr>
          <a:xfrm xmlns:a="http://schemas.openxmlformats.org/drawingml/2006/main">
            <a:off x="55768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65" name="">
            <a:extLst xmlns:a="http://schemas.openxmlformats.org/drawingml/2006/main">
              <a:ext uri="{FF2B5EF4-FFF2-40B4-BE49-F238E27FC236}">
                <a16:creationId xmlns:a16="http://schemas.microsoft.com/office/drawing/2014/main" id="{A031689C-3A4B-48F0-BB1D-5A53692D130B}"/>
              </a:ext>
            </a:extLst>
          </p:cNvPr>
          <p:cNvSpPr>
            <a:spLocks xmlns:a="http://schemas.openxmlformats.org/drawingml/2006/main" noGrp="1"/>
          </p:cNvSpPr>
          <p:nvPr/>
        </p:nvSpPr>
        <p:spPr>
          <a:xfrm xmlns:a="http://schemas.openxmlformats.org/drawingml/2006/main">
            <a:off x="52101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BUILD</a:t>
            </a:r>
          </a:p>
        </p:txBody>
      </p:sp>
      <p:sp>
        <p:nvSpPr>
          <p:cNvPr id="66" name="">
            <a:extLst xmlns:a="http://schemas.openxmlformats.org/drawingml/2006/main">
              <a:ext uri="{FF2B5EF4-FFF2-40B4-BE49-F238E27FC236}">
                <a16:creationId xmlns:a16="http://schemas.microsoft.com/office/drawing/2014/main" id="{69E5B1A0-A7A5-47C9-BDBA-87B1A5B4D642}"/>
              </a:ext>
            </a:extLst>
          </p:cNvPr>
          <p:cNvSpPr>
            <a:spLocks xmlns:a="http://schemas.openxmlformats.org/drawingml/2006/main" noGrp="1"/>
          </p:cNvSpPr>
          <p:nvPr/>
        </p:nvSpPr>
        <p:spPr>
          <a:xfrm xmlns:a="http://schemas.openxmlformats.org/drawingml/2006/main">
            <a:off x="65484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67" name="">
            <a:extLst xmlns:a="http://schemas.openxmlformats.org/drawingml/2006/main">
              <a:ext uri="{FF2B5EF4-FFF2-40B4-BE49-F238E27FC236}">
                <a16:creationId xmlns:a16="http://schemas.microsoft.com/office/drawing/2014/main" id="{204E1286-13E0-4226-88B8-79CD81B8F9B2}"/>
              </a:ext>
            </a:extLst>
          </p:cNvPr>
          <p:cNvSpPr>
            <a:spLocks xmlns:a="http://schemas.openxmlformats.org/drawingml/2006/main" noGrp="1"/>
          </p:cNvSpPr>
          <p:nvPr/>
        </p:nvSpPr>
        <p:spPr>
          <a:xfrm xmlns:a="http://schemas.openxmlformats.org/drawingml/2006/main">
            <a:off x="61817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TEST</a:t>
            </a:r>
          </a:p>
        </p:txBody>
      </p:sp>
      <p:sp>
        <p:nvSpPr>
          <p:cNvPr id="68" name="">
            <a:extLst xmlns:a="http://schemas.openxmlformats.org/drawingml/2006/main">
              <a:ext uri="{FF2B5EF4-FFF2-40B4-BE49-F238E27FC236}">
                <a16:creationId xmlns:a16="http://schemas.microsoft.com/office/drawing/2014/main" id="{5FBC0CE5-F454-42C7-A074-D25862D05CED}"/>
              </a:ext>
            </a:extLst>
          </p:cNvPr>
          <p:cNvSpPr>
            <a:spLocks xmlns:a="http://schemas.openxmlformats.org/drawingml/2006/main" noGrp="1"/>
          </p:cNvSpPr>
          <p:nvPr/>
        </p:nvSpPr>
        <p:spPr>
          <a:xfrm xmlns:a="http://schemas.openxmlformats.org/drawingml/2006/main">
            <a:off x="7505700" y="6334125"/>
            <a:ext cx="95250" cy="95250"/>
          </a:xfrm>
          <a:prstGeom xmlns:a="http://schemas.openxmlformats.org/drawingml/2006/main" prst="ellipse">
            <a:avLst/>
          </a:prstGeom>
          <a:solidFill xmlns:a="http://schemas.openxmlformats.org/drawingml/2006/main">
            <a:srgbClr val="EF8B39"/>
          </a:solidFill>
          <a:ln xmlns:a="http://schemas.openxmlformats.org/drawingml/2006/main" w="9525">
            <a:solidFill>
              <a:srgbClr val="EF8B39"/>
            </a:solidFill>
            <a:prstDash val="solid"/>
          </a:ln>
        </p:spPr>
      </p:sp>
      <p:sp>
        <p:nvSpPr>
          <p:cNvPr id="69" name="">
            <a:extLst xmlns:a="http://schemas.openxmlformats.org/drawingml/2006/main">
              <a:ext uri="{FF2B5EF4-FFF2-40B4-BE49-F238E27FC236}">
                <a16:creationId xmlns:a16="http://schemas.microsoft.com/office/drawing/2014/main" id="{041DD07D-CAA7-446F-9E5B-2A365D438137}"/>
              </a:ext>
            </a:extLst>
          </p:cNvPr>
          <p:cNvSpPr>
            <a:spLocks xmlns:a="http://schemas.openxmlformats.org/drawingml/2006/main" noGrp="1"/>
          </p:cNvSpPr>
          <p:nvPr/>
        </p:nvSpPr>
        <p:spPr>
          <a:xfrm xmlns:a="http://schemas.openxmlformats.org/drawingml/2006/main">
            <a:off x="71532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1">
                <a:solidFill>
                  <a:srgbClr val="B93800"/>
                </a:solidFill>
                <a:latin typeface="Montserrat"/>
                <a:ea typeface="Montserrat"/>
                <a:cs typeface="Montserrat"/>
              </a:defRPr>
            </a:defPPr>
            <a:lvl1pPr algn="ctr">
              <a:defRPr sz="675" b="1">
                <a:solidFill>
                  <a:srgbClr val="B93800"/>
                </a:solidFill>
                <a:latin typeface="Montserrat"/>
                <a:ea typeface="Montserrat"/>
                <a:cs typeface="Montserrat"/>
              </a:defRPr>
            </a:lvl1pPr>
            <a:lvl2pPr algn="ctr">
              <a:defRPr sz="675" b="1">
                <a:solidFill>
                  <a:srgbClr val="B93800"/>
                </a:solidFill>
                <a:latin typeface="Montserrat"/>
                <a:ea typeface="Montserrat"/>
                <a:cs typeface="Montserrat"/>
              </a:defRPr>
            </a:lvl2pPr>
            <a:lvl3pPr algn="ctr">
              <a:defRPr sz="675" b="1">
                <a:solidFill>
                  <a:srgbClr val="B93800"/>
                </a:solidFill>
                <a:latin typeface="Montserrat"/>
                <a:ea typeface="Montserrat"/>
                <a:cs typeface="Montserrat"/>
              </a:defRPr>
            </a:lvl3pPr>
            <a:lvl4pPr algn="ctr">
              <a:defRPr sz="675" b="1">
                <a:solidFill>
                  <a:srgbClr val="B93800"/>
                </a:solidFill>
                <a:latin typeface="Montserrat"/>
                <a:ea typeface="Montserrat"/>
                <a:cs typeface="Montserrat"/>
              </a:defRPr>
            </a:lvl4pPr>
            <a:lvl5pPr algn="ctr">
              <a:defRPr sz="675" b="1">
                <a:solidFill>
                  <a:srgbClr val="B93800"/>
                </a:solidFill>
                <a:latin typeface="Montserrat"/>
                <a:ea typeface="Montserrat"/>
                <a:cs typeface="Montserrat"/>
              </a:defRPr>
            </a:lvl5pPr>
            <a:lvl6pPr algn="ctr">
              <a:defRPr sz="675" b="1">
                <a:solidFill>
                  <a:srgbClr val="B93800"/>
                </a:solidFill>
                <a:latin typeface="Montserrat"/>
                <a:ea typeface="Montserrat"/>
                <a:cs typeface="Montserrat"/>
              </a:defRPr>
            </a:lvl6pPr>
            <a:lvl7pPr algn="ctr">
              <a:defRPr sz="675" b="1">
                <a:solidFill>
                  <a:srgbClr val="B93800"/>
                </a:solidFill>
                <a:latin typeface="Montserrat"/>
                <a:ea typeface="Montserrat"/>
                <a:cs typeface="Montserrat"/>
              </a:defRPr>
            </a:lvl7pPr>
            <a:lvl8pPr algn="ctr">
              <a:defRPr sz="675" b="1">
                <a:solidFill>
                  <a:srgbClr val="B93800"/>
                </a:solidFill>
                <a:latin typeface="Montserrat"/>
                <a:ea typeface="Montserrat"/>
                <a:cs typeface="Montserrat"/>
              </a:defRPr>
            </a:lvl8pPr>
            <a:lvl9pPr algn="ctr">
              <a:defRPr sz="675" b="1">
                <a:solidFill>
                  <a:srgbClr val="B93800"/>
                </a:solidFill>
                <a:latin typeface="Montserrat"/>
                <a:ea typeface="Montserrat"/>
                <a:cs typeface="Montserrat"/>
              </a:defRPr>
            </a:lvl9pPr>
          </a:lstStyle>
          <a:p xmlns:a="http://schemas.openxmlformats.org/drawingml/2006/main">
            <a:pPr algn="ctr">
              <a:defRPr sz="675" b="1">
                <a:solidFill>
                  <a:srgbClr val="B93800"/>
                </a:solidFill>
                <a:latin typeface="Montserrat"/>
                <a:ea typeface="Montserrat"/>
                <a:cs typeface="Montserrat"/>
              </a:defRPr>
            </a:pPr>
            <a:r>
              <a:rPr sz="675" b="1">
                <a:solidFill>
                  <a:srgbClr val="B93800"/>
                </a:solidFill>
                <a:latin typeface="Montserrat"/>
                <a:ea typeface="Montserrat"/>
                <a:cs typeface="Montserrat"/>
              </a:rPr>
              <a:t>DEPLOY</a:t>
            </a:r>
          </a:p>
        </p:txBody>
      </p:sp>
      <p:sp>
        <p:nvSpPr>
          <p:cNvPr id="70" name="">
            <a:extLst xmlns:a="http://schemas.openxmlformats.org/drawingml/2006/main">
              <a:ext uri="{FF2B5EF4-FFF2-40B4-BE49-F238E27FC236}">
                <a16:creationId xmlns:a16="http://schemas.microsoft.com/office/drawing/2014/main" id="{F193881A-B47B-432F-A4BA-802FECF6675C}"/>
              </a:ext>
            </a:extLst>
          </p:cNvPr>
          <p:cNvSpPr>
            <a:spLocks xmlns:a="http://schemas.openxmlformats.org/drawingml/2006/main" noGrp="1"/>
          </p:cNvSpPr>
          <p:nvPr/>
        </p:nvSpPr>
        <p:spPr>
          <a:xfrm xmlns:a="http://schemas.openxmlformats.org/drawingml/2006/main">
            <a:off x="84915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71" name="">
            <a:extLst xmlns:a="http://schemas.openxmlformats.org/drawingml/2006/main">
              <a:ext uri="{FF2B5EF4-FFF2-40B4-BE49-F238E27FC236}">
                <a16:creationId xmlns:a16="http://schemas.microsoft.com/office/drawing/2014/main" id="{27449AFF-48F4-46BF-827C-56121A1DA7DA}"/>
              </a:ext>
            </a:extLst>
          </p:cNvPr>
          <p:cNvSpPr>
            <a:spLocks xmlns:a="http://schemas.openxmlformats.org/drawingml/2006/main" noGrp="1"/>
          </p:cNvSpPr>
          <p:nvPr/>
        </p:nvSpPr>
        <p:spPr>
          <a:xfrm xmlns:a="http://schemas.openxmlformats.org/drawingml/2006/main">
            <a:off x="81248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MAINTAIN</a:t>
            </a:r>
          </a:p>
        </p:txBody>
      </p:sp>
    </p:spTree>
    <p:extLst>
      <p:ext uri="{BB962C8B-B14F-4D97-AF65-F5344CB8AC3E}">
        <p14:creationId xmlns:p14="http://schemas.microsoft.com/office/powerpoint/2010/main" val="230061224"/>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0AF8970D-7D90-4085-B38F-EC649BFDA072}"/>
              </a:ext>
            </a:extLst>
          </p:cNvPr>
          <p:cNvPicPr>
            <a:picLocks xmlns:a="http://schemas.openxmlformats.org/drawingml/2006/main" noChangeAspect="1"/>
          </p:cNvPicPr>
          <p:nvPr/>
        </p:nvPicPr>
        <p:blipFill>
          <a:blip xmlns:r="http://schemas.openxmlformats.org/officeDocument/2006/relationships" xmlns:a="http://schemas.openxmlformats.org/drawingml/2006/main" r:embed="R6c0b2515e790439c"/>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0B84FDA8-5E30-4E83-BC74-C886E0682019}"/>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35 / 63</a:t>
            </a:r>
            <a:endParaRPr sz="900"/>
          </a:p>
        </p:txBody>
      </p:sp>
      <p:sp>
        <p:nvSpPr>
          <p:cNvPr id="84" name="">
            <a:extLst xmlns:a="http://schemas.openxmlformats.org/drawingml/2006/main">
              <a:ext uri="{FF2B5EF4-FFF2-40B4-BE49-F238E27FC236}">
                <a16:creationId xmlns:a16="http://schemas.microsoft.com/office/drawing/2014/main" id="{DB106CCF-AC28-4293-A7E6-B59B808EABF7}"/>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307FE2"/>
                </a:solidFill>
                <a:latin typeface="Montserrat"/>
                <a:ea typeface="Montserrat"/>
                <a:cs typeface="Montserrat"/>
              </a:defRPr>
            </a:defPPr>
            <a:lvl1pPr algn="l">
              <a:defRPr sz="1050" b="1">
                <a:solidFill>
                  <a:srgbClr val="307FE2"/>
                </a:solidFill>
                <a:latin typeface="Montserrat"/>
                <a:ea typeface="Montserrat"/>
                <a:cs typeface="Montserrat"/>
              </a:defRPr>
            </a:lvl1pPr>
            <a:lvl2pPr algn="l">
              <a:defRPr sz="1050" b="1">
                <a:solidFill>
                  <a:srgbClr val="307FE2"/>
                </a:solidFill>
                <a:latin typeface="Montserrat"/>
                <a:ea typeface="Montserrat"/>
                <a:cs typeface="Montserrat"/>
              </a:defRPr>
            </a:lvl2pPr>
            <a:lvl3pPr algn="l">
              <a:defRPr sz="1050" b="1">
                <a:solidFill>
                  <a:srgbClr val="307FE2"/>
                </a:solidFill>
                <a:latin typeface="Montserrat"/>
                <a:ea typeface="Montserrat"/>
                <a:cs typeface="Montserrat"/>
              </a:defRPr>
            </a:lvl3pPr>
            <a:lvl4pPr algn="l">
              <a:defRPr sz="1050" b="1">
                <a:solidFill>
                  <a:srgbClr val="307FE2"/>
                </a:solidFill>
                <a:latin typeface="Montserrat"/>
                <a:ea typeface="Montserrat"/>
                <a:cs typeface="Montserrat"/>
              </a:defRPr>
            </a:lvl4pPr>
            <a:lvl5pPr algn="l">
              <a:defRPr sz="1050" b="1">
                <a:solidFill>
                  <a:srgbClr val="307FE2"/>
                </a:solidFill>
                <a:latin typeface="Montserrat"/>
                <a:ea typeface="Montserrat"/>
                <a:cs typeface="Montserrat"/>
              </a:defRPr>
            </a:lvl5pPr>
            <a:lvl6pPr algn="l">
              <a:defRPr sz="1050" b="1">
                <a:solidFill>
                  <a:srgbClr val="307FE2"/>
                </a:solidFill>
                <a:latin typeface="Montserrat"/>
                <a:ea typeface="Montserrat"/>
                <a:cs typeface="Montserrat"/>
              </a:defRPr>
            </a:lvl6pPr>
            <a:lvl7pPr algn="l">
              <a:defRPr sz="1050" b="1">
                <a:solidFill>
                  <a:srgbClr val="307FE2"/>
                </a:solidFill>
                <a:latin typeface="Montserrat"/>
                <a:ea typeface="Montserrat"/>
                <a:cs typeface="Montserrat"/>
              </a:defRPr>
            </a:lvl7pPr>
            <a:lvl8pPr algn="l">
              <a:defRPr sz="1050" b="1">
                <a:solidFill>
                  <a:srgbClr val="307FE2"/>
                </a:solidFill>
                <a:latin typeface="Montserrat"/>
                <a:ea typeface="Montserrat"/>
                <a:cs typeface="Montserrat"/>
              </a:defRPr>
            </a:lvl8pPr>
            <a:lvl9pPr algn="l">
              <a:defRPr sz="1050" b="1">
                <a:solidFill>
                  <a:srgbClr val="307FE2"/>
                </a:solidFill>
                <a:latin typeface="Montserrat"/>
                <a:ea typeface="Montserrat"/>
                <a:cs typeface="Montserrat"/>
              </a:defRPr>
            </a:lvl9pPr>
          </a:lstStyle>
          <a:p xmlns:a="http://schemas.openxmlformats.org/drawingml/2006/main">
            <a:pPr algn="l">
              <a:defRPr sz="1050" b="1">
                <a:solidFill>
                  <a:srgbClr val="307FE2"/>
                </a:solidFill>
                <a:latin typeface="Montserrat"/>
                <a:ea typeface="Montserrat"/>
                <a:cs typeface="Montserrat"/>
              </a:defRPr>
            </a:pPr>
            <a:r>
              <a:rPr sz="1050" b="1">
                <a:solidFill>
                  <a:srgbClr val="307FE2"/>
                </a:solidFill>
                <a:latin typeface="Montserrat"/>
                <a:ea typeface="Montserrat"/>
                <a:cs typeface="Montserrat"/>
              </a:rPr>
              <a:t>// EXERCISE 1 · MAINTAIN</a:t>
            </a:r>
          </a:p>
        </p:txBody>
      </p:sp>
      <p:sp>
        <p:nvSpPr>
          <p:cNvPr id="85" name="">
            <a:extLst xmlns:a="http://schemas.openxmlformats.org/drawingml/2006/main">
              <a:ext uri="{FF2B5EF4-FFF2-40B4-BE49-F238E27FC236}">
                <a16:creationId xmlns:a16="http://schemas.microsoft.com/office/drawing/2014/main" id="{7F7502BA-AC90-4088-A3E4-C5C206F715D3}"/>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94A3B8"/>
                </a:solidFill>
                <a:latin typeface="Montserrat"/>
                <a:ea typeface="Montserrat"/>
                <a:cs typeface="Montserrat"/>
              </a:defRPr>
            </a:defPPr>
            <a:lvl1pPr algn="r">
              <a:defRPr sz="900" b="0">
                <a:solidFill>
                  <a:srgbClr val="94A3B8"/>
                </a:solidFill>
                <a:latin typeface="Montserrat"/>
                <a:ea typeface="Montserrat"/>
                <a:cs typeface="Montserrat"/>
              </a:defRPr>
            </a:lvl1pPr>
            <a:lvl2pPr algn="r">
              <a:defRPr sz="900" b="0">
                <a:solidFill>
                  <a:srgbClr val="94A3B8"/>
                </a:solidFill>
                <a:latin typeface="Montserrat"/>
                <a:ea typeface="Montserrat"/>
                <a:cs typeface="Montserrat"/>
              </a:defRPr>
            </a:lvl2pPr>
            <a:lvl3pPr algn="r">
              <a:defRPr sz="900" b="0">
                <a:solidFill>
                  <a:srgbClr val="94A3B8"/>
                </a:solidFill>
                <a:latin typeface="Montserrat"/>
                <a:ea typeface="Montserrat"/>
                <a:cs typeface="Montserrat"/>
              </a:defRPr>
            </a:lvl3pPr>
            <a:lvl4pPr algn="r">
              <a:defRPr sz="900" b="0">
                <a:solidFill>
                  <a:srgbClr val="94A3B8"/>
                </a:solidFill>
                <a:latin typeface="Montserrat"/>
                <a:ea typeface="Montserrat"/>
                <a:cs typeface="Montserrat"/>
              </a:defRPr>
            </a:lvl4pPr>
            <a:lvl5pPr algn="r">
              <a:defRPr sz="900" b="0">
                <a:solidFill>
                  <a:srgbClr val="94A3B8"/>
                </a:solidFill>
                <a:latin typeface="Montserrat"/>
                <a:ea typeface="Montserrat"/>
                <a:cs typeface="Montserrat"/>
              </a:defRPr>
            </a:lvl5pPr>
            <a:lvl6pPr algn="r">
              <a:defRPr sz="900" b="0">
                <a:solidFill>
                  <a:srgbClr val="94A3B8"/>
                </a:solidFill>
                <a:latin typeface="Montserrat"/>
                <a:ea typeface="Montserrat"/>
                <a:cs typeface="Montserrat"/>
              </a:defRPr>
            </a:lvl6pPr>
            <a:lvl7pPr algn="r">
              <a:defRPr sz="900" b="0">
                <a:solidFill>
                  <a:srgbClr val="94A3B8"/>
                </a:solidFill>
                <a:latin typeface="Montserrat"/>
                <a:ea typeface="Montserrat"/>
                <a:cs typeface="Montserrat"/>
              </a:defRPr>
            </a:lvl7pPr>
            <a:lvl8pPr algn="r">
              <a:defRPr sz="900" b="0">
                <a:solidFill>
                  <a:srgbClr val="94A3B8"/>
                </a:solidFill>
                <a:latin typeface="Montserrat"/>
                <a:ea typeface="Montserrat"/>
                <a:cs typeface="Montserrat"/>
              </a:defRPr>
            </a:lvl8pPr>
            <a:lvl9pPr algn="r">
              <a:defRPr sz="900" b="0">
                <a:solidFill>
                  <a:srgbClr val="94A3B8"/>
                </a:solidFill>
                <a:latin typeface="Montserrat"/>
                <a:ea typeface="Montserrat"/>
                <a:cs typeface="Montserrat"/>
              </a:defRPr>
            </a:lvl9pPr>
          </a:lstStyle>
          <a:p xmlns:a="http://schemas.openxmlformats.org/drawingml/2006/main">
            <a:pPr algn="r">
              <a:defRPr sz="900" b="0">
                <a:solidFill>
                  <a:srgbClr val="94A3B8"/>
                </a:solidFill>
                <a:latin typeface="Montserrat"/>
                <a:ea typeface="Montserrat"/>
                <a:cs typeface="Montserrat"/>
              </a:defRPr>
            </a:pPr>
            <a:r>
              <a:rPr sz="900" b="0">
                <a:solidFill>
                  <a:srgbClr val="94A3B8"/>
                </a:solidFill>
                <a:latin typeface="Montserrat"/>
                <a:ea typeface="Montserrat"/>
                <a:cs typeface="Montserrat"/>
              </a:rPr>
              <a:t>1:40–2:30</a:t>
            </a:r>
          </a:p>
        </p:txBody>
      </p:sp>
      <p:sp>
        <p:nvSpPr>
          <p:cNvPr id="86" name="">
            <a:extLst xmlns:a="http://schemas.openxmlformats.org/drawingml/2006/main">
              <a:ext uri="{FF2B5EF4-FFF2-40B4-BE49-F238E27FC236}">
                <a16:creationId xmlns:a16="http://schemas.microsoft.com/office/drawing/2014/main" id="{A979B6C3-C055-4E99-99D7-556C1E25C80A}"/>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Learn from one visitor</a:t>
            </a:r>
          </a:p>
        </p:txBody>
      </p:sp>
      <p:sp>
        <p:nvSpPr>
          <p:cNvPr id="87" name="">
            <a:extLst xmlns:a="http://schemas.openxmlformats.org/drawingml/2006/main">
              <a:ext uri="{FF2B5EF4-FFF2-40B4-BE49-F238E27FC236}">
                <a16:creationId xmlns:a16="http://schemas.microsoft.com/office/drawing/2014/main" id="{9B6C60B0-7D09-4AA3-B3BB-DAC7A136FC28}"/>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THE LIVE URL · ONE OBSERVATION · ONE NEXT CHANGE</a:t>
            </a:r>
          </a:p>
        </p:txBody>
      </p:sp>
      <p:sp>
        <p:nvSpPr>
          <p:cNvPr id="88" name="">
            <a:extLst xmlns:a="http://schemas.openxmlformats.org/drawingml/2006/main">
              <a:ext uri="{FF2B5EF4-FFF2-40B4-BE49-F238E27FC236}">
                <a16:creationId xmlns:a16="http://schemas.microsoft.com/office/drawing/2014/main" id="{12F07E2F-F5D7-4FC7-8F77-D9CB2082867B}"/>
              </a:ext>
            </a:extLst>
          </p:cNvPr>
          <p:cNvSpPr>
            <a:spLocks xmlns:a="http://schemas.openxmlformats.org/drawingml/2006/main" noGrp="1"/>
          </p:cNvSpPr>
          <p:nvPr/>
        </p:nvSpPr>
        <p:spPr>
          <a:xfrm xmlns:a="http://schemas.openxmlformats.org/drawingml/2006/main">
            <a:off x="647700" y="2009775"/>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89" name="">
            <a:extLst xmlns:a="http://schemas.openxmlformats.org/drawingml/2006/main">
              <a:ext uri="{FF2B5EF4-FFF2-40B4-BE49-F238E27FC236}">
                <a16:creationId xmlns:a16="http://schemas.microsoft.com/office/drawing/2014/main" id="{A97FC96E-B508-4742-80B8-B3F91FC7BDC0}"/>
              </a:ext>
            </a:extLst>
          </p:cNvPr>
          <p:cNvSpPr>
            <a:spLocks xmlns:a="http://schemas.openxmlformats.org/drawingml/2006/main" noGrp="1"/>
          </p:cNvSpPr>
          <p:nvPr/>
        </p:nvSpPr>
        <p:spPr>
          <a:xfrm xmlns:a="http://schemas.openxmlformats.org/drawingml/2006/main">
            <a:off x="742950"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01</a:t>
            </a:r>
          </a:p>
        </p:txBody>
      </p:sp>
      <p:sp>
        <p:nvSpPr>
          <p:cNvPr id="90" name="">
            <a:extLst xmlns:a="http://schemas.openxmlformats.org/drawingml/2006/main">
              <a:ext uri="{FF2B5EF4-FFF2-40B4-BE49-F238E27FC236}">
                <a16:creationId xmlns:a16="http://schemas.microsoft.com/office/drawing/2014/main" id="{7E871206-78F9-4304-AD00-0B6BDE7B6FDF}"/>
              </a:ext>
            </a:extLst>
          </p:cNvPr>
          <p:cNvSpPr>
            <a:spLocks xmlns:a="http://schemas.openxmlformats.org/drawingml/2006/main" noGrp="1"/>
          </p:cNvSpPr>
          <p:nvPr/>
        </p:nvSpPr>
        <p:spPr>
          <a:xfrm xmlns:a="http://schemas.openxmlformats.org/drawingml/2006/main">
            <a:off x="742950"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Share the URL</a:t>
            </a:r>
          </a:p>
        </p:txBody>
      </p:sp>
      <p:sp>
        <p:nvSpPr>
          <p:cNvPr id="91" name="">
            <a:extLst xmlns:a="http://schemas.openxmlformats.org/drawingml/2006/main">
              <a:ext uri="{FF2B5EF4-FFF2-40B4-BE49-F238E27FC236}">
                <a16:creationId xmlns:a16="http://schemas.microsoft.com/office/drawing/2014/main" id="{69763F98-0FBD-4D4C-9382-DF5ECBD2DF9F}"/>
              </a:ext>
            </a:extLst>
          </p:cNvPr>
          <p:cNvSpPr>
            <a:spLocks xmlns:a="http://schemas.openxmlformats.org/drawingml/2006/main" noGrp="1"/>
          </p:cNvSpPr>
          <p:nvPr/>
        </p:nvSpPr>
        <p:spPr>
          <a:xfrm xmlns:a="http://schemas.openxmlformats.org/drawingml/2006/main">
            <a:off x="742950"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Use the finished Vercel address, not the local file or chatbot preview.</a:t>
            </a:r>
          </a:p>
        </p:txBody>
      </p:sp>
      <p:sp>
        <p:nvSpPr>
          <p:cNvPr id="92" name="">
            <a:extLst xmlns:a="http://schemas.openxmlformats.org/drawingml/2006/main">
              <a:ext uri="{FF2B5EF4-FFF2-40B4-BE49-F238E27FC236}">
                <a16:creationId xmlns:a16="http://schemas.microsoft.com/office/drawing/2014/main" id="{423C91ED-8531-4AAB-AAE2-BEC20B49659A}"/>
              </a:ext>
            </a:extLst>
          </p:cNvPr>
          <p:cNvSpPr>
            <a:spLocks xmlns:a="http://schemas.openxmlformats.org/drawingml/2006/main" noGrp="1"/>
          </p:cNvSpPr>
          <p:nvPr/>
        </p:nvSpPr>
        <p:spPr>
          <a:xfrm xmlns:a="http://schemas.openxmlformats.org/drawingml/2006/main">
            <a:off x="3362325"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93" name="">
            <a:extLst xmlns:a="http://schemas.openxmlformats.org/drawingml/2006/main">
              <a:ext uri="{FF2B5EF4-FFF2-40B4-BE49-F238E27FC236}">
                <a16:creationId xmlns:a16="http://schemas.microsoft.com/office/drawing/2014/main" id="{E338F30C-67A8-41C9-9E11-19C520C61C32}"/>
              </a:ext>
            </a:extLst>
          </p:cNvPr>
          <p:cNvSpPr>
            <a:spLocks xmlns:a="http://schemas.openxmlformats.org/drawingml/2006/main" noGrp="1"/>
          </p:cNvSpPr>
          <p:nvPr/>
        </p:nvSpPr>
        <p:spPr>
          <a:xfrm xmlns:a="http://schemas.openxmlformats.org/drawingml/2006/main">
            <a:off x="3476625"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02</a:t>
            </a:r>
          </a:p>
        </p:txBody>
      </p:sp>
      <p:sp>
        <p:nvSpPr>
          <p:cNvPr id="94" name="">
            <a:extLst xmlns:a="http://schemas.openxmlformats.org/drawingml/2006/main">
              <a:ext uri="{FF2B5EF4-FFF2-40B4-BE49-F238E27FC236}">
                <a16:creationId xmlns:a16="http://schemas.microsoft.com/office/drawing/2014/main" id="{9F5172CE-4681-41C7-9C59-2DCB81FCA821}"/>
              </a:ext>
            </a:extLst>
          </p:cNvPr>
          <p:cNvSpPr>
            <a:spLocks xmlns:a="http://schemas.openxmlformats.org/drawingml/2006/main" noGrp="1"/>
          </p:cNvSpPr>
          <p:nvPr/>
        </p:nvSpPr>
        <p:spPr>
          <a:xfrm xmlns:a="http://schemas.openxmlformats.org/drawingml/2006/main">
            <a:off x="3476625"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Watch quietly</a:t>
            </a:r>
          </a:p>
        </p:txBody>
      </p:sp>
      <p:sp>
        <p:nvSpPr>
          <p:cNvPr id="95" name="">
            <a:extLst xmlns:a="http://schemas.openxmlformats.org/drawingml/2006/main">
              <a:ext uri="{FF2B5EF4-FFF2-40B4-BE49-F238E27FC236}">
                <a16:creationId xmlns:a16="http://schemas.microsoft.com/office/drawing/2014/main" id="{DAE7A4D7-C018-4B3F-88AA-EEDB0B9F8732}"/>
              </a:ext>
            </a:extLst>
          </p:cNvPr>
          <p:cNvSpPr>
            <a:spLocks xmlns:a="http://schemas.openxmlformats.org/drawingml/2006/main" noGrp="1"/>
          </p:cNvSpPr>
          <p:nvPr/>
        </p:nvSpPr>
        <p:spPr>
          <a:xfrm xmlns:a="http://schemas.openxmlformats.org/drawingml/2006/main">
            <a:off x="3476625"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Notice the first click and any hesitation.</a:t>
            </a:r>
          </a:p>
        </p:txBody>
      </p:sp>
      <p:sp>
        <p:nvSpPr>
          <p:cNvPr id="96" name="">
            <a:extLst xmlns:a="http://schemas.openxmlformats.org/drawingml/2006/main">
              <a:ext uri="{FF2B5EF4-FFF2-40B4-BE49-F238E27FC236}">
                <a16:creationId xmlns:a16="http://schemas.microsoft.com/office/drawing/2014/main" id="{516CDB75-6855-412E-A904-DA843EA28409}"/>
              </a:ext>
            </a:extLst>
          </p:cNvPr>
          <p:cNvSpPr>
            <a:spLocks xmlns:a="http://schemas.openxmlformats.org/drawingml/2006/main" noGrp="1"/>
          </p:cNvSpPr>
          <p:nvPr/>
        </p:nvSpPr>
        <p:spPr>
          <a:xfrm xmlns:a="http://schemas.openxmlformats.org/drawingml/2006/main">
            <a:off x="6096000"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97" name="">
            <a:extLst xmlns:a="http://schemas.openxmlformats.org/drawingml/2006/main">
              <a:ext uri="{FF2B5EF4-FFF2-40B4-BE49-F238E27FC236}">
                <a16:creationId xmlns:a16="http://schemas.microsoft.com/office/drawing/2014/main" id="{2CE7389C-63DD-4F32-B605-56FD34FA7C93}"/>
              </a:ext>
            </a:extLst>
          </p:cNvPr>
          <p:cNvSpPr>
            <a:spLocks xmlns:a="http://schemas.openxmlformats.org/drawingml/2006/main" noGrp="1"/>
          </p:cNvSpPr>
          <p:nvPr/>
        </p:nvSpPr>
        <p:spPr>
          <a:xfrm xmlns:a="http://schemas.openxmlformats.org/drawingml/2006/main">
            <a:off x="6210300"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03</a:t>
            </a:r>
          </a:p>
        </p:txBody>
      </p:sp>
      <p:sp>
        <p:nvSpPr>
          <p:cNvPr id="98" name="">
            <a:extLst xmlns:a="http://schemas.openxmlformats.org/drawingml/2006/main">
              <a:ext uri="{FF2B5EF4-FFF2-40B4-BE49-F238E27FC236}">
                <a16:creationId xmlns:a16="http://schemas.microsoft.com/office/drawing/2014/main" id="{1510F699-2888-489E-80D9-67ABF096D684}"/>
              </a:ext>
            </a:extLst>
          </p:cNvPr>
          <p:cNvSpPr>
            <a:spLocks xmlns:a="http://schemas.openxmlformats.org/drawingml/2006/main" noGrp="1"/>
          </p:cNvSpPr>
          <p:nvPr/>
        </p:nvSpPr>
        <p:spPr>
          <a:xfrm xmlns:a="http://schemas.openxmlformats.org/drawingml/2006/main">
            <a:off x="6210300"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Ask what surprised them</a:t>
            </a:r>
          </a:p>
        </p:txBody>
      </p:sp>
      <p:sp>
        <p:nvSpPr>
          <p:cNvPr id="99" name="">
            <a:extLst xmlns:a="http://schemas.openxmlformats.org/drawingml/2006/main">
              <a:ext uri="{FF2B5EF4-FFF2-40B4-BE49-F238E27FC236}">
                <a16:creationId xmlns:a16="http://schemas.microsoft.com/office/drawing/2014/main" id="{232162CD-A543-4BF7-BD74-6E0F923855B0}"/>
              </a:ext>
            </a:extLst>
          </p:cNvPr>
          <p:cNvSpPr>
            <a:spLocks xmlns:a="http://schemas.openxmlformats.org/drawingml/2006/main" noGrp="1"/>
          </p:cNvSpPr>
          <p:nvPr/>
        </p:nvSpPr>
        <p:spPr>
          <a:xfrm xmlns:a="http://schemas.openxmlformats.org/drawingml/2006/main">
            <a:off x="6210300"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Record their words before suggesting your own answer.</a:t>
            </a:r>
          </a:p>
        </p:txBody>
      </p:sp>
      <p:sp>
        <p:nvSpPr>
          <p:cNvPr id="100" name="">
            <a:extLst xmlns:a="http://schemas.openxmlformats.org/drawingml/2006/main">
              <a:ext uri="{FF2B5EF4-FFF2-40B4-BE49-F238E27FC236}">
                <a16:creationId xmlns:a16="http://schemas.microsoft.com/office/drawing/2014/main" id="{1A6A6E1C-326A-46DD-AEBB-74AB92D29505}"/>
              </a:ext>
            </a:extLst>
          </p:cNvPr>
          <p:cNvSpPr>
            <a:spLocks xmlns:a="http://schemas.openxmlformats.org/drawingml/2006/main" noGrp="1"/>
          </p:cNvSpPr>
          <p:nvPr/>
        </p:nvSpPr>
        <p:spPr>
          <a:xfrm xmlns:a="http://schemas.openxmlformats.org/drawingml/2006/main">
            <a:off x="8829675"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101" name="">
            <a:extLst xmlns:a="http://schemas.openxmlformats.org/drawingml/2006/main">
              <a:ext uri="{FF2B5EF4-FFF2-40B4-BE49-F238E27FC236}">
                <a16:creationId xmlns:a16="http://schemas.microsoft.com/office/drawing/2014/main" id="{4C8927AE-7BED-4515-906A-17D12CAD2288}"/>
              </a:ext>
            </a:extLst>
          </p:cNvPr>
          <p:cNvSpPr>
            <a:spLocks xmlns:a="http://schemas.openxmlformats.org/drawingml/2006/main" noGrp="1"/>
          </p:cNvSpPr>
          <p:nvPr/>
        </p:nvSpPr>
        <p:spPr>
          <a:xfrm xmlns:a="http://schemas.openxmlformats.org/drawingml/2006/main">
            <a:off x="8943975"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04</a:t>
            </a:r>
          </a:p>
        </p:txBody>
      </p:sp>
      <p:sp>
        <p:nvSpPr>
          <p:cNvPr id="102" name="">
            <a:extLst xmlns:a="http://schemas.openxmlformats.org/drawingml/2006/main">
              <a:ext uri="{FF2B5EF4-FFF2-40B4-BE49-F238E27FC236}">
                <a16:creationId xmlns:a16="http://schemas.microsoft.com/office/drawing/2014/main" id="{A69DAAE1-661F-42D7-AB1E-69AAC8A19464}"/>
              </a:ext>
            </a:extLst>
          </p:cNvPr>
          <p:cNvSpPr>
            <a:spLocks xmlns:a="http://schemas.openxmlformats.org/drawingml/2006/main" noGrp="1"/>
          </p:cNvSpPr>
          <p:nvPr/>
        </p:nvSpPr>
        <p:spPr>
          <a:xfrm xmlns:a="http://schemas.openxmlformats.org/drawingml/2006/main">
            <a:off x="8943975"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Choose the next change</a:t>
            </a:r>
          </a:p>
        </p:txBody>
      </p:sp>
      <p:sp>
        <p:nvSpPr>
          <p:cNvPr id="103" name="">
            <a:extLst xmlns:a="http://schemas.openxmlformats.org/drawingml/2006/main">
              <a:ext uri="{FF2B5EF4-FFF2-40B4-BE49-F238E27FC236}">
                <a16:creationId xmlns:a16="http://schemas.microsoft.com/office/drawing/2014/main" id="{165A5AA2-14A8-461C-849C-8090E76B51D3}"/>
              </a:ext>
            </a:extLst>
          </p:cNvPr>
          <p:cNvSpPr>
            <a:spLocks xmlns:a="http://schemas.openxmlformats.org/drawingml/2006/main" noGrp="1"/>
          </p:cNvSpPr>
          <p:nvPr/>
        </p:nvSpPr>
        <p:spPr>
          <a:xfrm xmlns:a="http://schemas.openxmlformats.org/drawingml/2006/main">
            <a:off x="8943975"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Write one small improvement. Do not rebuild the whole page.</a:t>
            </a:r>
          </a:p>
        </p:txBody>
      </p:sp>
      <p:sp>
        <p:nvSpPr>
          <p:cNvPr id="104" name="">
            <a:extLst xmlns:a="http://schemas.openxmlformats.org/drawingml/2006/main">
              <a:ext uri="{FF2B5EF4-FFF2-40B4-BE49-F238E27FC236}">
                <a16:creationId xmlns:a16="http://schemas.microsoft.com/office/drawing/2014/main" id="{00A7EDBE-A5B2-4E5D-B73B-694C00AB2D2B}"/>
              </a:ext>
            </a:extLst>
          </p:cNvPr>
          <p:cNvSpPr>
            <a:spLocks xmlns:a="http://schemas.openxmlformats.org/drawingml/2006/main" noGrp="1"/>
          </p:cNvSpPr>
          <p:nvPr/>
        </p:nvSpPr>
        <p:spPr>
          <a:xfrm xmlns:a="http://schemas.openxmlformats.org/drawingml/2006/main">
            <a:off x="647700" y="470535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105" name="">
            <a:extLst xmlns:a="http://schemas.openxmlformats.org/drawingml/2006/main">
              <a:ext uri="{FF2B5EF4-FFF2-40B4-BE49-F238E27FC236}">
                <a16:creationId xmlns:a16="http://schemas.microsoft.com/office/drawing/2014/main" id="{D9FD0583-7684-46B1-8967-293E32A37F3F}"/>
              </a:ext>
            </a:extLst>
          </p:cNvPr>
          <p:cNvSpPr>
            <a:spLocks xmlns:a="http://schemas.openxmlformats.org/drawingml/2006/main" noGrp="1"/>
          </p:cNvSpPr>
          <p:nvPr/>
        </p:nvSpPr>
        <p:spPr>
          <a:xfrm xmlns:a="http://schemas.openxmlformats.org/drawingml/2006/main">
            <a:off x="742950" y="49530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What you learn becomes the next Plan step.</a:t>
            </a:r>
          </a:p>
        </p:txBody>
      </p:sp>
      <p:sp>
        <p:nvSpPr>
          <p:cNvPr id="106" name="">
            <a:extLst xmlns:a="http://schemas.openxmlformats.org/drawingml/2006/main">
              <a:ext uri="{FF2B5EF4-FFF2-40B4-BE49-F238E27FC236}">
                <a16:creationId xmlns:a16="http://schemas.microsoft.com/office/drawing/2014/main" id="{1C320E04-B898-4518-AA21-064DA55336E2}"/>
              </a:ext>
            </a:extLst>
          </p:cNvPr>
          <p:cNvSpPr>
            <a:spLocks xmlns:a="http://schemas.openxmlformats.org/drawingml/2006/main" noGrp="1"/>
          </p:cNvSpPr>
          <p:nvPr/>
        </p:nvSpPr>
        <p:spPr>
          <a:xfrm xmlns:a="http://schemas.openxmlformats.org/drawingml/2006/main">
            <a:off x="3667125" y="6381750"/>
            <a:ext cx="4857750" cy="0"/>
          </a:xfrm>
          <a:prstGeom xmlns:a="http://schemas.openxmlformats.org/drawingml/2006/main" prst="line">
            <a:avLst/>
          </a:prstGeom>
          <a:noFill xmlns:a="http://schemas.openxmlformats.org/drawingml/2006/main"/>
          <a:ln xmlns:a="http://schemas.openxmlformats.org/drawingml/2006/main" w="5715">
            <a:solidFill>
              <a:srgbClr val="D8E2EF"/>
            </a:solidFill>
            <a:prstDash val="solid"/>
          </a:ln>
        </p:spPr>
      </p:sp>
      <p:sp>
        <p:nvSpPr>
          <p:cNvPr id="107" name="">
            <a:extLst xmlns:a="http://schemas.openxmlformats.org/drawingml/2006/main">
              <a:ext uri="{FF2B5EF4-FFF2-40B4-BE49-F238E27FC236}">
                <a16:creationId xmlns:a16="http://schemas.microsoft.com/office/drawing/2014/main" id="{36FAD227-CE40-4C28-B5DE-7D79B0C94E7A}"/>
              </a:ext>
            </a:extLst>
          </p:cNvPr>
          <p:cNvSpPr>
            <a:spLocks xmlns:a="http://schemas.openxmlformats.org/drawingml/2006/main" noGrp="1"/>
          </p:cNvSpPr>
          <p:nvPr/>
        </p:nvSpPr>
        <p:spPr>
          <a:xfrm xmlns:a="http://schemas.openxmlformats.org/drawingml/2006/main">
            <a:off x="8162925" y="6381750"/>
            <a:ext cx="361950" cy="0"/>
          </a:xfrm>
          <a:prstGeom xmlns:a="http://schemas.openxmlformats.org/drawingml/2006/main" prst="line">
            <a:avLst/>
          </a:prstGeom>
          <a:noFill xmlns:a="http://schemas.openxmlformats.org/drawingml/2006/main"/>
          <a:ln xmlns:a="http://schemas.openxmlformats.org/drawingml/2006/main" w="28575">
            <a:solidFill>
              <a:srgbClr val="EF8B39"/>
            </a:solidFill>
            <a:prstDash val="solid"/>
          </a:ln>
        </p:spPr>
      </p:sp>
      <p:sp>
        <p:nvSpPr>
          <p:cNvPr id="108" name="">
            <a:extLst xmlns:a="http://schemas.openxmlformats.org/drawingml/2006/main">
              <a:ext uri="{FF2B5EF4-FFF2-40B4-BE49-F238E27FC236}">
                <a16:creationId xmlns:a16="http://schemas.microsoft.com/office/drawing/2014/main" id="{6F5DBA10-30DA-40A9-9EB6-CEB324A5509F}"/>
              </a:ext>
            </a:extLst>
          </p:cNvPr>
          <p:cNvSpPr>
            <a:spLocks xmlns:a="http://schemas.openxmlformats.org/drawingml/2006/main" noGrp="1"/>
          </p:cNvSpPr>
          <p:nvPr/>
        </p:nvSpPr>
        <p:spPr>
          <a:xfrm xmlns:a="http://schemas.openxmlformats.org/drawingml/2006/main">
            <a:off x="36337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09" name="">
            <a:extLst xmlns:a="http://schemas.openxmlformats.org/drawingml/2006/main">
              <a:ext uri="{FF2B5EF4-FFF2-40B4-BE49-F238E27FC236}">
                <a16:creationId xmlns:a16="http://schemas.microsoft.com/office/drawing/2014/main" id="{A2A48433-A5CE-4D7A-AFD8-F7FD8DF47FC5}"/>
              </a:ext>
            </a:extLst>
          </p:cNvPr>
          <p:cNvSpPr>
            <a:spLocks xmlns:a="http://schemas.openxmlformats.org/drawingml/2006/main" noGrp="1"/>
          </p:cNvSpPr>
          <p:nvPr/>
        </p:nvSpPr>
        <p:spPr>
          <a:xfrm xmlns:a="http://schemas.openxmlformats.org/drawingml/2006/main">
            <a:off x="32670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PLAN</a:t>
            </a:r>
          </a:p>
        </p:txBody>
      </p:sp>
      <p:sp>
        <p:nvSpPr>
          <p:cNvPr id="110" name="">
            <a:extLst xmlns:a="http://schemas.openxmlformats.org/drawingml/2006/main">
              <a:ext uri="{FF2B5EF4-FFF2-40B4-BE49-F238E27FC236}">
                <a16:creationId xmlns:a16="http://schemas.microsoft.com/office/drawing/2014/main" id="{93017B88-34FC-4BE6-B19D-AA3A3189F297}"/>
              </a:ext>
            </a:extLst>
          </p:cNvPr>
          <p:cNvSpPr>
            <a:spLocks xmlns:a="http://schemas.openxmlformats.org/drawingml/2006/main" noGrp="1"/>
          </p:cNvSpPr>
          <p:nvPr/>
        </p:nvSpPr>
        <p:spPr>
          <a:xfrm xmlns:a="http://schemas.openxmlformats.org/drawingml/2006/main">
            <a:off x="46053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11" name="">
            <a:extLst xmlns:a="http://schemas.openxmlformats.org/drawingml/2006/main">
              <a:ext uri="{FF2B5EF4-FFF2-40B4-BE49-F238E27FC236}">
                <a16:creationId xmlns:a16="http://schemas.microsoft.com/office/drawing/2014/main" id="{B60EB385-CDC1-48E3-BD4C-7871ED7EC4E0}"/>
              </a:ext>
            </a:extLst>
          </p:cNvPr>
          <p:cNvSpPr>
            <a:spLocks xmlns:a="http://schemas.openxmlformats.org/drawingml/2006/main" noGrp="1"/>
          </p:cNvSpPr>
          <p:nvPr/>
        </p:nvSpPr>
        <p:spPr>
          <a:xfrm xmlns:a="http://schemas.openxmlformats.org/drawingml/2006/main">
            <a:off x="42386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DESIGN</a:t>
            </a:r>
          </a:p>
        </p:txBody>
      </p:sp>
      <p:sp>
        <p:nvSpPr>
          <p:cNvPr id="112" name="">
            <a:extLst xmlns:a="http://schemas.openxmlformats.org/drawingml/2006/main">
              <a:ext uri="{FF2B5EF4-FFF2-40B4-BE49-F238E27FC236}">
                <a16:creationId xmlns:a16="http://schemas.microsoft.com/office/drawing/2014/main" id="{00E33161-28D5-4B11-8382-B7E17A8427FC}"/>
              </a:ext>
            </a:extLst>
          </p:cNvPr>
          <p:cNvSpPr>
            <a:spLocks xmlns:a="http://schemas.openxmlformats.org/drawingml/2006/main" noGrp="1"/>
          </p:cNvSpPr>
          <p:nvPr/>
        </p:nvSpPr>
        <p:spPr>
          <a:xfrm xmlns:a="http://schemas.openxmlformats.org/drawingml/2006/main">
            <a:off x="55768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13" name="">
            <a:extLst xmlns:a="http://schemas.openxmlformats.org/drawingml/2006/main">
              <a:ext uri="{FF2B5EF4-FFF2-40B4-BE49-F238E27FC236}">
                <a16:creationId xmlns:a16="http://schemas.microsoft.com/office/drawing/2014/main" id="{2A4A1AD3-7640-4125-BF6D-46DEC96B293F}"/>
              </a:ext>
            </a:extLst>
          </p:cNvPr>
          <p:cNvSpPr>
            <a:spLocks xmlns:a="http://schemas.openxmlformats.org/drawingml/2006/main" noGrp="1"/>
          </p:cNvSpPr>
          <p:nvPr/>
        </p:nvSpPr>
        <p:spPr>
          <a:xfrm xmlns:a="http://schemas.openxmlformats.org/drawingml/2006/main">
            <a:off x="52101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BUILD</a:t>
            </a:r>
          </a:p>
        </p:txBody>
      </p:sp>
      <p:sp>
        <p:nvSpPr>
          <p:cNvPr id="114" name="">
            <a:extLst xmlns:a="http://schemas.openxmlformats.org/drawingml/2006/main">
              <a:ext uri="{FF2B5EF4-FFF2-40B4-BE49-F238E27FC236}">
                <a16:creationId xmlns:a16="http://schemas.microsoft.com/office/drawing/2014/main" id="{6BD1E3DF-89CA-4DB0-8C53-D0BB0CDE6777}"/>
              </a:ext>
            </a:extLst>
          </p:cNvPr>
          <p:cNvSpPr>
            <a:spLocks xmlns:a="http://schemas.openxmlformats.org/drawingml/2006/main" noGrp="1"/>
          </p:cNvSpPr>
          <p:nvPr/>
        </p:nvSpPr>
        <p:spPr>
          <a:xfrm xmlns:a="http://schemas.openxmlformats.org/drawingml/2006/main">
            <a:off x="65484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15" name="">
            <a:extLst xmlns:a="http://schemas.openxmlformats.org/drawingml/2006/main">
              <a:ext uri="{FF2B5EF4-FFF2-40B4-BE49-F238E27FC236}">
                <a16:creationId xmlns:a16="http://schemas.microsoft.com/office/drawing/2014/main" id="{51138469-5A55-4B75-BA76-998B21AB7870}"/>
              </a:ext>
            </a:extLst>
          </p:cNvPr>
          <p:cNvSpPr>
            <a:spLocks xmlns:a="http://schemas.openxmlformats.org/drawingml/2006/main" noGrp="1"/>
          </p:cNvSpPr>
          <p:nvPr/>
        </p:nvSpPr>
        <p:spPr>
          <a:xfrm xmlns:a="http://schemas.openxmlformats.org/drawingml/2006/main">
            <a:off x="61817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TEST</a:t>
            </a:r>
          </a:p>
        </p:txBody>
      </p:sp>
      <p:sp>
        <p:nvSpPr>
          <p:cNvPr id="116" name="">
            <a:extLst xmlns:a="http://schemas.openxmlformats.org/drawingml/2006/main">
              <a:ext uri="{FF2B5EF4-FFF2-40B4-BE49-F238E27FC236}">
                <a16:creationId xmlns:a16="http://schemas.microsoft.com/office/drawing/2014/main" id="{CAFB1FAF-9B7D-4F01-AC96-C5CD45D13958}"/>
              </a:ext>
            </a:extLst>
          </p:cNvPr>
          <p:cNvSpPr>
            <a:spLocks xmlns:a="http://schemas.openxmlformats.org/drawingml/2006/main" noGrp="1"/>
          </p:cNvSpPr>
          <p:nvPr/>
        </p:nvSpPr>
        <p:spPr>
          <a:xfrm xmlns:a="http://schemas.openxmlformats.org/drawingml/2006/main">
            <a:off x="75199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17" name="">
            <a:extLst xmlns:a="http://schemas.openxmlformats.org/drawingml/2006/main">
              <a:ext uri="{FF2B5EF4-FFF2-40B4-BE49-F238E27FC236}">
                <a16:creationId xmlns:a16="http://schemas.microsoft.com/office/drawing/2014/main" id="{51206DC3-582E-4856-9BF0-E48730C76835}"/>
              </a:ext>
            </a:extLst>
          </p:cNvPr>
          <p:cNvSpPr>
            <a:spLocks xmlns:a="http://schemas.openxmlformats.org/drawingml/2006/main" noGrp="1"/>
          </p:cNvSpPr>
          <p:nvPr/>
        </p:nvSpPr>
        <p:spPr>
          <a:xfrm xmlns:a="http://schemas.openxmlformats.org/drawingml/2006/main">
            <a:off x="71532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DEPLOY</a:t>
            </a:r>
          </a:p>
        </p:txBody>
      </p:sp>
      <p:sp>
        <p:nvSpPr>
          <p:cNvPr id="118" name="">
            <a:extLst xmlns:a="http://schemas.openxmlformats.org/drawingml/2006/main">
              <a:ext uri="{FF2B5EF4-FFF2-40B4-BE49-F238E27FC236}">
                <a16:creationId xmlns:a16="http://schemas.microsoft.com/office/drawing/2014/main" id="{3789FA41-D9FD-4390-BB2C-40A33AE778C8}"/>
              </a:ext>
            </a:extLst>
          </p:cNvPr>
          <p:cNvSpPr>
            <a:spLocks xmlns:a="http://schemas.openxmlformats.org/drawingml/2006/main" noGrp="1"/>
          </p:cNvSpPr>
          <p:nvPr/>
        </p:nvSpPr>
        <p:spPr>
          <a:xfrm xmlns:a="http://schemas.openxmlformats.org/drawingml/2006/main">
            <a:off x="8477250" y="6334125"/>
            <a:ext cx="95250" cy="95250"/>
          </a:xfrm>
          <a:prstGeom xmlns:a="http://schemas.openxmlformats.org/drawingml/2006/main" prst="ellipse">
            <a:avLst/>
          </a:prstGeom>
          <a:solidFill xmlns:a="http://schemas.openxmlformats.org/drawingml/2006/main">
            <a:srgbClr val="EF8B39"/>
          </a:solidFill>
          <a:ln xmlns:a="http://schemas.openxmlformats.org/drawingml/2006/main" w="9525">
            <a:solidFill>
              <a:srgbClr val="EF8B39"/>
            </a:solidFill>
            <a:prstDash val="solid"/>
          </a:ln>
        </p:spPr>
      </p:sp>
      <p:sp>
        <p:nvSpPr>
          <p:cNvPr id="119" name="">
            <a:extLst xmlns:a="http://schemas.openxmlformats.org/drawingml/2006/main">
              <a:ext uri="{FF2B5EF4-FFF2-40B4-BE49-F238E27FC236}">
                <a16:creationId xmlns:a16="http://schemas.microsoft.com/office/drawing/2014/main" id="{759D63F2-94A8-4BAA-A194-D7F09EB4118F}"/>
              </a:ext>
            </a:extLst>
          </p:cNvPr>
          <p:cNvSpPr>
            <a:spLocks xmlns:a="http://schemas.openxmlformats.org/drawingml/2006/main" noGrp="1"/>
          </p:cNvSpPr>
          <p:nvPr/>
        </p:nvSpPr>
        <p:spPr>
          <a:xfrm xmlns:a="http://schemas.openxmlformats.org/drawingml/2006/main">
            <a:off x="81248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1">
                <a:solidFill>
                  <a:srgbClr val="B93800"/>
                </a:solidFill>
                <a:latin typeface="Montserrat"/>
                <a:ea typeface="Montserrat"/>
                <a:cs typeface="Montserrat"/>
              </a:defRPr>
            </a:defPPr>
            <a:lvl1pPr algn="ctr">
              <a:defRPr sz="675" b="1">
                <a:solidFill>
                  <a:srgbClr val="B93800"/>
                </a:solidFill>
                <a:latin typeface="Montserrat"/>
                <a:ea typeface="Montserrat"/>
                <a:cs typeface="Montserrat"/>
              </a:defRPr>
            </a:lvl1pPr>
            <a:lvl2pPr algn="ctr">
              <a:defRPr sz="675" b="1">
                <a:solidFill>
                  <a:srgbClr val="B93800"/>
                </a:solidFill>
                <a:latin typeface="Montserrat"/>
                <a:ea typeface="Montserrat"/>
                <a:cs typeface="Montserrat"/>
              </a:defRPr>
            </a:lvl2pPr>
            <a:lvl3pPr algn="ctr">
              <a:defRPr sz="675" b="1">
                <a:solidFill>
                  <a:srgbClr val="B93800"/>
                </a:solidFill>
                <a:latin typeface="Montserrat"/>
                <a:ea typeface="Montserrat"/>
                <a:cs typeface="Montserrat"/>
              </a:defRPr>
            </a:lvl3pPr>
            <a:lvl4pPr algn="ctr">
              <a:defRPr sz="675" b="1">
                <a:solidFill>
                  <a:srgbClr val="B93800"/>
                </a:solidFill>
                <a:latin typeface="Montserrat"/>
                <a:ea typeface="Montserrat"/>
                <a:cs typeface="Montserrat"/>
              </a:defRPr>
            </a:lvl4pPr>
            <a:lvl5pPr algn="ctr">
              <a:defRPr sz="675" b="1">
                <a:solidFill>
                  <a:srgbClr val="B93800"/>
                </a:solidFill>
                <a:latin typeface="Montserrat"/>
                <a:ea typeface="Montserrat"/>
                <a:cs typeface="Montserrat"/>
              </a:defRPr>
            </a:lvl5pPr>
            <a:lvl6pPr algn="ctr">
              <a:defRPr sz="675" b="1">
                <a:solidFill>
                  <a:srgbClr val="B93800"/>
                </a:solidFill>
                <a:latin typeface="Montserrat"/>
                <a:ea typeface="Montserrat"/>
                <a:cs typeface="Montserrat"/>
              </a:defRPr>
            </a:lvl6pPr>
            <a:lvl7pPr algn="ctr">
              <a:defRPr sz="675" b="1">
                <a:solidFill>
                  <a:srgbClr val="B93800"/>
                </a:solidFill>
                <a:latin typeface="Montserrat"/>
                <a:ea typeface="Montserrat"/>
                <a:cs typeface="Montserrat"/>
              </a:defRPr>
            </a:lvl7pPr>
            <a:lvl8pPr algn="ctr">
              <a:defRPr sz="675" b="1">
                <a:solidFill>
                  <a:srgbClr val="B93800"/>
                </a:solidFill>
                <a:latin typeface="Montserrat"/>
                <a:ea typeface="Montserrat"/>
                <a:cs typeface="Montserrat"/>
              </a:defRPr>
            </a:lvl8pPr>
            <a:lvl9pPr algn="ctr">
              <a:defRPr sz="675" b="1">
                <a:solidFill>
                  <a:srgbClr val="B93800"/>
                </a:solidFill>
                <a:latin typeface="Montserrat"/>
                <a:ea typeface="Montserrat"/>
                <a:cs typeface="Montserrat"/>
              </a:defRPr>
            </a:lvl9pPr>
          </a:lstStyle>
          <a:p xmlns:a="http://schemas.openxmlformats.org/drawingml/2006/main">
            <a:pPr algn="ctr">
              <a:defRPr sz="675" b="1">
                <a:solidFill>
                  <a:srgbClr val="B93800"/>
                </a:solidFill>
                <a:latin typeface="Montserrat"/>
                <a:ea typeface="Montserrat"/>
                <a:cs typeface="Montserrat"/>
              </a:defRPr>
            </a:pPr>
            <a:r>
              <a:rPr sz="675" b="1">
                <a:solidFill>
                  <a:srgbClr val="B93800"/>
                </a:solidFill>
                <a:latin typeface="Montserrat"/>
                <a:ea typeface="Montserrat"/>
                <a:cs typeface="Montserrat"/>
              </a:rPr>
              <a:t>MAINTAIN</a:t>
            </a:r>
          </a:p>
        </p:txBody>
      </p:sp>
    </p:spTree>
    <p:extLst>
      <p:ext uri="{BB962C8B-B14F-4D97-AF65-F5344CB8AC3E}">
        <p14:creationId xmlns:p14="http://schemas.microsoft.com/office/powerpoint/2010/main" val="471383132"/>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BCC70F20-9D1D-4C6F-AB0A-C0FB644EA27D}"/>
              </a:ext>
            </a:extLst>
          </p:cNvPr>
          <p:cNvPicPr>
            <a:picLocks xmlns:a="http://schemas.openxmlformats.org/drawingml/2006/main" noChangeAspect="1"/>
          </p:cNvPicPr>
          <p:nvPr/>
        </p:nvPicPr>
        <p:blipFill>
          <a:blip xmlns:r="http://schemas.openxmlformats.org/officeDocument/2006/relationships" xmlns:a="http://schemas.openxmlformats.org/drawingml/2006/main" r:embed="R41e14c50ed4d4b37"/>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9C535F9A-EEF3-422F-BF71-3597A6DD3378}"/>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36 / 63</a:t>
            </a:r>
            <a:endParaRPr sz="900"/>
          </a:p>
        </p:txBody>
      </p:sp>
      <p:sp>
        <p:nvSpPr>
          <p:cNvPr id="70" name="">
            <a:extLst xmlns:a="http://schemas.openxmlformats.org/drawingml/2006/main">
              <a:ext uri="{FF2B5EF4-FFF2-40B4-BE49-F238E27FC236}">
                <a16:creationId xmlns:a16="http://schemas.microsoft.com/office/drawing/2014/main" id="{DDEADEB0-CB1F-449F-9C25-FAC6C60357D1}"/>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EF8B39"/>
                </a:solidFill>
                <a:latin typeface="Montserrat"/>
                <a:ea typeface="Montserrat"/>
                <a:cs typeface="Montserrat"/>
              </a:defRPr>
            </a:defPPr>
            <a:lvl1pPr algn="l">
              <a:defRPr sz="1050" b="1">
                <a:solidFill>
                  <a:srgbClr val="EF8B39"/>
                </a:solidFill>
                <a:latin typeface="Montserrat"/>
                <a:ea typeface="Montserrat"/>
                <a:cs typeface="Montserrat"/>
              </a:defRPr>
            </a:lvl1pPr>
            <a:lvl2pPr algn="l">
              <a:defRPr sz="1050" b="1">
                <a:solidFill>
                  <a:srgbClr val="EF8B39"/>
                </a:solidFill>
                <a:latin typeface="Montserrat"/>
                <a:ea typeface="Montserrat"/>
                <a:cs typeface="Montserrat"/>
              </a:defRPr>
            </a:lvl2pPr>
            <a:lvl3pPr algn="l">
              <a:defRPr sz="1050" b="1">
                <a:solidFill>
                  <a:srgbClr val="EF8B39"/>
                </a:solidFill>
                <a:latin typeface="Montserrat"/>
                <a:ea typeface="Montserrat"/>
                <a:cs typeface="Montserrat"/>
              </a:defRPr>
            </a:lvl3pPr>
            <a:lvl4pPr algn="l">
              <a:defRPr sz="1050" b="1">
                <a:solidFill>
                  <a:srgbClr val="EF8B39"/>
                </a:solidFill>
                <a:latin typeface="Montserrat"/>
                <a:ea typeface="Montserrat"/>
                <a:cs typeface="Montserrat"/>
              </a:defRPr>
            </a:lvl4pPr>
            <a:lvl5pPr algn="l">
              <a:defRPr sz="1050" b="1">
                <a:solidFill>
                  <a:srgbClr val="EF8B39"/>
                </a:solidFill>
                <a:latin typeface="Montserrat"/>
                <a:ea typeface="Montserrat"/>
                <a:cs typeface="Montserrat"/>
              </a:defRPr>
            </a:lvl5pPr>
            <a:lvl6pPr algn="l">
              <a:defRPr sz="1050" b="1">
                <a:solidFill>
                  <a:srgbClr val="EF8B39"/>
                </a:solidFill>
                <a:latin typeface="Montserrat"/>
                <a:ea typeface="Montserrat"/>
                <a:cs typeface="Montserrat"/>
              </a:defRPr>
            </a:lvl6pPr>
            <a:lvl7pPr algn="l">
              <a:defRPr sz="1050" b="1">
                <a:solidFill>
                  <a:srgbClr val="EF8B39"/>
                </a:solidFill>
                <a:latin typeface="Montserrat"/>
                <a:ea typeface="Montserrat"/>
                <a:cs typeface="Montserrat"/>
              </a:defRPr>
            </a:lvl7pPr>
            <a:lvl8pPr algn="l">
              <a:defRPr sz="1050" b="1">
                <a:solidFill>
                  <a:srgbClr val="EF8B39"/>
                </a:solidFill>
                <a:latin typeface="Montserrat"/>
                <a:ea typeface="Montserrat"/>
                <a:cs typeface="Montserrat"/>
              </a:defRPr>
            </a:lvl8pPr>
            <a:lvl9pPr algn="l">
              <a:defRPr sz="1050" b="1">
                <a:solidFill>
                  <a:srgbClr val="EF8B39"/>
                </a:solidFill>
                <a:latin typeface="Montserrat"/>
                <a:ea typeface="Montserrat"/>
                <a:cs typeface="Montserrat"/>
              </a:defRPr>
            </a:lvl9pPr>
          </a:lstStyle>
          <a:p xmlns:a="http://schemas.openxmlformats.org/drawingml/2006/main">
            <a:pPr algn="l">
              <a:defRPr sz="1050" b="1">
                <a:solidFill>
                  <a:srgbClr val="EF8B39"/>
                </a:solidFill>
                <a:latin typeface="Montserrat"/>
                <a:ea typeface="Montserrat"/>
                <a:cs typeface="Montserrat"/>
              </a:defRPr>
            </a:pPr>
            <a:r>
              <a:rPr sz="1050" b="1">
                <a:solidFill>
                  <a:srgbClr val="EF8B39"/>
                </a:solidFill>
                <a:latin typeface="Montserrat"/>
                <a:ea typeface="Montserrat"/>
                <a:cs typeface="Montserrat"/>
              </a:rPr>
              <a:t>// EXERCISE 1 · REVIEW</a:t>
            </a:r>
          </a:p>
        </p:txBody>
      </p:sp>
      <p:sp>
        <p:nvSpPr>
          <p:cNvPr id="71" name="">
            <a:extLst xmlns:a="http://schemas.openxmlformats.org/drawingml/2006/main">
              <a:ext uri="{FF2B5EF4-FFF2-40B4-BE49-F238E27FC236}">
                <a16:creationId xmlns:a16="http://schemas.microsoft.com/office/drawing/2014/main" id="{C87D6B4F-124D-47C1-AA67-31E59E17FE29}"/>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B93800"/>
                </a:solidFill>
                <a:latin typeface="Montserrat"/>
                <a:ea typeface="Montserrat"/>
                <a:cs typeface="Montserrat"/>
              </a:defRPr>
            </a:defPPr>
            <a:lvl1pPr algn="r">
              <a:defRPr sz="900" b="0">
                <a:solidFill>
                  <a:srgbClr val="B93800"/>
                </a:solidFill>
                <a:latin typeface="Montserrat"/>
                <a:ea typeface="Montserrat"/>
                <a:cs typeface="Montserrat"/>
              </a:defRPr>
            </a:lvl1pPr>
            <a:lvl2pPr algn="r">
              <a:defRPr sz="900" b="0">
                <a:solidFill>
                  <a:srgbClr val="B93800"/>
                </a:solidFill>
                <a:latin typeface="Montserrat"/>
                <a:ea typeface="Montserrat"/>
                <a:cs typeface="Montserrat"/>
              </a:defRPr>
            </a:lvl2pPr>
            <a:lvl3pPr algn="r">
              <a:defRPr sz="900" b="0">
                <a:solidFill>
                  <a:srgbClr val="B93800"/>
                </a:solidFill>
                <a:latin typeface="Montserrat"/>
                <a:ea typeface="Montserrat"/>
                <a:cs typeface="Montserrat"/>
              </a:defRPr>
            </a:lvl3pPr>
            <a:lvl4pPr algn="r">
              <a:defRPr sz="900" b="0">
                <a:solidFill>
                  <a:srgbClr val="B93800"/>
                </a:solidFill>
                <a:latin typeface="Montserrat"/>
                <a:ea typeface="Montserrat"/>
                <a:cs typeface="Montserrat"/>
              </a:defRPr>
            </a:lvl4pPr>
            <a:lvl5pPr algn="r">
              <a:defRPr sz="900" b="0">
                <a:solidFill>
                  <a:srgbClr val="B93800"/>
                </a:solidFill>
                <a:latin typeface="Montserrat"/>
                <a:ea typeface="Montserrat"/>
                <a:cs typeface="Montserrat"/>
              </a:defRPr>
            </a:lvl5pPr>
            <a:lvl6pPr algn="r">
              <a:defRPr sz="900" b="0">
                <a:solidFill>
                  <a:srgbClr val="B93800"/>
                </a:solidFill>
                <a:latin typeface="Montserrat"/>
                <a:ea typeface="Montserrat"/>
                <a:cs typeface="Montserrat"/>
              </a:defRPr>
            </a:lvl6pPr>
            <a:lvl7pPr algn="r">
              <a:defRPr sz="900" b="0">
                <a:solidFill>
                  <a:srgbClr val="B93800"/>
                </a:solidFill>
                <a:latin typeface="Montserrat"/>
                <a:ea typeface="Montserrat"/>
                <a:cs typeface="Montserrat"/>
              </a:defRPr>
            </a:lvl7pPr>
            <a:lvl8pPr algn="r">
              <a:defRPr sz="900" b="0">
                <a:solidFill>
                  <a:srgbClr val="B93800"/>
                </a:solidFill>
                <a:latin typeface="Montserrat"/>
                <a:ea typeface="Montserrat"/>
                <a:cs typeface="Montserrat"/>
              </a:defRPr>
            </a:lvl8pPr>
            <a:lvl9pPr algn="r">
              <a:defRPr sz="900" b="0">
                <a:solidFill>
                  <a:srgbClr val="B93800"/>
                </a:solidFill>
                <a:latin typeface="Montserrat"/>
                <a:ea typeface="Montserrat"/>
                <a:cs typeface="Montserrat"/>
              </a:defRPr>
            </a:lvl9pPr>
          </a:lstStyle>
          <a:p xmlns:a="http://schemas.openxmlformats.org/drawingml/2006/main">
            <a:pPr algn="r">
              <a:defRPr sz="900" b="0">
                <a:solidFill>
                  <a:srgbClr val="B93800"/>
                </a:solidFill>
                <a:latin typeface="Montserrat"/>
                <a:ea typeface="Montserrat"/>
                <a:cs typeface="Montserrat"/>
              </a:defRPr>
            </a:pPr>
            <a:r>
              <a:rPr sz="900" b="0">
                <a:solidFill>
                  <a:srgbClr val="B93800"/>
                </a:solidFill>
                <a:latin typeface="Montserrat"/>
                <a:ea typeface="Montserrat"/>
                <a:cs typeface="Montserrat"/>
              </a:rPr>
              <a:t>1:40–2:30</a:t>
            </a:r>
          </a:p>
        </p:txBody>
      </p:sp>
      <p:sp>
        <p:nvSpPr>
          <p:cNvPr id="72" name="">
            <a:extLst xmlns:a="http://schemas.openxmlformats.org/drawingml/2006/main">
              <a:ext uri="{FF2B5EF4-FFF2-40B4-BE49-F238E27FC236}">
                <a16:creationId xmlns:a16="http://schemas.microsoft.com/office/drawing/2014/main" id="{51D3A6DD-C53E-441D-95C2-2AE6DB7129D0}"/>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Website review</a:t>
            </a:r>
          </a:p>
        </p:txBody>
      </p:sp>
      <p:sp>
        <p:nvSpPr>
          <p:cNvPr id="73" name="">
            <a:extLst xmlns:a="http://schemas.openxmlformats.org/drawingml/2006/main">
              <a:ext uri="{FF2B5EF4-FFF2-40B4-BE49-F238E27FC236}">
                <a16:creationId xmlns:a16="http://schemas.microsoft.com/office/drawing/2014/main" id="{8D8BCB85-E0DB-40A7-B9DC-C57AB22355EC}"/>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SHOW THE WORK · SAY WHAT YOU LEARNED</a:t>
            </a:r>
          </a:p>
        </p:txBody>
      </p:sp>
      <p:sp>
        <p:nvSpPr>
          <p:cNvPr id="74" name="">
            <a:extLst xmlns:a="http://schemas.openxmlformats.org/drawingml/2006/main">
              <a:ext uri="{FF2B5EF4-FFF2-40B4-BE49-F238E27FC236}">
                <a16:creationId xmlns:a16="http://schemas.microsoft.com/office/drawing/2014/main" id="{71699C2A-6412-42F8-AFB6-7C5524D673C1}"/>
              </a:ext>
            </a:extLst>
          </p:cNvPr>
          <p:cNvSpPr>
            <a:spLocks xmlns:a="http://schemas.openxmlformats.org/drawingml/2006/main" noGrp="1"/>
          </p:cNvSpPr>
          <p:nvPr/>
        </p:nvSpPr>
        <p:spPr>
          <a:xfrm xmlns:a="http://schemas.openxmlformats.org/drawingml/2006/main">
            <a:off x="647700" y="2009775"/>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75" name="">
            <a:extLst xmlns:a="http://schemas.openxmlformats.org/drawingml/2006/main">
              <a:ext uri="{FF2B5EF4-FFF2-40B4-BE49-F238E27FC236}">
                <a16:creationId xmlns:a16="http://schemas.microsoft.com/office/drawing/2014/main" id="{4A58128F-4B0B-46B3-89D6-CAB38F7EBC29}"/>
              </a:ext>
            </a:extLst>
          </p:cNvPr>
          <p:cNvSpPr>
            <a:spLocks xmlns:a="http://schemas.openxmlformats.org/drawingml/2006/main" noGrp="1"/>
          </p:cNvSpPr>
          <p:nvPr/>
        </p:nvSpPr>
        <p:spPr>
          <a:xfrm xmlns:a="http://schemas.openxmlformats.org/drawingml/2006/main">
            <a:off x="742950" y="23812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EF8B39"/>
                </a:solidFill>
                <a:latin typeface="Courier New"/>
                <a:ea typeface="Courier New"/>
                <a:cs typeface="Courier New"/>
              </a:defRPr>
            </a:defPPr>
            <a:lvl1pPr algn="l">
              <a:defRPr sz="900" b="0">
                <a:solidFill>
                  <a:srgbClr val="EF8B39"/>
                </a:solidFill>
                <a:latin typeface="Courier New"/>
                <a:ea typeface="Courier New"/>
                <a:cs typeface="Courier New"/>
              </a:defRPr>
            </a:lvl1pPr>
            <a:lvl2pPr algn="l">
              <a:defRPr sz="900" b="0">
                <a:solidFill>
                  <a:srgbClr val="EF8B39"/>
                </a:solidFill>
                <a:latin typeface="Courier New"/>
                <a:ea typeface="Courier New"/>
                <a:cs typeface="Courier New"/>
              </a:defRPr>
            </a:lvl2pPr>
            <a:lvl3pPr algn="l">
              <a:defRPr sz="900" b="0">
                <a:solidFill>
                  <a:srgbClr val="EF8B39"/>
                </a:solidFill>
                <a:latin typeface="Courier New"/>
                <a:ea typeface="Courier New"/>
                <a:cs typeface="Courier New"/>
              </a:defRPr>
            </a:lvl3pPr>
            <a:lvl4pPr algn="l">
              <a:defRPr sz="900" b="0">
                <a:solidFill>
                  <a:srgbClr val="EF8B39"/>
                </a:solidFill>
                <a:latin typeface="Courier New"/>
                <a:ea typeface="Courier New"/>
                <a:cs typeface="Courier New"/>
              </a:defRPr>
            </a:lvl4pPr>
            <a:lvl5pPr algn="l">
              <a:defRPr sz="900" b="0">
                <a:solidFill>
                  <a:srgbClr val="EF8B39"/>
                </a:solidFill>
                <a:latin typeface="Courier New"/>
                <a:ea typeface="Courier New"/>
                <a:cs typeface="Courier New"/>
              </a:defRPr>
            </a:lvl5pPr>
            <a:lvl6pPr algn="l">
              <a:defRPr sz="900" b="0">
                <a:solidFill>
                  <a:srgbClr val="EF8B39"/>
                </a:solidFill>
                <a:latin typeface="Courier New"/>
                <a:ea typeface="Courier New"/>
                <a:cs typeface="Courier New"/>
              </a:defRPr>
            </a:lvl6pPr>
            <a:lvl7pPr algn="l">
              <a:defRPr sz="900" b="0">
                <a:solidFill>
                  <a:srgbClr val="EF8B39"/>
                </a:solidFill>
                <a:latin typeface="Courier New"/>
                <a:ea typeface="Courier New"/>
                <a:cs typeface="Courier New"/>
              </a:defRPr>
            </a:lvl7pPr>
            <a:lvl8pPr algn="l">
              <a:defRPr sz="900" b="0">
                <a:solidFill>
                  <a:srgbClr val="EF8B39"/>
                </a:solidFill>
                <a:latin typeface="Courier New"/>
                <a:ea typeface="Courier New"/>
                <a:cs typeface="Courier New"/>
              </a:defRPr>
            </a:lvl8pPr>
            <a:lvl9pPr algn="l">
              <a:defRPr sz="900" b="0">
                <a:solidFill>
                  <a:srgbClr val="EF8B39"/>
                </a:solidFill>
                <a:latin typeface="Courier New"/>
                <a:ea typeface="Courier New"/>
                <a:cs typeface="Courier New"/>
              </a:defRPr>
            </a:lvl9pPr>
          </a:lstStyle>
          <a:p xmlns:a="http://schemas.openxmlformats.org/drawingml/2006/main">
            <a:pPr algn="l">
              <a:defRPr sz="900" b="0">
                <a:solidFill>
                  <a:srgbClr val="EF8B39"/>
                </a:solidFill>
                <a:latin typeface="Courier New"/>
                <a:ea typeface="Courier New"/>
                <a:cs typeface="Courier New"/>
              </a:defRPr>
            </a:pPr>
            <a:r>
              <a:rPr sz="900" b="0">
                <a:solidFill>
                  <a:srgbClr val="EF8B39"/>
                </a:solidFill>
                <a:latin typeface="Courier New"/>
                <a:ea typeface="Courier New"/>
                <a:cs typeface="Courier New"/>
              </a:rPr>
              <a:t>01</a:t>
            </a:r>
          </a:p>
        </p:txBody>
      </p:sp>
      <p:sp>
        <p:nvSpPr>
          <p:cNvPr id="76" name="">
            <a:extLst xmlns:a="http://schemas.openxmlformats.org/drawingml/2006/main">
              <a:ext uri="{FF2B5EF4-FFF2-40B4-BE49-F238E27FC236}">
                <a16:creationId xmlns:a16="http://schemas.microsoft.com/office/drawing/2014/main" id="{050E931C-D5C5-4C84-A9A5-E9CA5BA5EA83}"/>
              </a:ext>
            </a:extLst>
          </p:cNvPr>
          <p:cNvSpPr>
            <a:spLocks xmlns:a="http://schemas.openxmlformats.org/drawingml/2006/main" noGrp="1"/>
          </p:cNvSpPr>
          <p:nvPr/>
        </p:nvSpPr>
        <p:spPr>
          <a:xfrm xmlns:a="http://schemas.openxmlformats.org/drawingml/2006/main">
            <a:off x="1352550" y="2352675"/>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Open the live website and use its main action</a:t>
            </a:r>
          </a:p>
        </p:txBody>
      </p:sp>
      <p:sp>
        <p:nvSpPr>
          <p:cNvPr id="77" name="">
            <a:extLst xmlns:a="http://schemas.openxmlformats.org/drawingml/2006/main">
              <a:ext uri="{FF2B5EF4-FFF2-40B4-BE49-F238E27FC236}">
                <a16:creationId xmlns:a16="http://schemas.microsoft.com/office/drawing/2014/main" id="{A30240CB-35E4-4869-AEDD-D5F673BBEF6B}"/>
              </a:ext>
            </a:extLst>
          </p:cNvPr>
          <p:cNvSpPr>
            <a:spLocks xmlns:a="http://schemas.openxmlformats.org/drawingml/2006/main" noGrp="1"/>
          </p:cNvSpPr>
          <p:nvPr/>
        </p:nvSpPr>
        <p:spPr>
          <a:xfrm xmlns:a="http://schemas.openxmlformats.org/drawingml/2006/main">
            <a:off x="742950" y="29718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EF8B39"/>
                </a:solidFill>
                <a:latin typeface="Courier New"/>
                <a:ea typeface="Courier New"/>
                <a:cs typeface="Courier New"/>
              </a:defRPr>
            </a:defPPr>
            <a:lvl1pPr algn="l">
              <a:defRPr sz="900" b="0">
                <a:solidFill>
                  <a:srgbClr val="EF8B39"/>
                </a:solidFill>
                <a:latin typeface="Courier New"/>
                <a:ea typeface="Courier New"/>
                <a:cs typeface="Courier New"/>
              </a:defRPr>
            </a:lvl1pPr>
            <a:lvl2pPr algn="l">
              <a:defRPr sz="900" b="0">
                <a:solidFill>
                  <a:srgbClr val="EF8B39"/>
                </a:solidFill>
                <a:latin typeface="Courier New"/>
                <a:ea typeface="Courier New"/>
                <a:cs typeface="Courier New"/>
              </a:defRPr>
            </a:lvl2pPr>
            <a:lvl3pPr algn="l">
              <a:defRPr sz="900" b="0">
                <a:solidFill>
                  <a:srgbClr val="EF8B39"/>
                </a:solidFill>
                <a:latin typeface="Courier New"/>
                <a:ea typeface="Courier New"/>
                <a:cs typeface="Courier New"/>
              </a:defRPr>
            </a:lvl3pPr>
            <a:lvl4pPr algn="l">
              <a:defRPr sz="900" b="0">
                <a:solidFill>
                  <a:srgbClr val="EF8B39"/>
                </a:solidFill>
                <a:latin typeface="Courier New"/>
                <a:ea typeface="Courier New"/>
                <a:cs typeface="Courier New"/>
              </a:defRPr>
            </a:lvl4pPr>
            <a:lvl5pPr algn="l">
              <a:defRPr sz="900" b="0">
                <a:solidFill>
                  <a:srgbClr val="EF8B39"/>
                </a:solidFill>
                <a:latin typeface="Courier New"/>
                <a:ea typeface="Courier New"/>
                <a:cs typeface="Courier New"/>
              </a:defRPr>
            </a:lvl5pPr>
            <a:lvl6pPr algn="l">
              <a:defRPr sz="900" b="0">
                <a:solidFill>
                  <a:srgbClr val="EF8B39"/>
                </a:solidFill>
                <a:latin typeface="Courier New"/>
                <a:ea typeface="Courier New"/>
                <a:cs typeface="Courier New"/>
              </a:defRPr>
            </a:lvl6pPr>
            <a:lvl7pPr algn="l">
              <a:defRPr sz="900" b="0">
                <a:solidFill>
                  <a:srgbClr val="EF8B39"/>
                </a:solidFill>
                <a:latin typeface="Courier New"/>
                <a:ea typeface="Courier New"/>
                <a:cs typeface="Courier New"/>
              </a:defRPr>
            </a:lvl7pPr>
            <a:lvl8pPr algn="l">
              <a:defRPr sz="900" b="0">
                <a:solidFill>
                  <a:srgbClr val="EF8B39"/>
                </a:solidFill>
                <a:latin typeface="Courier New"/>
                <a:ea typeface="Courier New"/>
                <a:cs typeface="Courier New"/>
              </a:defRPr>
            </a:lvl8pPr>
            <a:lvl9pPr algn="l">
              <a:defRPr sz="900" b="0">
                <a:solidFill>
                  <a:srgbClr val="EF8B39"/>
                </a:solidFill>
                <a:latin typeface="Courier New"/>
                <a:ea typeface="Courier New"/>
                <a:cs typeface="Courier New"/>
              </a:defRPr>
            </a:lvl9pPr>
          </a:lstStyle>
          <a:p xmlns:a="http://schemas.openxmlformats.org/drawingml/2006/main">
            <a:pPr algn="l">
              <a:defRPr sz="900" b="0">
                <a:solidFill>
                  <a:srgbClr val="EF8B39"/>
                </a:solidFill>
                <a:latin typeface="Courier New"/>
                <a:ea typeface="Courier New"/>
                <a:cs typeface="Courier New"/>
              </a:defRPr>
            </a:pPr>
            <a:r>
              <a:rPr sz="900" b="0">
                <a:solidFill>
                  <a:srgbClr val="EF8B39"/>
                </a:solidFill>
                <a:latin typeface="Courier New"/>
                <a:ea typeface="Courier New"/>
                <a:cs typeface="Courier New"/>
              </a:rPr>
              <a:t>02</a:t>
            </a:r>
          </a:p>
        </p:txBody>
      </p:sp>
      <p:sp>
        <p:nvSpPr>
          <p:cNvPr id="78" name="">
            <a:extLst xmlns:a="http://schemas.openxmlformats.org/drawingml/2006/main">
              <a:ext uri="{FF2B5EF4-FFF2-40B4-BE49-F238E27FC236}">
                <a16:creationId xmlns:a16="http://schemas.microsoft.com/office/drawing/2014/main" id="{80549023-87AB-43B6-99C1-D567735A120F}"/>
              </a:ext>
            </a:extLst>
          </p:cNvPr>
          <p:cNvSpPr>
            <a:spLocks xmlns:a="http://schemas.openxmlformats.org/drawingml/2006/main" noGrp="1"/>
          </p:cNvSpPr>
          <p:nvPr/>
        </p:nvSpPr>
        <p:spPr>
          <a:xfrm xmlns:a="http://schemas.openxmlformats.org/drawingml/2006/main">
            <a:off x="1352550" y="2943225"/>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Show the my-first-site GitHub repository</a:t>
            </a:r>
          </a:p>
        </p:txBody>
      </p:sp>
      <p:sp>
        <p:nvSpPr>
          <p:cNvPr id="79" name="">
            <a:extLst xmlns:a="http://schemas.openxmlformats.org/drawingml/2006/main">
              <a:ext uri="{FF2B5EF4-FFF2-40B4-BE49-F238E27FC236}">
                <a16:creationId xmlns:a16="http://schemas.microsoft.com/office/drawing/2014/main" id="{6C53F441-F7C7-451C-B288-A78750B1A083}"/>
              </a:ext>
            </a:extLst>
          </p:cNvPr>
          <p:cNvSpPr>
            <a:spLocks xmlns:a="http://schemas.openxmlformats.org/drawingml/2006/main" noGrp="1"/>
          </p:cNvSpPr>
          <p:nvPr/>
        </p:nvSpPr>
        <p:spPr>
          <a:xfrm xmlns:a="http://schemas.openxmlformats.org/drawingml/2006/main">
            <a:off x="742950" y="35623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EF8B39"/>
                </a:solidFill>
                <a:latin typeface="Courier New"/>
                <a:ea typeface="Courier New"/>
                <a:cs typeface="Courier New"/>
              </a:defRPr>
            </a:defPPr>
            <a:lvl1pPr algn="l">
              <a:defRPr sz="900" b="0">
                <a:solidFill>
                  <a:srgbClr val="EF8B39"/>
                </a:solidFill>
                <a:latin typeface="Courier New"/>
                <a:ea typeface="Courier New"/>
                <a:cs typeface="Courier New"/>
              </a:defRPr>
            </a:lvl1pPr>
            <a:lvl2pPr algn="l">
              <a:defRPr sz="900" b="0">
                <a:solidFill>
                  <a:srgbClr val="EF8B39"/>
                </a:solidFill>
                <a:latin typeface="Courier New"/>
                <a:ea typeface="Courier New"/>
                <a:cs typeface="Courier New"/>
              </a:defRPr>
            </a:lvl2pPr>
            <a:lvl3pPr algn="l">
              <a:defRPr sz="900" b="0">
                <a:solidFill>
                  <a:srgbClr val="EF8B39"/>
                </a:solidFill>
                <a:latin typeface="Courier New"/>
                <a:ea typeface="Courier New"/>
                <a:cs typeface="Courier New"/>
              </a:defRPr>
            </a:lvl3pPr>
            <a:lvl4pPr algn="l">
              <a:defRPr sz="900" b="0">
                <a:solidFill>
                  <a:srgbClr val="EF8B39"/>
                </a:solidFill>
                <a:latin typeface="Courier New"/>
                <a:ea typeface="Courier New"/>
                <a:cs typeface="Courier New"/>
              </a:defRPr>
            </a:lvl4pPr>
            <a:lvl5pPr algn="l">
              <a:defRPr sz="900" b="0">
                <a:solidFill>
                  <a:srgbClr val="EF8B39"/>
                </a:solidFill>
                <a:latin typeface="Courier New"/>
                <a:ea typeface="Courier New"/>
                <a:cs typeface="Courier New"/>
              </a:defRPr>
            </a:lvl5pPr>
            <a:lvl6pPr algn="l">
              <a:defRPr sz="900" b="0">
                <a:solidFill>
                  <a:srgbClr val="EF8B39"/>
                </a:solidFill>
                <a:latin typeface="Courier New"/>
                <a:ea typeface="Courier New"/>
                <a:cs typeface="Courier New"/>
              </a:defRPr>
            </a:lvl6pPr>
            <a:lvl7pPr algn="l">
              <a:defRPr sz="900" b="0">
                <a:solidFill>
                  <a:srgbClr val="EF8B39"/>
                </a:solidFill>
                <a:latin typeface="Courier New"/>
                <a:ea typeface="Courier New"/>
                <a:cs typeface="Courier New"/>
              </a:defRPr>
            </a:lvl7pPr>
            <a:lvl8pPr algn="l">
              <a:defRPr sz="900" b="0">
                <a:solidFill>
                  <a:srgbClr val="EF8B39"/>
                </a:solidFill>
                <a:latin typeface="Courier New"/>
                <a:ea typeface="Courier New"/>
                <a:cs typeface="Courier New"/>
              </a:defRPr>
            </a:lvl8pPr>
            <a:lvl9pPr algn="l">
              <a:defRPr sz="900" b="0">
                <a:solidFill>
                  <a:srgbClr val="EF8B39"/>
                </a:solidFill>
                <a:latin typeface="Courier New"/>
                <a:ea typeface="Courier New"/>
                <a:cs typeface="Courier New"/>
              </a:defRPr>
            </a:lvl9pPr>
          </a:lstStyle>
          <a:p xmlns:a="http://schemas.openxmlformats.org/drawingml/2006/main">
            <a:pPr algn="l">
              <a:defRPr sz="900" b="0">
                <a:solidFill>
                  <a:srgbClr val="EF8B39"/>
                </a:solidFill>
                <a:latin typeface="Courier New"/>
                <a:ea typeface="Courier New"/>
                <a:cs typeface="Courier New"/>
              </a:defRPr>
            </a:pPr>
            <a:r>
              <a:rPr sz="900" b="0">
                <a:solidFill>
                  <a:srgbClr val="EF8B39"/>
                </a:solidFill>
                <a:latin typeface="Courier New"/>
                <a:ea typeface="Courier New"/>
                <a:cs typeface="Courier New"/>
              </a:rPr>
              <a:t>03</a:t>
            </a:r>
          </a:p>
        </p:txBody>
      </p:sp>
      <p:sp>
        <p:nvSpPr>
          <p:cNvPr id="80" name="">
            <a:extLst xmlns:a="http://schemas.openxmlformats.org/drawingml/2006/main">
              <a:ext uri="{FF2B5EF4-FFF2-40B4-BE49-F238E27FC236}">
                <a16:creationId xmlns:a16="http://schemas.microsoft.com/office/drawing/2014/main" id="{304EA054-F07D-4101-9E24-9E547C6FD593}"/>
              </a:ext>
            </a:extLst>
          </p:cNvPr>
          <p:cNvSpPr>
            <a:spLocks xmlns:a="http://schemas.openxmlformats.org/drawingml/2006/main" noGrp="1"/>
          </p:cNvSpPr>
          <p:nvPr/>
        </p:nvSpPr>
        <p:spPr>
          <a:xfrm xmlns:a="http://schemas.openxmlformats.org/drawingml/2006/main">
            <a:off x="1352550" y="3533775"/>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Show the matching Vercel project and Ready deployment</a:t>
            </a:r>
          </a:p>
        </p:txBody>
      </p:sp>
      <p:sp>
        <p:nvSpPr>
          <p:cNvPr id="81" name="">
            <a:extLst xmlns:a="http://schemas.openxmlformats.org/drawingml/2006/main">
              <a:ext uri="{FF2B5EF4-FFF2-40B4-BE49-F238E27FC236}">
                <a16:creationId xmlns:a16="http://schemas.microsoft.com/office/drawing/2014/main" id="{5090490C-5867-44F0-A0B5-2A074FABEB36}"/>
              </a:ext>
            </a:extLst>
          </p:cNvPr>
          <p:cNvSpPr>
            <a:spLocks xmlns:a="http://schemas.openxmlformats.org/drawingml/2006/main" noGrp="1"/>
          </p:cNvSpPr>
          <p:nvPr/>
        </p:nvSpPr>
        <p:spPr>
          <a:xfrm xmlns:a="http://schemas.openxmlformats.org/drawingml/2006/main">
            <a:off x="742950" y="41529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EF8B39"/>
                </a:solidFill>
                <a:latin typeface="Courier New"/>
                <a:ea typeface="Courier New"/>
                <a:cs typeface="Courier New"/>
              </a:defRPr>
            </a:defPPr>
            <a:lvl1pPr algn="l">
              <a:defRPr sz="900" b="0">
                <a:solidFill>
                  <a:srgbClr val="EF8B39"/>
                </a:solidFill>
                <a:latin typeface="Courier New"/>
                <a:ea typeface="Courier New"/>
                <a:cs typeface="Courier New"/>
              </a:defRPr>
            </a:lvl1pPr>
            <a:lvl2pPr algn="l">
              <a:defRPr sz="900" b="0">
                <a:solidFill>
                  <a:srgbClr val="EF8B39"/>
                </a:solidFill>
                <a:latin typeface="Courier New"/>
                <a:ea typeface="Courier New"/>
                <a:cs typeface="Courier New"/>
              </a:defRPr>
            </a:lvl2pPr>
            <a:lvl3pPr algn="l">
              <a:defRPr sz="900" b="0">
                <a:solidFill>
                  <a:srgbClr val="EF8B39"/>
                </a:solidFill>
                <a:latin typeface="Courier New"/>
                <a:ea typeface="Courier New"/>
                <a:cs typeface="Courier New"/>
              </a:defRPr>
            </a:lvl3pPr>
            <a:lvl4pPr algn="l">
              <a:defRPr sz="900" b="0">
                <a:solidFill>
                  <a:srgbClr val="EF8B39"/>
                </a:solidFill>
                <a:latin typeface="Courier New"/>
                <a:ea typeface="Courier New"/>
                <a:cs typeface="Courier New"/>
              </a:defRPr>
            </a:lvl4pPr>
            <a:lvl5pPr algn="l">
              <a:defRPr sz="900" b="0">
                <a:solidFill>
                  <a:srgbClr val="EF8B39"/>
                </a:solidFill>
                <a:latin typeface="Courier New"/>
                <a:ea typeface="Courier New"/>
                <a:cs typeface="Courier New"/>
              </a:defRPr>
            </a:lvl5pPr>
            <a:lvl6pPr algn="l">
              <a:defRPr sz="900" b="0">
                <a:solidFill>
                  <a:srgbClr val="EF8B39"/>
                </a:solidFill>
                <a:latin typeface="Courier New"/>
                <a:ea typeface="Courier New"/>
                <a:cs typeface="Courier New"/>
              </a:defRPr>
            </a:lvl6pPr>
            <a:lvl7pPr algn="l">
              <a:defRPr sz="900" b="0">
                <a:solidFill>
                  <a:srgbClr val="EF8B39"/>
                </a:solidFill>
                <a:latin typeface="Courier New"/>
                <a:ea typeface="Courier New"/>
                <a:cs typeface="Courier New"/>
              </a:defRPr>
            </a:lvl7pPr>
            <a:lvl8pPr algn="l">
              <a:defRPr sz="900" b="0">
                <a:solidFill>
                  <a:srgbClr val="EF8B39"/>
                </a:solidFill>
                <a:latin typeface="Courier New"/>
                <a:ea typeface="Courier New"/>
                <a:cs typeface="Courier New"/>
              </a:defRPr>
            </a:lvl8pPr>
            <a:lvl9pPr algn="l">
              <a:defRPr sz="900" b="0">
                <a:solidFill>
                  <a:srgbClr val="EF8B39"/>
                </a:solidFill>
                <a:latin typeface="Courier New"/>
                <a:ea typeface="Courier New"/>
                <a:cs typeface="Courier New"/>
              </a:defRPr>
            </a:lvl9pPr>
          </a:lstStyle>
          <a:p xmlns:a="http://schemas.openxmlformats.org/drawingml/2006/main">
            <a:pPr algn="l">
              <a:defRPr sz="900" b="0">
                <a:solidFill>
                  <a:srgbClr val="EF8B39"/>
                </a:solidFill>
                <a:latin typeface="Courier New"/>
                <a:ea typeface="Courier New"/>
                <a:cs typeface="Courier New"/>
              </a:defRPr>
            </a:pPr>
            <a:r>
              <a:rPr sz="900" b="0">
                <a:solidFill>
                  <a:srgbClr val="EF8B39"/>
                </a:solidFill>
                <a:latin typeface="Courier New"/>
                <a:ea typeface="Courier New"/>
                <a:cs typeface="Courier New"/>
              </a:rPr>
              <a:t>04</a:t>
            </a:r>
          </a:p>
        </p:txBody>
      </p:sp>
      <p:sp>
        <p:nvSpPr>
          <p:cNvPr id="82" name="">
            <a:extLst xmlns:a="http://schemas.openxmlformats.org/drawingml/2006/main">
              <a:ext uri="{FF2B5EF4-FFF2-40B4-BE49-F238E27FC236}">
                <a16:creationId xmlns:a16="http://schemas.microsoft.com/office/drawing/2014/main" id="{E6E6D9A6-DF51-4D22-8D54-731950C2B34D}"/>
              </a:ext>
            </a:extLst>
          </p:cNvPr>
          <p:cNvSpPr>
            <a:spLocks xmlns:a="http://schemas.openxmlformats.org/drawingml/2006/main" noGrp="1"/>
          </p:cNvSpPr>
          <p:nvPr/>
        </p:nvSpPr>
        <p:spPr>
          <a:xfrm xmlns:a="http://schemas.openxmlformats.org/drawingml/2006/main">
            <a:off x="1352550" y="4124325"/>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Name one observed result and one next change</a:t>
            </a:r>
          </a:p>
        </p:txBody>
      </p:sp>
      <p:sp>
        <p:nvSpPr>
          <p:cNvPr id="83" name="">
            <a:extLst xmlns:a="http://schemas.openxmlformats.org/drawingml/2006/main">
              <a:ext uri="{FF2B5EF4-FFF2-40B4-BE49-F238E27FC236}">
                <a16:creationId xmlns:a16="http://schemas.microsoft.com/office/drawing/2014/main" id="{9022442A-9526-426B-A9EA-48976CF55EB2}"/>
              </a:ext>
            </a:extLst>
          </p:cNvPr>
          <p:cNvSpPr>
            <a:spLocks xmlns:a="http://schemas.openxmlformats.org/drawingml/2006/main" noGrp="1"/>
          </p:cNvSpPr>
          <p:nvPr/>
        </p:nvSpPr>
        <p:spPr>
          <a:xfrm xmlns:a="http://schemas.openxmlformats.org/drawingml/2006/main">
            <a:off x="647700" y="497205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84" name="">
            <a:extLst xmlns:a="http://schemas.openxmlformats.org/drawingml/2006/main">
              <a:ext uri="{FF2B5EF4-FFF2-40B4-BE49-F238E27FC236}">
                <a16:creationId xmlns:a16="http://schemas.microsoft.com/office/drawing/2014/main" id="{9AF9E755-C134-49B8-9A49-99C123F70FF0}"/>
              </a:ext>
            </a:extLst>
          </p:cNvPr>
          <p:cNvSpPr>
            <a:spLocks xmlns:a="http://schemas.openxmlformats.org/drawingml/2006/main" noGrp="1"/>
          </p:cNvSpPr>
          <p:nvPr/>
        </p:nvSpPr>
        <p:spPr>
          <a:xfrm xmlns:a="http://schemas.openxmlformats.org/drawingml/2006/main">
            <a:off x="742950" y="52197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1">
                <a:solidFill>
                  <a:srgbClr val="B93800"/>
                </a:solidFill>
                <a:latin typeface="Montserrat"/>
                <a:ea typeface="Montserrat"/>
                <a:cs typeface="Montserrat"/>
              </a:defRPr>
            </a:defPPr>
            <a:lvl1pPr algn="l">
              <a:defRPr sz="1200" b="1">
                <a:solidFill>
                  <a:srgbClr val="B93800"/>
                </a:solidFill>
                <a:latin typeface="Montserrat"/>
                <a:ea typeface="Montserrat"/>
                <a:cs typeface="Montserrat"/>
              </a:defRPr>
            </a:lvl1pPr>
            <a:lvl2pPr algn="l">
              <a:defRPr sz="1200" b="1">
                <a:solidFill>
                  <a:srgbClr val="B93800"/>
                </a:solidFill>
                <a:latin typeface="Montserrat"/>
                <a:ea typeface="Montserrat"/>
                <a:cs typeface="Montserrat"/>
              </a:defRPr>
            </a:lvl2pPr>
            <a:lvl3pPr algn="l">
              <a:defRPr sz="1200" b="1">
                <a:solidFill>
                  <a:srgbClr val="B93800"/>
                </a:solidFill>
                <a:latin typeface="Montserrat"/>
                <a:ea typeface="Montserrat"/>
                <a:cs typeface="Montserrat"/>
              </a:defRPr>
            </a:lvl3pPr>
            <a:lvl4pPr algn="l">
              <a:defRPr sz="1200" b="1">
                <a:solidFill>
                  <a:srgbClr val="B93800"/>
                </a:solidFill>
                <a:latin typeface="Montserrat"/>
                <a:ea typeface="Montserrat"/>
                <a:cs typeface="Montserrat"/>
              </a:defRPr>
            </a:lvl4pPr>
            <a:lvl5pPr algn="l">
              <a:defRPr sz="1200" b="1">
                <a:solidFill>
                  <a:srgbClr val="B93800"/>
                </a:solidFill>
                <a:latin typeface="Montserrat"/>
                <a:ea typeface="Montserrat"/>
                <a:cs typeface="Montserrat"/>
              </a:defRPr>
            </a:lvl5pPr>
            <a:lvl6pPr algn="l">
              <a:defRPr sz="1200" b="1">
                <a:solidFill>
                  <a:srgbClr val="B93800"/>
                </a:solidFill>
                <a:latin typeface="Montserrat"/>
                <a:ea typeface="Montserrat"/>
                <a:cs typeface="Montserrat"/>
              </a:defRPr>
            </a:lvl6pPr>
            <a:lvl7pPr algn="l">
              <a:defRPr sz="1200" b="1">
                <a:solidFill>
                  <a:srgbClr val="B93800"/>
                </a:solidFill>
                <a:latin typeface="Montserrat"/>
                <a:ea typeface="Montserrat"/>
                <a:cs typeface="Montserrat"/>
              </a:defRPr>
            </a:lvl7pPr>
            <a:lvl8pPr algn="l">
              <a:defRPr sz="1200" b="1">
                <a:solidFill>
                  <a:srgbClr val="B93800"/>
                </a:solidFill>
                <a:latin typeface="Montserrat"/>
                <a:ea typeface="Montserrat"/>
                <a:cs typeface="Montserrat"/>
              </a:defRPr>
            </a:lvl8pPr>
            <a:lvl9pPr algn="l">
              <a:defRPr sz="1200" b="1">
                <a:solidFill>
                  <a:srgbClr val="B93800"/>
                </a:solidFill>
                <a:latin typeface="Montserrat"/>
                <a:ea typeface="Montserrat"/>
                <a:cs typeface="Montserrat"/>
              </a:defRPr>
            </a:lvl9pPr>
          </a:lstStyle>
          <a:p xmlns:a="http://schemas.openxmlformats.org/drawingml/2006/main">
            <a:pPr algn="l">
              <a:defRPr sz="1200" b="1">
                <a:solidFill>
                  <a:srgbClr val="B93800"/>
                </a:solidFill>
                <a:latin typeface="Montserrat"/>
                <a:ea typeface="Montserrat"/>
                <a:cs typeface="Montserrat"/>
              </a:defRPr>
            </a:pPr>
            <a:r>
              <a:rPr sz="1200" b="1">
                <a:solidFill>
                  <a:srgbClr val="B93800"/>
                </a:solidFill>
                <a:latin typeface="Montserrat"/>
                <a:ea typeface="Montserrat"/>
                <a:cs typeface="Montserrat"/>
              </a:rPr>
              <a:t>If one proof is missing, mark it missing. Keep the working files and exact blocker.</a:t>
            </a:r>
          </a:p>
        </p:txBody>
      </p:sp>
      <p:sp>
        <p:nvSpPr>
          <p:cNvPr id="85" name="">
            <a:extLst xmlns:a="http://schemas.openxmlformats.org/drawingml/2006/main">
              <a:ext uri="{FF2B5EF4-FFF2-40B4-BE49-F238E27FC236}">
                <a16:creationId xmlns:a16="http://schemas.microsoft.com/office/drawing/2014/main" id="{EF93F822-BE73-4632-AB1B-6232AF33D251}"/>
              </a:ext>
            </a:extLst>
          </p:cNvPr>
          <p:cNvSpPr>
            <a:spLocks xmlns:a="http://schemas.openxmlformats.org/drawingml/2006/main" noGrp="1"/>
          </p:cNvSpPr>
          <p:nvPr/>
        </p:nvSpPr>
        <p:spPr>
          <a:xfrm xmlns:a="http://schemas.openxmlformats.org/drawingml/2006/main">
            <a:off x="3667125" y="6381750"/>
            <a:ext cx="4857750" cy="0"/>
          </a:xfrm>
          <a:prstGeom xmlns:a="http://schemas.openxmlformats.org/drawingml/2006/main" prst="line">
            <a:avLst/>
          </a:prstGeom>
          <a:noFill xmlns:a="http://schemas.openxmlformats.org/drawingml/2006/main"/>
          <a:ln xmlns:a="http://schemas.openxmlformats.org/drawingml/2006/main" w="5715">
            <a:solidFill>
              <a:srgbClr val="D8E2EF"/>
            </a:solidFill>
            <a:prstDash val="solid"/>
          </a:ln>
        </p:spPr>
      </p:sp>
      <p:sp>
        <p:nvSpPr>
          <p:cNvPr id="86" name="">
            <a:extLst xmlns:a="http://schemas.openxmlformats.org/drawingml/2006/main">
              <a:ext uri="{FF2B5EF4-FFF2-40B4-BE49-F238E27FC236}">
                <a16:creationId xmlns:a16="http://schemas.microsoft.com/office/drawing/2014/main" id="{88016144-D562-414F-8E5E-724703759C4E}"/>
              </a:ext>
            </a:extLst>
          </p:cNvPr>
          <p:cNvSpPr>
            <a:spLocks xmlns:a="http://schemas.openxmlformats.org/drawingml/2006/main" noGrp="1"/>
          </p:cNvSpPr>
          <p:nvPr/>
        </p:nvSpPr>
        <p:spPr>
          <a:xfrm xmlns:a="http://schemas.openxmlformats.org/drawingml/2006/main">
            <a:off x="8162925" y="6381750"/>
            <a:ext cx="361950" cy="0"/>
          </a:xfrm>
          <a:prstGeom xmlns:a="http://schemas.openxmlformats.org/drawingml/2006/main" prst="line">
            <a:avLst/>
          </a:prstGeom>
          <a:noFill xmlns:a="http://schemas.openxmlformats.org/drawingml/2006/main"/>
          <a:ln xmlns:a="http://schemas.openxmlformats.org/drawingml/2006/main" w="28575">
            <a:solidFill>
              <a:srgbClr val="EF8B39"/>
            </a:solidFill>
            <a:prstDash val="solid"/>
          </a:ln>
        </p:spPr>
      </p:sp>
      <p:sp>
        <p:nvSpPr>
          <p:cNvPr id="87" name="">
            <a:extLst xmlns:a="http://schemas.openxmlformats.org/drawingml/2006/main">
              <a:ext uri="{FF2B5EF4-FFF2-40B4-BE49-F238E27FC236}">
                <a16:creationId xmlns:a16="http://schemas.microsoft.com/office/drawing/2014/main" id="{0035A340-6AC7-4B83-A11B-BA6733CF0997}"/>
              </a:ext>
            </a:extLst>
          </p:cNvPr>
          <p:cNvSpPr>
            <a:spLocks xmlns:a="http://schemas.openxmlformats.org/drawingml/2006/main" noGrp="1"/>
          </p:cNvSpPr>
          <p:nvPr/>
        </p:nvSpPr>
        <p:spPr>
          <a:xfrm xmlns:a="http://schemas.openxmlformats.org/drawingml/2006/main">
            <a:off x="36337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88" name="">
            <a:extLst xmlns:a="http://schemas.openxmlformats.org/drawingml/2006/main">
              <a:ext uri="{FF2B5EF4-FFF2-40B4-BE49-F238E27FC236}">
                <a16:creationId xmlns:a16="http://schemas.microsoft.com/office/drawing/2014/main" id="{4B7ACBAB-77FA-47A6-A0F8-25D6ADC8558B}"/>
              </a:ext>
            </a:extLst>
          </p:cNvPr>
          <p:cNvSpPr>
            <a:spLocks xmlns:a="http://schemas.openxmlformats.org/drawingml/2006/main" noGrp="1"/>
          </p:cNvSpPr>
          <p:nvPr/>
        </p:nvSpPr>
        <p:spPr>
          <a:xfrm xmlns:a="http://schemas.openxmlformats.org/drawingml/2006/main">
            <a:off x="32670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PLAN</a:t>
            </a:r>
          </a:p>
        </p:txBody>
      </p:sp>
      <p:sp>
        <p:nvSpPr>
          <p:cNvPr id="89" name="">
            <a:extLst xmlns:a="http://schemas.openxmlformats.org/drawingml/2006/main">
              <a:ext uri="{FF2B5EF4-FFF2-40B4-BE49-F238E27FC236}">
                <a16:creationId xmlns:a16="http://schemas.microsoft.com/office/drawing/2014/main" id="{9793EAF3-9FE6-4AF0-83F1-64807A2E9CC9}"/>
              </a:ext>
            </a:extLst>
          </p:cNvPr>
          <p:cNvSpPr>
            <a:spLocks xmlns:a="http://schemas.openxmlformats.org/drawingml/2006/main" noGrp="1"/>
          </p:cNvSpPr>
          <p:nvPr/>
        </p:nvSpPr>
        <p:spPr>
          <a:xfrm xmlns:a="http://schemas.openxmlformats.org/drawingml/2006/main">
            <a:off x="46053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90" name="">
            <a:extLst xmlns:a="http://schemas.openxmlformats.org/drawingml/2006/main">
              <a:ext uri="{FF2B5EF4-FFF2-40B4-BE49-F238E27FC236}">
                <a16:creationId xmlns:a16="http://schemas.microsoft.com/office/drawing/2014/main" id="{CC28517D-1839-4C89-AF38-15EC70CE1852}"/>
              </a:ext>
            </a:extLst>
          </p:cNvPr>
          <p:cNvSpPr>
            <a:spLocks xmlns:a="http://schemas.openxmlformats.org/drawingml/2006/main" noGrp="1"/>
          </p:cNvSpPr>
          <p:nvPr/>
        </p:nvSpPr>
        <p:spPr>
          <a:xfrm xmlns:a="http://schemas.openxmlformats.org/drawingml/2006/main">
            <a:off x="42386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DESIGN</a:t>
            </a:r>
          </a:p>
        </p:txBody>
      </p:sp>
      <p:sp>
        <p:nvSpPr>
          <p:cNvPr id="91" name="">
            <a:extLst xmlns:a="http://schemas.openxmlformats.org/drawingml/2006/main">
              <a:ext uri="{FF2B5EF4-FFF2-40B4-BE49-F238E27FC236}">
                <a16:creationId xmlns:a16="http://schemas.microsoft.com/office/drawing/2014/main" id="{82785EF9-5C41-48D1-9129-61FD7D7C0DEF}"/>
              </a:ext>
            </a:extLst>
          </p:cNvPr>
          <p:cNvSpPr>
            <a:spLocks xmlns:a="http://schemas.openxmlformats.org/drawingml/2006/main" noGrp="1"/>
          </p:cNvSpPr>
          <p:nvPr/>
        </p:nvSpPr>
        <p:spPr>
          <a:xfrm xmlns:a="http://schemas.openxmlformats.org/drawingml/2006/main">
            <a:off x="55768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92" name="">
            <a:extLst xmlns:a="http://schemas.openxmlformats.org/drawingml/2006/main">
              <a:ext uri="{FF2B5EF4-FFF2-40B4-BE49-F238E27FC236}">
                <a16:creationId xmlns:a16="http://schemas.microsoft.com/office/drawing/2014/main" id="{8CC56AC7-C4AD-4D0C-8C63-0B4A246DF963}"/>
              </a:ext>
            </a:extLst>
          </p:cNvPr>
          <p:cNvSpPr>
            <a:spLocks xmlns:a="http://schemas.openxmlformats.org/drawingml/2006/main" noGrp="1"/>
          </p:cNvSpPr>
          <p:nvPr/>
        </p:nvSpPr>
        <p:spPr>
          <a:xfrm xmlns:a="http://schemas.openxmlformats.org/drawingml/2006/main">
            <a:off x="52101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BUILD</a:t>
            </a:r>
          </a:p>
        </p:txBody>
      </p:sp>
      <p:sp>
        <p:nvSpPr>
          <p:cNvPr id="93" name="">
            <a:extLst xmlns:a="http://schemas.openxmlformats.org/drawingml/2006/main">
              <a:ext uri="{FF2B5EF4-FFF2-40B4-BE49-F238E27FC236}">
                <a16:creationId xmlns:a16="http://schemas.microsoft.com/office/drawing/2014/main" id="{A208E9A1-59B0-4237-A105-A10FCEDD2F23}"/>
              </a:ext>
            </a:extLst>
          </p:cNvPr>
          <p:cNvSpPr>
            <a:spLocks xmlns:a="http://schemas.openxmlformats.org/drawingml/2006/main" noGrp="1"/>
          </p:cNvSpPr>
          <p:nvPr/>
        </p:nvSpPr>
        <p:spPr>
          <a:xfrm xmlns:a="http://schemas.openxmlformats.org/drawingml/2006/main">
            <a:off x="65484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94" name="">
            <a:extLst xmlns:a="http://schemas.openxmlformats.org/drawingml/2006/main">
              <a:ext uri="{FF2B5EF4-FFF2-40B4-BE49-F238E27FC236}">
                <a16:creationId xmlns:a16="http://schemas.microsoft.com/office/drawing/2014/main" id="{DA68E897-EA97-45E2-92C7-97541AAAF934}"/>
              </a:ext>
            </a:extLst>
          </p:cNvPr>
          <p:cNvSpPr>
            <a:spLocks xmlns:a="http://schemas.openxmlformats.org/drawingml/2006/main" noGrp="1"/>
          </p:cNvSpPr>
          <p:nvPr/>
        </p:nvSpPr>
        <p:spPr>
          <a:xfrm xmlns:a="http://schemas.openxmlformats.org/drawingml/2006/main">
            <a:off x="61817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TEST</a:t>
            </a:r>
          </a:p>
        </p:txBody>
      </p:sp>
      <p:sp>
        <p:nvSpPr>
          <p:cNvPr id="95" name="">
            <a:extLst xmlns:a="http://schemas.openxmlformats.org/drawingml/2006/main">
              <a:ext uri="{FF2B5EF4-FFF2-40B4-BE49-F238E27FC236}">
                <a16:creationId xmlns:a16="http://schemas.microsoft.com/office/drawing/2014/main" id="{851DA041-B866-4C14-9F97-1DD518899DF1}"/>
              </a:ext>
            </a:extLst>
          </p:cNvPr>
          <p:cNvSpPr>
            <a:spLocks xmlns:a="http://schemas.openxmlformats.org/drawingml/2006/main" noGrp="1"/>
          </p:cNvSpPr>
          <p:nvPr/>
        </p:nvSpPr>
        <p:spPr>
          <a:xfrm xmlns:a="http://schemas.openxmlformats.org/drawingml/2006/main">
            <a:off x="75199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96" name="">
            <a:extLst xmlns:a="http://schemas.openxmlformats.org/drawingml/2006/main">
              <a:ext uri="{FF2B5EF4-FFF2-40B4-BE49-F238E27FC236}">
                <a16:creationId xmlns:a16="http://schemas.microsoft.com/office/drawing/2014/main" id="{9D93B7C3-2C7B-4D0E-BB6F-C5748384F4E5}"/>
              </a:ext>
            </a:extLst>
          </p:cNvPr>
          <p:cNvSpPr>
            <a:spLocks xmlns:a="http://schemas.openxmlformats.org/drawingml/2006/main" noGrp="1"/>
          </p:cNvSpPr>
          <p:nvPr/>
        </p:nvSpPr>
        <p:spPr>
          <a:xfrm xmlns:a="http://schemas.openxmlformats.org/drawingml/2006/main">
            <a:off x="71532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DEPLOY</a:t>
            </a:r>
          </a:p>
        </p:txBody>
      </p:sp>
      <p:sp>
        <p:nvSpPr>
          <p:cNvPr id="97" name="">
            <a:extLst xmlns:a="http://schemas.openxmlformats.org/drawingml/2006/main">
              <a:ext uri="{FF2B5EF4-FFF2-40B4-BE49-F238E27FC236}">
                <a16:creationId xmlns:a16="http://schemas.microsoft.com/office/drawing/2014/main" id="{31A67C33-6F9A-4E5B-BF04-787B8DADDE48}"/>
              </a:ext>
            </a:extLst>
          </p:cNvPr>
          <p:cNvSpPr>
            <a:spLocks xmlns:a="http://schemas.openxmlformats.org/drawingml/2006/main" noGrp="1"/>
          </p:cNvSpPr>
          <p:nvPr/>
        </p:nvSpPr>
        <p:spPr>
          <a:xfrm xmlns:a="http://schemas.openxmlformats.org/drawingml/2006/main">
            <a:off x="8477250" y="6334125"/>
            <a:ext cx="95250" cy="95250"/>
          </a:xfrm>
          <a:prstGeom xmlns:a="http://schemas.openxmlformats.org/drawingml/2006/main" prst="ellipse">
            <a:avLst/>
          </a:prstGeom>
          <a:solidFill xmlns:a="http://schemas.openxmlformats.org/drawingml/2006/main">
            <a:srgbClr val="EF8B39"/>
          </a:solidFill>
          <a:ln xmlns:a="http://schemas.openxmlformats.org/drawingml/2006/main" w="9525">
            <a:solidFill>
              <a:srgbClr val="EF8B39"/>
            </a:solidFill>
            <a:prstDash val="solid"/>
          </a:ln>
        </p:spPr>
      </p:sp>
      <p:sp>
        <p:nvSpPr>
          <p:cNvPr id="98" name="">
            <a:extLst xmlns:a="http://schemas.openxmlformats.org/drawingml/2006/main">
              <a:ext uri="{FF2B5EF4-FFF2-40B4-BE49-F238E27FC236}">
                <a16:creationId xmlns:a16="http://schemas.microsoft.com/office/drawing/2014/main" id="{3D245CCF-E900-439F-A4C2-876086FDE290}"/>
              </a:ext>
            </a:extLst>
          </p:cNvPr>
          <p:cNvSpPr>
            <a:spLocks xmlns:a="http://schemas.openxmlformats.org/drawingml/2006/main" noGrp="1"/>
          </p:cNvSpPr>
          <p:nvPr/>
        </p:nvSpPr>
        <p:spPr>
          <a:xfrm xmlns:a="http://schemas.openxmlformats.org/drawingml/2006/main">
            <a:off x="81248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1">
                <a:solidFill>
                  <a:srgbClr val="B93800"/>
                </a:solidFill>
                <a:latin typeface="Montserrat"/>
                <a:ea typeface="Montserrat"/>
                <a:cs typeface="Montserrat"/>
              </a:defRPr>
            </a:defPPr>
            <a:lvl1pPr algn="ctr">
              <a:defRPr sz="675" b="1">
                <a:solidFill>
                  <a:srgbClr val="B93800"/>
                </a:solidFill>
                <a:latin typeface="Montserrat"/>
                <a:ea typeface="Montserrat"/>
                <a:cs typeface="Montserrat"/>
              </a:defRPr>
            </a:lvl1pPr>
            <a:lvl2pPr algn="ctr">
              <a:defRPr sz="675" b="1">
                <a:solidFill>
                  <a:srgbClr val="B93800"/>
                </a:solidFill>
                <a:latin typeface="Montserrat"/>
                <a:ea typeface="Montserrat"/>
                <a:cs typeface="Montserrat"/>
              </a:defRPr>
            </a:lvl2pPr>
            <a:lvl3pPr algn="ctr">
              <a:defRPr sz="675" b="1">
                <a:solidFill>
                  <a:srgbClr val="B93800"/>
                </a:solidFill>
                <a:latin typeface="Montserrat"/>
                <a:ea typeface="Montserrat"/>
                <a:cs typeface="Montserrat"/>
              </a:defRPr>
            </a:lvl3pPr>
            <a:lvl4pPr algn="ctr">
              <a:defRPr sz="675" b="1">
                <a:solidFill>
                  <a:srgbClr val="B93800"/>
                </a:solidFill>
                <a:latin typeface="Montserrat"/>
                <a:ea typeface="Montserrat"/>
                <a:cs typeface="Montserrat"/>
              </a:defRPr>
            </a:lvl4pPr>
            <a:lvl5pPr algn="ctr">
              <a:defRPr sz="675" b="1">
                <a:solidFill>
                  <a:srgbClr val="B93800"/>
                </a:solidFill>
                <a:latin typeface="Montserrat"/>
                <a:ea typeface="Montserrat"/>
                <a:cs typeface="Montserrat"/>
              </a:defRPr>
            </a:lvl5pPr>
            <a:lvl6pPr algn="ctr">
              <a:defRPr sz="675" b="1">
                <a:solidFill>
                  <a:srgbClr val="B93800"/>
                </a:solidFill>
                <a:latin typeface="Montserrat"/>
                <a:ea typeface="Montserrat"/>
                <a:cs typeface="Montserrat"/>
              </a:defRPr>
            </a:lvl6pPr>
            <a:lvl7pPr algn="ctr">
              <a:defRPr sz="675" b="1">
                <a:solidFill>
                  <a:srgbClr val="B93800"/>
                </a:solidFill>
                <a:latin typeface="Montserrat"/>
                <a:ea typeface="Montserrat"/>
                <a:cs typeface="Montserrat"/>
              </a:defRPr>
            </a:lvl7pPr>
            <a:lvl8pPr algn="ctr">
              <a:defRPr sz="675" b="1">
                <a:solidFill>
                  <a:srgbClr val="B93800"/>
                </a:solidFill>
                <a:latin typeface="Montserrat"/>
                <a:ea typeface="Montserrat"/>
                <a:cs typeface="Montserrat"/>
              </a:defRPr>
            </a:lvl8pPr>
            <a:lvl9pPr algn="ctr">
              <a:defRPr sz="675" b="1">
                <a:solidFill>
                  <a:srgbClr val="B93800"/>
                </a:solidFill>
                <a:latin typeface="Montserrat"/>
                <a:ea typeface="Montserrat"/>
                <a:cs typeface="Montserrat"/>
              </a:defRPr>
            </a:lvl9pPr>
          </a:lstStyle>
          <a:p xmlns:a="http://schemas.openxmlformats.org/drawingml/2006/main">
            <a:pPr algn="ctr">
              <a:defRPr sz="675" b="1">
                <a:solidFill>
                  <a:srgbClr val="B93800"/>
                </a:solidFill>
                <a:latin typeface="Montserrat"/>
                <a:ea typeface="Montserrat"/>
                <a:cs typeface="Montserrat"/>
              </a:defRPr>
            </a:pPr>
            <a:r>
              <a:rPr sz="675" b="1">
                <a:solidFill>
                  <a:srgbClr val="B93800"/>
                </a:solidFill>
                <a:latin typeface="Montserrat"/>
                <a:ea typeface="Montserrat"/>
                <a:cs typeface="Montserrat"/>
              </a:rPr>
              <a:t>MAINTAIN</a:t>
            </a:r>
          </a:p>
        </p:txBody>
      </p:sp>
    </p:spTree>
    <p:extLst>
      <p:ext uri="{BB962C8B-B14F-4D97-AF65-F5344CB8AC3E}">
        <p14:creationId xmlns:p14="http://schemas.microsoft.com/office/powerpoint/2010/main" val="1602430363"/>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89B2B244-6241-412B-B446-68AB755074DE}"/>
              </a:ext>
            </a:extLst>
          </p:cNvPr>
          <p:cNvPicPr>
            <a:picLocks xmlns:a="http://schemas.openxmlformats.org/drawingml/2006/main" noChangeAspect="1"/>
          </p:cNvPicPr>
          <p:nvPr/>
        </p:nvPicPr>
        <p:blipFill>
          <a:blip xmlns:r="http://schemas.openxmlformats.org/officeDocument/2006/relationships" xmlns:a="http://schemas.openxmlformats.org/drawingml/2006/main" r:embed="R3fc0999c2cd14d41"/>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B3F3EF6F-F425-45D2-ABBB-5C620391346E}"/>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37 / 63</a:t>
            </a:r>
            <a:endParaRPr sz="900"/>
          </a:p>
        </p:txBody>
      </p:sp>
      <p:sp>
        <p:nvSpPr>
          <p:cNvPr id="70" name="">
            <a:extLst xmlns:a="http://schemas.openxmlformats.org/drawingml/2006/main">
              <a:ext uri="{FF2B5EF4-FFF2-40B4-BE49-F238E27FC236}">
                <a16:creationId xmlns:a16="http://schemas.microsoft.com/office/drawing/2014/main" id="{22C28B66-A73F-416B-8B5F-B27DAB57821C}"/>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EF8B39"/>
                </a:solidFill>
                <a:latin typeface="Montserrat"/>
                <a:ea typeface="Montserrat"/>
                <a:cs typeface="Montserrat"/>
              </a:defRPr>
            </a:defPPr>
            <a:lvl1pPr algn="l">
              <a:defRPr sz="1050" b="1">
                <a:solidFill>
                  <a:srgbClr val="EF8B39"/>
                </a:solidFill>
                <a:latin typeface="Montserrat"/>
                <a:ea typeface="Montserrat"/>
                <a:cs typeface="Montserrat"/>
              </a:defRPr>
            </a:lvl1pPr>
            <a:lvl2pPr algn="l">
              <a:defRPr sz="1050" b="1">
                <a:solidFill>
                  <a:srgbClr val="EF8B39"/>
                </a:solidFill>
                <a:latin typeface="Montserrat"/>
                <a:ea typeface="Montserrat"/>
                <a:cs typeface="Montserrat"/>
              </a:defRPr>
            </a:lvl2pPr>
            <a:lvl3pPr algn="l">
              <a:defRPr sz="1050" b="1">
                <a:solidFill>
                  <a:srgbClr val="EF8B39"/>
                </a:solidFill>
                <a:latin typeface="Montserrat"/>
                <a:ea typeface="Montserrat"/>
                <a:cs typeface="Montserrat"/>
              </a:defRPr>
            </a:lvl3pPr>
            <a:lvl4pPr algn="l">
              <a:defRPr sz="1050" b="1">
                <a:solidFill>
                  <a:srgbClr val="EF8B39"/>
                </a:solidFill>
                <a:latin typeface="Montserrat"/>
                <a:ea typeface="Montserrat"/>
                <a:cs typeface="Montserrat"/>
              </a:defRPr>
            </a:lvl4pPr>
            <a:lvl5pPr algn="l">
              <a:defRPr sz="1050" b="1">
                <a:solidFill>
                  <a:srgbClr val="EF8B39"/>
                </a:solidFill>
                <a:latin typeface="Montserrat"/>
                <a:ea typeface="Montserrat"/>
                <a:cs typeface="Montserrat"/>
              </a:defRPr>
            </a:lvl5pPr>
            <a:lvl6pPr algn="l">
              <a:defRPr sz="1050" b="1">
                <a:solidFill>
                  <a:srgbClr val="EF8B39"/>
                </a:solidFill>
                <a:latin typeface="Montserrat"/>
                <a:ea typeface="Montserrat"/>
                <a:cs typeface="Montserrat"/>
              </a:defRPr>
            </a:lvl6pPr>
            <a:lvl7pPr algn="l">
              <a:defRPr sz="1050" b="1">
                <a:solidFill>
                  <a:srgbClr val="EF8B39"/>
                </a:solidFill>
                <a:latin typeface="Montserrat"/>
                <a:ea typeface="Montserrat"/>
                <a:cs typeface="Montserrat"/>
              </a:defRPr>
            </a:lvl7pPr>
            <a:lvl8pPr algn="l">
              <a:defRPr sz="1050" b="1">
                <a:solidFill>
                  <a:srgbClr val="EF8B39"/>
                </a:solidFill>
                <a:latin typeface="Montserrat"/>
                <a:ea typeface="Montserrat"/>
                <a:cs typeface="Montserrat"/>
              </a:defRPr>
            </a:lvl8pPr>
            <a:lvl9pPr algn="l">
              <a:defRPr sz="1050" b="1">
                <a:solidFill>
                  <a:srgbClr val="EF8B39"/>
                </a:solidFill>
                <a:latin typeface="Montserrat"/>
                <a:ea typeface="Montserrat"/>
                <a:cs typeface="Montserrat"/>
              </a:defRPr>
            </a:lvl9pPr>
          </a:lstStyle>
          <a:p xmlns:a="http://schemas.openxmlformats.org/drawingml/2006/main">
            <a:pPr algn="l">
              <a:defRPr sz="1050" b="1">
                <a:solidFill>
                  <a:srgbClr val="EF8B39"/>
                </a:solidFill>
                <a:latin typeface="Montserrat"/>
                <a:ea typeface="Montserrat"/>
                <a:cs typeface="Montserrat"/>
              </a:defRPr>
            </a:pPr>
            <a:r>
              <a:rPr sz="1050" b="1">
                <a:solidFill>
                  <a:srgbClr val="EF8B39"/>
                </a:solidFill>
                <a:latin typeface="Montserrat"/>
                <a:ea typeface="Montserrat"/>
                <a:cs typeface="Montserrat"/>
              </a:rPr>
              <a:t>// BREAK · LUNCH</a:t>
            </a:r>
          </a:p>
        </p:txBody>
      </p:sp>
      <p:sp>
        <p:nvSpPr>
          <p:cNvPr id="71" name="">
            <a:extLst xmlns:a="http://schemas.openxmlformats.org/drawingml/2006/main">
              <a:ext uri="{FF2B5EF4-FFF2-40B4-BE49-F238E27FC236}">
                <a16:creationId xmlns:a16="http://schemas.microsoft.com/office/drawing/2014/main" id="{08E064A9-DD4B-4175-940C-03077F1BA1A0}"/>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B93800"/>
                </a:solidFill>
                <a:latin typeface="Montserrat"/>
                <a:ea typeface="Montserrat"/>
                <a:cs typeface="Montserrat"/>
              </a:defRPr>
            </a:defPPr>
            <a:lvl1pPr algn="r">
              <a:defRPr sz="900" b="0">
                <a:solidFill>
                  <a:srgbClr val="B93800"/>
                </a:solidFill>
                <a:latin typeface="Montserrat"/>
                <a:ea typeface="Montserrat"/>
                <a:cs typeface="Montserrat"/>
              </a:defRPr>
            </a:lvl1pPr>
            <a:lvl2pPr algn="r">
              <a:defRPr sz="900" b="0">
                <a:solidFill>
                  <a:srgbClr val="B93800"/>
                </a:solidFill>
                <a:latin typeface="Montserrat"/>
                <a:ea typeface="Montserrat"/>
                <a:cs typeface="Montserrat"/>
              </a:defRPr>
            </a:lvl2pPr>
            <a:lvl3pPr algn="r">
              <a:defRPr sz="900" b="0">
                <a:solidFill>
                  <a:srgbClr val="B93800"/>
                </a:solidFill>
                <a:latin typeface="Montserrat"/>
                <a:ea typeface="Montserrat"/>
                <a:cs typeface="Montserrat"/>
              </a:defRPr>
            </a:lvl3pPr>
            <a:lvl4pPr algn="r">
              <a:defRPr sz="900" b="0">
                <a:solidFill>
                  <a:srgbClr val="B93800"/>
                </a:solidFill>
                <a:latin typeface="Montserrat"/>
                <a:ea typeface="Montserrat"/>
                <a:cs typeface="Montserrat"/>
              </a:defRPr>
            </a:lvl4pPr>
            <a:lvl5pPr algn="r">
              <a:defRPr sz="900" b="0">
                <a:solidFill>
                  <a:srgbClr val="B93800"/>
                </a:solidFill>
                <a:latin typeface="Montserrat"/>
                <a:ea typeface="Montserrat"/>
                <a:cs typeface="Montserrat"/>
              </a:defRPr>
            </a:lvl5pPr>
            <a:lvl6pPr algn="r">
              <a:defRPr sz="900" b="0">
                <a:solidFill>
                  <a:srgbClr val="B93800"/>
                </a:solidFill>
                <a:latin typeface="Montserrat"/>
                <a:ea typeface="Montserrat"/>
                <a:cs typeface="Montserrat"/>
              </a:defRPr>
            </a:lvl6pPr>
            <a:lvl7pPr algn="r">
              <a:defRPr sz="900" b="0">
                <a:solidFill>
                  <a:srgbClr val="B93800"/>
                </a:solidFill>
                <a:latin typeface="Montserrat"/>
                <a:ea typeface="Montserrat"/>
                <a:cs typeface="Montserrat"/>
              </a:defRPr>
            </a:lvl7pPr>
            <a:lvl8pPr algn="r">
              <a:defRPr sz="900" b="0">
                <a:solidFill>
                  <a:srgbClr val="B93800"/>
                </a:solidFill>
                <a:latin typeface="Montserrat"/>
                <a:ea typeface="Montserrat"/>
                <a:cs typeface="Montserrat"/>
              </a:defRPr>
            </a:lvl8pPr>
            <a:lvl9pPr algn="r">
              <a:defRPr sz="900" b="0">
                <a:solidFill>
                  <a:srgbClr val="B93800"/>
                </a:solidFill>
                <a:latin typeface="Montserrat"/>
                <a:ea typeface="Montserrat"/>
                <a:cs typeface="Montserrat"/>
              </a:defRPr>
            </a:lvl9pPr>
          </a:lstStyle>
          <a:p xmlns:a="http://schemas.openxmlformats.org/drawingml/2006/main">
            <a:pPr algn="r">
              <a:defRPr sz="900" b="0">
                <a:solidFill>
                  <a:srgbClr val="B93800"/>
                </a:solidFill>
                <a:latin typeface="Montserrat"/>
                <a:ea typeface="Montserrat"/>
                <a:cs typeface="Montserrat"/>
              </a:defRPr>
            </a:pPr>
            <a:r>
              <a:rPr sz="900" b="0">
                <a:solidFill>
                  <a:srgbClr val="B93800"/>
                </a:solidFill>
                <a:latin typeface="Montserrat"/>
                <a:ea typeface="Montserrat"/>
                <a:cs typeface="Montserrat"/>
              </a:rPr>
              <a:t>30 MIN</a:t>
            </a:r>
          </a:p>
        </p:txBody>
      </p:sp>
      <p:sp>
        <p:nvSpPr>
          <p:cNvPr id="72" name="">
            <a:extLst xmlns:a="http://schemas.openxmlformats.org/drawingml/2006/main">
              <a:ext uri="{FF2B5EF4-FFF2-40B4-BE49-F238E27FC236}">
                <a16:creationId xmlns:a16="http://schemas.microsoft.com/office/drawing/2014/main" id="{7512BACC-0D73-493B-BD9A-35D8A2EB591A}"/>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Lunch</a:t>
            </a:r>
          </a:p>
        </p:txBody>
      </p:sp>
      <p:sp>
        <p:nvSpPr>
          <p:cNvPr id="73" name="">
            <a:extLst xmlns:a="http://schemas.openxmlformats.org/drawingml/2006/main">
              <a:ext uri="{FF2B5EF4-FFF2-40B4-BE49-F238E27FC236}">
                <a16:creationId xmlns:a16="http://schemas.microsoft.com/office/drawing/2014/main" id="{DBF70EB6-EF82-4F05-BEA6-6632AE846718}"/>
              </a:ext>
            </a:extLst>
          </p:cNvPr>
          <p:cNvSpPr>
            <a:spLocks xmlns:a="http://schemas.openxmlformats.org/drawingml/2006/main" noGrp="1"/>
          </p:cNvSpPr>
          <p:nvPr/>
        </p:nvSpPr>
        <p:spPr>
          <a:xfrm xmlns:a="http://schemas.openxmlformats.org/drawingml/2006/main">
            <a:off x="742950" y="2266950"/>
            <a:ext cx="47625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00" b="1">
                <a:solidFill>
                  <a:srgbClr val="0F172A"/>
                </a:solidFill>
                <a:latin typeface="Montserrat"/>
                <a:ea typeface="Montserrat"/>
                <a:cs typeface="Montserrat"/>
              </a:defRPr>
            </a:defPPr>
            <a:lvl1pPr algn="l">
              <a:defRPr sz="1800" b="1">
                <a:solidFill>
                  <a:srgbClr val="0F172A"/>
                </a:solidFill>
                <a:latin typeface="Montserrat"/>
                <a:ea typeface="Montserrat"/>
                <a:cs typeface="Montserrat"/>
              </a:defRPr>
            </a:lvl1pPr>
            <a:lvl2pPr algn="l">
              <a:defRPr sz="1800" b="1">
                <a:solidFill>
                  <a:srgbClr val="0F172A"/>
                </a:solidFill>
                <a:latin typeface="Montserrat"/>
                <a:ea typeface="Montserrat"/>
                <a:cs typeface="Montserrat"/>
              </a:defRPr>
            </a:lvl2pPr>
            <a:lvl3pPr algn="l">
              <a:defRPr sz="1800" b="1">
                <a:solidFill>
                  <a:srgbClr val="0F172A"/>
                </a:solidFill>
                <a:latin typeface="Montserrat"/>
                <a:ea typeface="Montserrat"/>
                <a:cs typeface="Montserrat"/>
              </a:defRPr>
            </a:lvl3pPr>
            <a:lvl4pPr algn="l">
              <a:defRPr sz="1800" b="1">
                <a:solidFill>
                  <a:srgbClr val="0F172A"/>
                </a:solidFill>
                <a:latin typeface="Montserrat"/>
                <a:ea typeface="Montserrat"/>
                <a:cs typeface="Montserrat"/>
              </a:defRPr>
            </a:lvl4pPr>
            <a:lvl5pPr algn="l">
              <a:defRPr sz="1800" b="1">
                <a:solidFill>
                  <a:srgbClr val="0F172A"/>
                </a:solidFill>
                <a:latin typeface="Montserrat"/>
                <a:ea typeface="Montserrat"/>
                <a:cs typeface="Montserrat"/>
              </a:defRPr>
            </a:lvl5pPr>
            <a:lvl6pPr algn="l">
              <a:defRPr sz="1800" b="1">
                <a:solidFill>
                  <a:srgbClr val="0F172A"/>
                </a:solidFill>
                <a:latin typeface="Montserrat"/>
                <a:ea typeface="Montserrat"/>
                <a:cs typeface="Montserrat"/>
              </a:defRPr>
            </a:lvl6pPr>
            <a:lvl7pPr algn="l">
              <a:defRPr sz="1800" b="1">
                <a:solidFill>
                  <a:srgbClr val="0F172A"/>
                </a:solidFill>
                <a:latin typeface="Montserrat"/>
                <a:ea typeface="Montserrat"/>
                <a:cs typeface="Montserrat"/>
              </a:defRPr>
            </a:lvl7pPr>
            <a:lvl8pPr algn="l">
              <a:defRPr sz="1800" b="1">
                <a:solidFill>
                  <a:srgbClr val="0F172A"/>
                </a:solidFill>
                <a:latin typeface="Montserrat"/>
                <a:ea typeface="Montserrat"/>
                <a:cs typeface="Montserrat"/>
              </a:defRPr>
            </a:lvl8pPr>
            <a:lvl9pPr algn="l">
              <a:defRPr sz="1800" b="1">
                <a:solidFill>
                  <a:srgbClr val="0F172A"/>
                </a:solidFill>
                <a:latin typeface="Montserrat"/>
                <a:ea typeface="Montserrat"/>
                <a:cs typeface="Montserrat"/>
              </a:defRPr>
            </a:lvl9pPr>
          </a:lstStyle>
          <a:p xmlns:a="http://schemas.openxmlformats.org/drawingml/2006/main">
            <a:pPr algn="l">
              <a:defRPr sz="1800" b="1">
                <a:solidFill>
                  <a:srgbClr val="0F172A"/>
                </a:solidFill>
                <a:latin typeface="Montserrat"/>
                <a:ea typeface="Montserrat"/>
                <a:cs typeface="Montserrat"/>
              </a:defRPr>
            </a:pPr>
            <a:r>
              <a:rPr sz="1800" b="1">
                <a:solidFill>
                  <a:srgbClr val="0F172A"/>
                </a:solidFill>
                <a:latin typeface="Montserrat"/>
                <a:ea typeface="Montserrat"/>
                <a:cs typeface="Montserrat"/>
              </a:rPr>
              <a:t>Website not live yet? Keep the working file and grab a helper before you leave the room.</a:t>
            </a:r>
          </a:p>
        </p:txBody>
      </p:sp>
      <p:sp>
        <p:nvSpPr>
          <p:cNvPr id="74" name="">
            <a:extLst xmlns:a="http://schemas.openxmlformats.org/drawingml/2006/main">
              <a:ext uri="{FF2B5EF4-FFF2-40B4-BE49-F238E27FC236}">
                <a16:creationId xmlns:a16="http://schemas.microsoft.com/office/drawing/2014/main" id="{D4517398-74BE-4EA2-B7A8-E99F1B137199}"/>
              </a:ext>
            </a:extLst>
          </p:cNvPr>
          <p:cNvSpPr>
            <a:spLocks xmlns:a="http://schemas.openxmlformats.org/drawingml/2006/main" noGrp="1"/>
          </p:cNvSpPr>
          <p:nvPr/>
        </p:nvSpPr>
        <p:spPr>
          <a:xfrm xmlns:a="http://schemas.openxmlformats.org/drawingml/2006/main">
            <a:off x="742950" y="3524250"/>
            <a:ext cx="47625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75" name="">
            <a:extLst xmlns:a="http://schemas.openxmlformats.org/drawingml/2006/main">
              <a:ext uri="{FF2B5EF4-FFF2-40B4-BE49-F238E27FC236}">
                <a16:creationId xmlns:a16="http://schemas.microsoft.com/office/drawing/2014/main" id="{13ABDC5C-BC6C-4BA9-87F7-0721B9E1276D}"/>
              </a:ext>
            </a:extLst>
          </p:cNvPr>
          <p:cNvSpPr>
            <a:spLocks xmlns:a="http://schemas.openxmlformats.org/drawingml/2006/main" noGrp="1"/>
          </p:cNvSpPr>
          <p:nvPr/>
        </p:nvSpPr>
        <p:spPr>
          <a:xfrm xmlns:a="http://schemas.openxmlformats.org/drawingml/2006/main">
            <a:off x="742950" y="3790950"/>
            <a:ext cx="4762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0">
                <a:solidFill>
                  <a:srgbClr val="475569"/>
                </a:solidFill>
                <a:latin typeface="Montserrat"/>
                <a:ea typeface="Montserrat"/>
                <a:cs typeface="Montserrat"/>
              </a:defRPr>
            </a:defPPr>
            <a:lvl1pPr algn="l">
              <a:defRPr sz="1500" b="0">
                <a:solidFill>
                  <a:srgbClr val="475569"/>
                </a:solidFill>
                <a:latin typeface="Montserrat"/>
                <a:ea typeface="Montserrat"/>
                <a:cs typeface="Montserrat"/>
              </a:defRPr>
            </a:lvl1pPr>
            <a:lvl2pPr algn="l">
              <a:defRPr sz="1500" b="0">
                <a:solidFill>
                  <a:srgbClr val="475569"/>
                </a:solidFill>
                <a:latin typeface="Montserrat"/>
                <a:ea typeface="Montserrat"/>
                <a:cs typeface="Montserrat"/>
              </a:defRPr>
            </a:lvl2pPr>
            <a:lvl3pPr algn="l">
              <a:defRPr sz="1500" b="0">
                <a:solidFill>
                  <a:srgbClr val="475569"/>
                </a:solidFill>
                <a:latin typeface="Montserrat"/>
                <a:ea typeface="Montserrat"/>
                <a:cs typeface="Montserrat"/>
              </a:defRPr>
            </a:lvl3pPr>
            <a:lvl4pPr algn="l">
              <a:defRPr sz="1500" b="0">
                <a:solidFill>
                  <a:srgbClr val="475569"/>
                </a:solidFill>
                <a:latin typeface="Montserrat"/>
                <a:ea typeface="Montserrat"/>
                <a:cs typeface="Montserrat"/>
              </a:defRPr>
            </a:lvl4pPr>
            <a:lvl5pPr algn="l">
              <a:defRPr sz="1500" b="0">
                <a:solidFill>
                  <a:srgbClr val="475569"/>
                </a:solidFill>
                <a:latin typeface="Montserrat"/>
                <a:ea typeface="Montserrat"/>
                <a:cs typeface="Montserrat"/>
              </a:defRPr>
            </a:lvl5pPr>
            <a:lvl6pPr algn="l">
              <a:defRPr sz="1500" b="0">
                <a:solidFill>
                  <a:srgbClr val="475569"/>
                </a:solidFill>
                <a:latin typeface="Montserrat"/>
                <a:ea typeface="Montserrat"/>
                <a:cs typeface="Montserrat"/>
              </a:defRPr>
            </a:lvl6pPr>
            <a:lvl7pPr algn="l">
              <a:defRPr sz="1500" b="0">
                <a:solidFill>
                  <a:srgbClr val="475569"/>
                </a:solidFill>
                <a:latin typeface="Montserrat"/>
                <a:ea typeface="Montserrat"/>
                <a:cs typeface="Montserrat"/>
              </a:defRPr>
            </a:lvl7pPr>
            <a:lvl8pPr algn="l">
              <a:defRPr sz="1500" b="0">
                <a:solidFill>
                  <a:srgbClr val="475569"/>
                </a:solidFill>
                <a:latin typeface="Montserrat"/>
                <a:ea typeface="Montserrat"/>
                <a:cs typeface="Montserrat"/>
              </a:defRPr>
            </a:lvl8pPr>
            <a:lvl9pPr algn="l">
              <a:defRPr sz="1500" b="0">
                <a:solidFill>
                  <a:srgbClr val="475569"/>
                </a:solidFill>
                <a:latin typeface="Montserrat"/>
                <a:ea typeface="Montserrat"/>
                <a:cs typeface="Montserrat"/>
              </a:defRPr>
            </a:lvl9pPr>
          </a:lstStyle>
          <a:p xmlns:a="http://schemas.openxmlformats.org/drawingml/2006/main">
            <a:pPr algn="l">
              <a:defRPr sz="1500" b="0">
                <a:solidFill>
                  <a:srgbClr val="475569"/>
                </a:solidFill>
                <a:latin typeface="Montserrat"/>
                <a:ea typeface="Montserrat"/>
                <a:cs typeface="Montserrat"/>
              </a:defRPr>
            </a:pPr>
            <a:r>
              <a:rPr sz="1500" b="0">
                <a:solidFill>
                  <a:srgbClr val="475569"/>
                </a:solidFill>
                <a:latin typeface="Montserrat"/>
                <a:ea typeface="Montserrat"/>
                <a:cs typeface="Montserrat"/>
              </a:rPr>
              <a:t>After lunch: build a game, publish it as a separate project, and let another person play it.</a:t>
            </a:r>
          </a:p>
        </p:txBody>
      </p:sp>
      <p:sp>
        <p:nvSpPr>
          <p:cNvPr id="76" name="">
            <a:extLst xmlns:a="http://schemas.openxmlformats.org/drawingml/2006/main">
              <a:ext uri="{FF2B5EF4-FFF2-40B4-BE49-F238E27FC236}">
                <a16:creationId xmlns:a16="http://schemas.microsoft.com/office/drawing/2014/main" id="{390973C7-8724-4814-B2D3-4606AA16E386}"/>
              </a:ext>
            </a:extLst>
          </p:cNvPr>
          <p:cNvSpPr>
            <a:spLocks xmlns:a="http://schemas.openxmlformats.org/drawingml/2006/main" noGrp="1"/>
          </p:cNvSpPr>
          <p:nvPr/>
        </p:nvSpPr>
        <p:spPr>
          <a:xfrm xmlns:a="http://schemas.openxmlformats.org/drawingml/2006/main">
            <a:off x="6267450" y="1933575"/>
            <a:ext cx="4800600" cy="3038475"/>
          </a:xfrm>
          <a:prstGeom xmlns:a="http://schemas.openxmlformats.org/drawingml/2006/main" prst="roundRect">
            <a:avLst>
              <a:gd name="adj" fmla="val 4389"/>
            </a:avLst>
          </a:prstGeom>
          <a:solidFill xmlns:a="http://schemas.openxmlformats.org/drawingml/2006/main">
            <a:srgbClr val="FFFFFF"/>
          </a:solidFill>
          <a:ln xmlns:a="http://schemas.openxmlformats.org/drawingml/2006/main" w="9525">
            <a:solidFill>
              <a:srgbClr val="D8E2EF"/>
            </a:solidFill>
            <a:prstDash val="solid"/>
          </a:ln>
        </p:spPr>
      </p:sp>
      <p:pic>
        <p:nvPicPr>
          <p:cNvPr id="77" name="">
            <a:extLst xmlns:a="http://schemas.openxmlformats.org/drawingml/2006/main">
              <a:ext uri="{FF2B5EF4-FFF2-40B4-BE49-F238E27FC236}">
                <a16:creationId xmlns:a16="http://schemas.microsoft.com/office/drawing/2014/main" id="{E9F18971-3CD3-4C7E-B505-AABE4A822A47}"/>
              </a:ext>
            </a:extLst>
          </p:cNvPr>
          <p:cNvPicPr>
            <a:picLocks xmlns:a="http://schemas.openxmlformats.org/drawingml/2006/main" noChangeAspect="1"/>
          </p:cNvPicPr>
          <p:nvPr/>
        </p:nvPicPr>
        <p:blipFill>
          <a:blip xmlns:r="http://schemas.openxmlformats.org/officeDocument/2006/relationships" xmlns:a="http://schemas.openxmlformats.org/drawingml/2006/main" r:embed="R83604b0505a64cef"/>
          <a:srcRect xmlns:a="http://schemas.openxmlformats.org/drawingml/2006/main" l="359" t="0" r="359" b="0"/>
          <a:stretch xmlns:a="http://schemas.openxmlformats.org/drawingml/2006/main">
            <a:fillRect l="0" t="0" r="0" b="0"/>
          </a:stretch>
        </p:blipFill>
        <p:spPr>
          <a:xfrm xmlns:a="http://schemas.openxmlformats.org/drawingml/2006/main">
            <a:off x="6286500" y="1952625"/>
            <a:ext cx="4762500" cy="3000375"/>
          </a:xfrm>
          <a:prstGeom xmlns:a="http://schemas.openxmlformats.org/drawingml/2006/main" prst="rect">
            <a:avLst/>
          </a:prstGeom>
        </p:spPr>
      </p:pic>
      <p:sp>
        <p:nvSpPr>
          <p:cNvPr id="78" name="">
            <a:extLst xmlns:a="http://schemas.openxmlformats.org/drawingml/2006/main">
              <a:ext uri="{FF2B5EF4-FFF2-40B4-BE49-F238E27FC236}">
                <a16:creationId xmlns:a16="http://schemas.microsoft.com/office/drawing/2014/main" id="{068E6753-A451-4BEF-8EB3-7667D760C38F}"/>
              </a:ext>
            </a:extLst>
          </p:cNvPr>
          <p:cNvSpPr>
            <a:spLocks xmlns:a="http://schemas.openxmlformats.org/drawingml/2006/main" noGrp="1"/>
          </p:cNvSpPr>
          <p:nvPr/>
        </p:nvSpPr>
        <p:spPr>
          <a:xfrm xmlns:a="http://schemas.openxmlformats.org/drawingml/2006/main">
            <a:off x="647700" y="501015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79" name="">
            <a:extLst xmlns:a="http://schemas.openxmlformats.org/drawingml/2006/main">
              <a:ext uri="{FF2B5EF4-FFF2-40B4-BE49-F238E27FC236}">
                <a16:creationId xmlns:a16="http://schemas.microsoft.com/office/drawing/2014/main" id="{7E12F2E5-E6EE-4054-ACDE-BAE95145564A}"/>
              </a:ext>
            </a:extLst>
          </p:cNvPr>
          <p:cNvSpPr>
            <a:spLocks xmlns:a="http://schemas.openxmlformats.org/drawingml/2006/main" noGrp="1"/>
          </p:cNvSpPr>
          <p:nvPr/>
        </p:nvSpPr>
        <p:spPr>
          <a:xfrm xmlns:a="http://schemas.openxmlformats.org/drawingml/2006/main">
            <a:off x="742950" y="52578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B93800"/>
                </a:solidFill>
                <a:latin typeface="Montserrat"/>
                <a:ea typeface="Montserrat"/>
                <a:cs typeface="Montserrat"/>
              </a:defRPr>
            </a:defPPr>
            <a:lvl1pPr algn="l">
              <a:defRPr sz="1350" b="1">
                <a:solidFill>
                  <a:srgbClr val="B93800"/>
                </a:solidFill>
                <a:latin typeface="Montserrat"/>
                <a:ea typeface="Montserrat"/>
                <a:cs typeface="Montserrat"/>
              </a:defRPr>
            </a:lvl1pPr>
            <a:lvl2pPr algn="l">
              <a:defRPr sz="1350" b="1">
                <a:solidFill>
                  <a:srgbClr val="B93800"/>
                </a:solidFill>
                <a:latin typeface="Montserrat"/>
                <a:ea typeface="Montserrat"/>
                <a:cs typeface="Montserrat"/>
              </a:defRPr>
            </a:lvl2pPr>
            <a:lvl3pPr algn="l">
              <a:defRPr sz="1350" b="1">
                <a:solidFill>
                  <a:srgbClr val="B93800"/>
                </a:solidFill>
                <a:latin typeface="Montserrat"/>
                <a:ea typeface="Montserrat"/>
                <a:cs typeface="Montserrat"/>
              </a:defRPr>
            </a:lvl3pPr>
            <a:lvl4pPr algn="l">
              <a:defRPr sz="1350" b="1">
                <a:solidFill>
                  <a:srgbClr val="B93800"/>
                </a:solidFill>
                <a:latin typeface="Montserrat"/>
                <a:ea typeface="Montserrat"/>
                <a:cs typeface="Montserrat"/>
              </a:defRPr>
            </a:lvl4pPr>
            <a:lvl5pPr algn="l">
              <a:defRPr sz="1350" b="1">
                <a:solidFill>
                  <a:srgbClr val="B93800"/>
                </a:solidFill>
                <a:latin typeface="Montserrat"/>
                <a:ea typeface="Montserrat"/>
                <a:cs typeface="Montserrat"/>
              </a:defRPr>
            </a:lvl5pPr>
            <a:lvl6pPr algn="l">
              <a:defRPr sz="1350" b="1">
                <a:solidFill>
                  <a:srgbClr val="B93800"/>
                </a:solidFill>
                <a:latin typeface="Montserrat"/>
                <a:ea typeface="Montserrat"/>
                <a:cs typeface="Montserrat"/>
              </a:defRPr>
            </a:lvl6pPr>
            <a:lvl7pPr algn="l">
              <a:defRPr sz="1350" b="1">
                <a:solidFill>
                  <a:srgbClr val="B93800"/>
                </a:solidFill>
                <a:latin typeface="Montserrat"/>
                <a:ea typeface="Montserrat"/>
                <a:cs typeface="Montserrat"/>
              </a:defRPr>
            </a:lvl7pPr>
            <a:lvl8pPr algn="l">
              <a:defRPr sz="1350" b="1">
                <a:solidFill>
                  <a:srgbClr val="B93800"/>
                </a:solidFill>
                <a:latin typeface="Montserrat"/>
                <a:ea typeface="Montserrat"/>
                <a:cs typeface="Montserrat"/>
              </a:defRPr>
            </a:lvl8pPr>
            <a:lvl9pPr algn="l">
              <a:defRPr sz="1350" b="1">
                <a:solidFill>
                  <a:srgbClr val="B93800"/>
                </a:solidFill>
                <a:latin typeface="Montserrat"/>
                <a:ea typeface="Montserrat"/>
                <a:cs typeface="Montserrat"/>
              </a:defRPr>
            </a:lvl9pPr>
          </a:lstStyle>
          <a:p xmlns:a="http://schemas.openxmlformats.org/drawingml/2006/main">
            <a:pPr algn="l">
              <a:defRPr sz="1350" b="1">
                <a:solidFill>
                  <a:srgbClr val="B93800"/>
                </a:solidFill>
                <a:latin typeface="Montserrat"/>
                <a:ea typeface="Montserrat"/>
                <a:cs typeface="Montserrat"/>
              </a:defRPr>
            </a:pPr>
            <a:r>
              <a:rPr sz="1350" b="1">
                <a:solidFill>
                  <a:srgbClr val="B93800"/>
                </a:solidFill>
                <a:latin typeface="Montserrat"/>
                <a:ea typeface="Montserrat"/>
                <a:cs typeface="Montserrat"/>
              </a:rPr>
              <a:t>Back at 3:00.</a:t>
            </a:r>
          </a:p>
        </p:txBody>
      </p:sp>
      <p:sp>
        <p:nvSpPr>
          <p:cNvPr id="80" name="">
            <a:extLst xmlns:a="http://schemas.openxmlformats.org/drawingml/2006/main">
              <a:ext uri="{FF2B5EF4-FFF2-40B4-BE49-F238E27FC236}">
                <a16:creationId xmlns:a16="http://schemas.microsoft.com/office/drawing/2014/main" id="{95D0AC1B-EC50-451D-869B-066254B2CD27}"/>
              </a:ext>
            </a:extLst>
          </p:cNvPr>
          <p:cNvSpPr>
            <a:spLocks xmlns:a="http://schemas.openxmlformats.org/drawingml/2006/main" noGrp="1"/>
          </p:cNvSpPr>
          <p:nvPr/>
        </p:nvSpPr>
        <p:spPr>
          <a:xfrm xmlns:a="http://schemas.openxmlformats.org/drawingml/2006/main">
            <a:off x="3667125" y="6381750"/>
            <a:ext cx="4857750" cy="0"/>
          </a:xfrm>
          <a:prstGeom xmlns:a="http://schemas.openxmlformats.org/drawingml/2006/main" prst="line">
            <a:avLst/>
          </a:prstGeom>
          <a:noFill xmlns:a="http://schemas.openxmlformats.org/drawingml/2006/main"/>
          <a:ln xmlns:a="http://schemas.openxmlformats.org/drawingml/2006/main" w="5715">
            <a:solidFill>
              <a:srgbClr val="D8E2EF"/>
            </a:solidFill>
            <a:prstDash val="solid"/>
          </a:ln>
        </p:spPr>
      </p:sp>
      <p:sp>
        <p:nvSpPr>
          <p:cNvPr id="81" name="">
            <a:extLst xmlns:a="http://schemas.openxmlformats.org/drawingml/2006/main">
              <a:ext uri="{FF2B5EF4-FFF2-40B4-BE49-F238E27FC236}">
                <a16:creationId xmlns:a16="http://schemas.microsoft.com/office/drawing/2014/main" id="{D010502C-6F63-4CD8-833B-F6992A1FC65B}"/>
              </a:ext>
            </a:extLst>
          </p:cNvPr>
          <p:cNvSpPr>
            <a:spLocks xmlns:a="http://schemas.openxmlformats.org/drawingml/2006/main" noGrp="1"/>
          </p:cNvSpPr>
          <p:nvPr/>
        </p:nvSpPr>
        <p:spPr>
          <a:xfrm xmlns:a="http://schemas.openxmlformats.org/drawingml/2006/main">
            <a:off x="36337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82" name="">
            <a:extLst xmlns:a="http://schemas.openxmlformats.org/drawingml/2006/main">
              <a:ext uri="{FF2B5EF4-FFF2-40B4-BE49-F238E27FC236}">
                <a16:creationId xmlns:a16="http://schemas.microsoft.com/office/drawing/2014/main" id="{9C688B57-C477-44AE-BBEC-83EC519CCA34}"/>
              </a:ext>
            </a:extLst>
          </p:cNvPr>
          <p:cNvSpPr>
            <a:spLocks xmlns:a="http://schemas.openxmlformats.org/drawingml/2006/main" noGrp="1"/>
          </p:cNvSpPr>
          <p:nvPr/>
        </p:nvSpPr>
        <p:spPr>
          <a:xfrm xmlns:a="http://schemas.openxmlformats.org/drawingml/2006/main">
            <a:off x="32670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PLAN</a:t>
            </a:r>
          </a:p>
        </p:txBody>
      </p:sp>
      <p:sp>
        <p:nvSpPr>
          <p:cNvPr id="83" name="">
            <a:extLst xmlns:a="http://schemas.openxmlformats.org/drawingml/2006/main">
              <a:ext uri="{FF2B5EF4-FFF2-40B4-BE49-F238E27FC236}">
                <a16:creationId xmlns:a16="http://schemas.microsoft.com/office/drawing/2014/main" id="{568AD03E-8024-44C5-B763-F83E9FE68744}"/>
              </a:ext>
            </a:extLst>
          </p:cNvPr>
          <p:cNvSpPr>
            <a:spLocks xmlns:a="http://schemas.openxmlformats.org/drawingml/2006/main" noGrp="1"/>
          </p:cNvSpPr>
          <p:nvPr/>
        </p:nvSpPr>
        <p:spPr>
          <a:xfrm xmlns:a="http://schemas.openxmlformats.org/drawingml/2006/main">
            <a:off x="46053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84" name="">
            <a:extLst xmlns:a="http://schemas.openxmlformats.org/drawingml/2006/main">
              <a:ext uri="{FF2B5EF4-FFF2-40B4-BE49-F238E27FC236}">
                <a16:creationId xmlns:a16="http://schemas.microsoft.com/office/drawing/2014/main" id="{076FA5E4-A958-45C7-835B-84552686D9AB}"/>
              </a:ext>
            </a:extLst>
          </p:cNvPr>
          <p:cNvSpPr>
            <a:spLocks xmlns:a="http://schemas.openxmlformats.org/drawingml/2006/main" noGrp="1"/>
          </p:cNvSpPr>
          <p:nvPr/>
        </p:nvSpPr>
        <p:spPr>
          <a:xfrm xmlns:a="http://schemas.openxmlformats.org/drawingml/2006/main">
            <a:off x="42386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DESIGN</a:t>
            </a:r>
          </a:p>
        </p:txBody>
      </p:sp>
      <p:sp>
        <p:nvSpPr>
          <p:cNvPr id="85" name="">
            <a:extLst xmlns:a="http://schemas.openxmlformats.org/drawingml/2006/main">
              <a:ext uri="{FF2B5EF4-FFF2-40B4-BE49-F238E27FC236}">
                <a16:creationId xmlns:a16="http://schemas.microsoft.com/office/drawing/2014/main" id="{8C4A41F3-98EC-46D3-ACCB-30D5BBC7D628}"/>
              </a:ext>
            </a:extLst>
          </p:cNvPr>
          <p:cNvSpPr>
            <a:spLocks xmlns:a="http://schemas.openxmlformats.org/drawingml/2006/main" noGrp="1"/>
          </p:cNvSpPr>
          <p:nvPr/>
        </p:nvSpPr>
        <p:spPr>
          <a:xfrm xmlns:a="http://schemas.openxmlformats.org/drawingml/2006/main">
            <a:off x="55768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86" name="">
            <a:extLst xmlns:a="http://schemas.openxmlformats.org/drawingml/2006/main">
              <a:ext uri="{FF2B5EF4-FFF2-40B4-BE49-F238E27FC236}">
                <a16:creationId xmlns:a16="http://schemas.microsoft.com/office/drawing/2014/main" id="{F207A2CD-5E4B-43DA-A0F4-32C78822C9F9}"/>
              </a:ext>
            </a:extLst>
          </p:cNvPr>
          <p:cNvSpPr>
            <a:spLocks xmlns:a="http://schemas.openxmlformats.org/drawingml/2006/main" noGrp="1"/>
          </p:cNvSpPr>
          <p:nvPr/>
        </p:nvSpPr>
        <p:spPr>
          <a:xfrm xmlns:a="http://schemas.openxmlformats.org/drawingml/2006/main">
            <a:off x="52101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BUILD</a:t>
            </a:r>
          </a:p>
        </p:txBody>
      </p:sp>
      <p:sp>
        <p:nvSpPr>
          <p:cNvPr id="87" name="">
            <a:extLst xmlns:a="http://schemas.openxmlformats.org/drawingml/2006/main">
              <a:ext uri="{FF2B5EF4-FFF2-40B4-BE49-F238E27FC236}">
                <a16:creationId xmlns:a16="http://schemas.microsoft.com/office/drawing/2014/main" id="{57FF3F0B-7484-4062-B522-67EB7C887B4D}"/>
              </a:ext>
            </a:extLst>
          </p:cNvPr>
          <p:cNvSpPr>
            <a:spLocks xmlns:a="http://schemas.openxmlformats.org/drawingml/2006/main" noGrp="1"/>
          </p:cNvSpPr>
          <p:nvPr/>
        </p:nvSpPr>
        <p:spPr>
          <a:xfrm xmlns:a="http://schemas.openxmlformats.org/drawingml/2006/main">
            <a:off x="65484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88" name="">
            <a:extLst xmlns:a="http://schemas.openxmlformats.org/drawingml/2006/main">
              <a:ext uri="{FF2B5EF4-FFF2-40B4-BE49-F238E27FC236}">
                <a16:creationId xmlns:a16="http://schemas.microsoft.com/office/drawing/2014/main" id="{71DFA5BF-B683-40DD-94E5-10BB6540AC1B}"/>
              </a:ext>
            </a:extLst>
          </p:cNvPr>
          <p:cNvSpPr>
            <a:spLocks xmlns:a="http://schemas.openxmlformats.org/drawingml/2006/main" noGrp="1"/>
          </p:cNvSpPr>
          <p:nvPr/>
        </p:nvSpPr>
        <p:spPr>
          <a:xfrm xmlns:a="http://schemas.openxmlformats.org/drawingml/2006/main">
            <a:off x="61817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TEST</a:t>
            </a:r>
          </a:p>
        </p:txBody>
      </p:sp>
      <p:sp>
        <p:nvSpPr>
          <p:cNvPr id="89" name="">
            <a:extLst xmlns:a="http://schemas.openxmlformats.org/drawingml/2006/main">
              <a:ext uri="{FF2B5EF4-FFF2-40B4-BE49-F238E27FC236}">
                <a16:creationId xmlns:a16="http://schemas.microsoft.com/office/drawing/2014/main" id="{4E873F1A-1C3A-4F9A-B487-2A9250471420}"/>
              </a:ext>
            </a:extLst>
          </p:cNvPr>
          <p:cNvSpPr>
            <a:spLocks xmlns:a="http://schemas.openxmlformats.org/drawingml/2006/main" noGrp="1"/>
          </p:cNvSpPr>
          <p:nvPr/>
        </p:nvSpPr>
        <p:spPr>
          <a:xfrm xmlns:a="http://schemas.openxmlformats.org/drawingml/2006/main">
            <a:off x="75199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90" name="">
            <a:extLst xmlns:a="http://schemas.openxmlformats.org/drawingml/2006/main">
              <a:ext uri="{FF2B5EF4-FFF2-40B4-BE49-F238E27FC236}">
                <a16:creationId xmlns:a16="http://schemas.microsoft.com/office/drawing/2014/main" id="{CB09F5D7-B404-4DD6-9DF1-C0208BBBEB7D}"/>
              </a:ext>
            </a:extLst>
          </p:cNvPr>
          <p:cNvSpPr>
            <a:spLocks xmlns:a="http://schemas.openxmlformats.org/drawingml/2006/main" noGrp="1"/>
          </p:cNvSpPr>
          <p:nvPr/>
        </p:nvSpPr>
        <p:spPr>
          <a:xfrm xmlns:a="http://schemas.openxmlformats.org/drawingml/2006/main">
            <a:off x="71532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DEPLOY</a:t>
            </a:r>
          </a:p>
        </p:txBody>
      </p:sp>
      <p:sp>
        <p:nvSpPr>
          <p:cNvPr id="91" name="">
            <a:extLst xmlns:a="http://schemas.openxmlformats.org/drawingml/2006/main">
              <a:ext uri="{FF2B5EF4-FFF2-40B4-BE49-F238E27FC236}">
                <a16:creationId xmlns:a16="http://schemas.microsoft.com/office/drawing/2014/main" id="{BDF2E814-B133-43E7-BBF8-BB869C9FDFBE}"/>
              </a:ext>
            </a:extLst>
          </p:cNvPr>
          <p:cNvSpPr>
            <a:spLocks xmlns:a="http://schemas.openxmlformats.org/drawingml/2006/main" noGrp="1"/>
          </p:cNvSpPr>
          <p:nvPr/>
        </p:nvSpPr>
        <p:spPr>
          <a:xfrm xmlns:a="http://schemas.openxmlformats.org/drawingml/2006/main">
            <a:off x="84915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92" name="">
            <a:extLst xmlns:a="http://schemas.openxmlformats.org/drawingml/2006/main">
              <a:ext uri="{FF2B5EF4-FFF2-40B4-BE49-F238E27FC236}">
                <a16:creationId xmlns:a16="http://schemas.microsoft.com/office/drawing/2014/main" id="{AD457330-E243-44F0-B659-9E63181FF92D}"/>
              </a:ext>
            </a:extLst>
          </p:cNvPr>
          <p:cNvSpPr>
            <a:spLocks xmlns:a="http://schemas.openxmlformats.org/drawingml/2006/main" noGrp="1"/>
          </p:cNvSpPr>
          <p:nvPr/>
        </p:nvSpPr>
        <p:spPr>
          <a:xfrm xmlns:a="http://schemas.openxmlformats.org/drawingml/2006/main">
            <a:off x="81248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MAINTAIN</a:t>
            </a:r>
          </a:p>
        </p:txBody>
      </p:sp>
    </p:spTree>
    <p:extLst>
      <p:ext uri="{BB962C8B-B14F-4D97-AF65-F5344CB8AC3E}">
        <p14:creationId xmlns:p14="http://schemas.microsoft.com/office/powerpoint/2010/main" val="1114053379"/>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F3A473A6-EB72-479E-BE9E-9D5132520C43}"/>
              </a:ext>
            </a:extLst>
          </p:cNvPr>
          <p:cNvPicPr>
            <a:picLocks xmlns:a="http://schemas.openxmlformats.org/drawingml/2006/main" noChangeAspect="1"/>
          </p:cNvPicPr>
          <p:nvPr/>
        </p:nvPicPr>
        <p:blipFill>
          <a:blip xmlns:r="http://schemas.openxmlformats.org/officeDocument/2006/relationships" xmlns:a="http://schemas.openxmlformats.org/drawingml/2006/main" r:embed="R29ad456a801c40e8"/>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7C031831-FF84-438F-ABF9-C3A3F5C1177E}"/>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38 / 63</a:t>
            </a:r>
            <a:endParaRPr sz="900"/>
          </a:p>
        </p:txBody>
      </p:sp>
      <p:sp>
        <p:nvSpPr>
          <p:cNvPr id="79" name="">
            <a:extLst xmlns:a="http://schemas.openxmlformats.org/drawingml/2006/main">
              <a:ext uri="{FF2B5EF4-FFF2-40B4-BE49-F238E27FC236}">
                <a16:creationId xmlns:a16="http://schemas.microsoft.com/office/drawing/2014/main" id="{F5B27D10-B140-4B4F-B41E-542312DB5AFC}"/>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EF8B39"/>
                </a:solidFill>
                <a:latin typeface="Montserrat"/>
                <a:ea typeface="Montserrat"/>
                <a:cs typeface="Montserrat"/>
              </a:defRPr>
            </a:defPPr>
            <a:lvl1pPr algn="l">
              <a:defRPr sz="1050" b="1">
                <a:solidFill>
                  <a:srgbClr val="EF8B39"/>
                </a:solidFill>
                <a:latin typeface="Montserrat"/>
                <a:ea typeface="Montserrat"/>
                <a:cs typeface="Montserrat"/>
              </a:defRPr>
            </a:lvl1pPr>
            <a:lvl2pPr algn="l">
              <a:defRPr sz="1050" b="1">
                <a:solidFill>
                  <a:srgbClr val="EF8B39"/>
                </a:solidFill>
                <a:latin typeface="Montserrat"/>
                <a:ea typeface="Montserrat"/>
                <a:cs typeface="Montserrat"/>
              </a:defRPr>
            </a:lvl2pPr>
            <a:lvl3pPr algn="l">
              <a:defRPr sz="1050" b="1">
                <a:solidFill>
                  <a:srgbClr val="EF8B39"/>
                </a:solidFill>
                <a:latin typeface="Montserrat"/>
                <a:ea typeface="Montserrat"/>
                <a:cs typeface="Montserrat"/>
              </a:defRPr>
            </a:lvl3pPr>
            <a:lvl4pPr algn="l">
              <a:defRPr sz="1050" b="1">
                <a:solidFill>
                  <a:srgbClr val="EF8B39"/>
                </a:solidFill>
                <a:latin typeface="Montserrat"/>
                <a:ea typeface="Montserrat"/>
                <a:cs typeface="Montserrat"/>
              </a:defRPr>
            </a:lvl4pPr>
            <a:lvl5pPr algn="l">
              <a:defRPr sz="1050" b="1">
                <a:solidFill>
                  <a:srgbClr val="EF8B39"/>
                </a:solidFill>
                <a:latin typeface="Montserrat"/>
                <a:ea typeface="Montserrat"/>
                <a:cs typeface="Montserrat"/>
              </a:defRPr>
            </a:lvl5pPr>
            <a:lvl6pPr algn="l">
              <a:defRPr sz="1050" b="1">
                <a:solidFill>
                  <a:srgbClr val="EF8B39"/>
                </a:solidFill>
                <a:latin typeface="Montserrat"/>
                <a:ea typeface="Montserrat"/>
                <a:cs typeface="Montserrat"/>
              </a:defRPr>
            </a:lvl6pPr>
            <a:lvl7pPr algn="l">
              <a:defRPr sz="1050" b="1">
                <a:solidFill>
                  <a:srgbClr val="EF8B39"/>
                </a:solidFill>
                <a:latin typeface="Montserrat"/>
                <a:ea typeface="Montserrat"/>
                <a:cs typeface="Montserrat"/>
              </a:defRPr>
            </a:lvl7pPr>
            <a:lvl8pPr algn="l">
              <a:defRPr sz="1050" b="1">
                <a:solidFill>
                  <a:srgbClr val="EF8B39"/>
                </a:solidFill>
                <a:latin typeface="Montserrat"/>
                <a:ea typeface="Montserrat"/>
                <a:cs typeface="Montserrat"/>
              </a:defRPr>
            </a:lvl8pPr>
            <a:lvl9pPr algn="l">
              <a:defRPr sz="1050" b="1">
                <a:solidFill>
                  <a:srgbClr val="EF8B39"/>
                </a:solidFill>
                <a:latin typeface="Montserrat"/>
                <a:ea typeface="Montserrat"/>
                <a:cs typeface="Montserrat"/>
              </a:defRPr>
            </a:lvl9pPr>
          </a:lstStyle>
          <a:p xmlns:a="http://schemas.openxmlformats.org/drawingml/2006/main">
            <a:pPr algn="l">
              <a:defRPr sz="1050" b="1">
                <a:solidFill>
                  <a:srgbClr val="EF8B39"/>
                </a:solidFill>
                <a:latin typeface="Montserrat"/>
                <a:ea typeface="Montserrat"/>
                <a:cs typeface="Montserrat"/>
              </a:defRPr>
            </a:pPr>
            <a:r>
              <a:rPr sz="1050" b="1">
                <a:solidFill>
                  <a:srgbClr val="EF8B39"/>
                </a:solidFill>
                <a:latin typeface="Montserrat"/>
                <a:ea typeface="Montserrat"/>
                <a:cs typeface="Montserrat"/>
              </a:rPr>
              <a:t>// EXERCISE 2 · GAME</a:t>
            </a:r>
          </a:p>
        </p:txBody>
      </p:sp>
      <p:sp>
        <p:nvSpPr>
          <p:cNvPr id="80" name="">
            <a:extLst xmlns:a="http://schemas.openxmlformats.org/drawingml/2006/main">
              <a:ext uri="{FF2B5EF4-FFF2-40B4-BE49-F238E27FC236}">
                <a16:creationId xmlns:a16="http://schemas.microsoft.com/office/drawing/2014/main" id="{63C103E7-B6C2-4F6E-839D-0C336713730C}"/>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B93800"/>
                </a:solidFill>
                <a:latin typeface="Montserrat"/>
                <a:ea typeface="Montserrat"/>
                <a:cs typeface="Montserrat"/>
              </a:defRPr>
            </a:defPPr>
            <a:lvl1pPr algn="r">
              <a:defRPr sz="900" b="0">
                <a:solidFill>
                  <a:srgbClr val="B93800"/>
                </a:solidFill>
                <a:latin typeface="Montserrat"/>
                <a:ea typeface="Montserrat"/>
                <a:cs typeface="Montserrat"/>
              </a:defRPr>
            </a:lvl1pPr>
            <a:lvl2pPr algn="r">
              <a:defRPr sz="900" b="0">
                <a:solidFill>
                  <a:srgbClr val="B93800"/>
                </a:solidFill>
                <a:latin typeface="Montserrat"/>
                <a:ea typeface="Montserrat"/>
                <a:cs typeface="Montserrat"/>
              </a:defRPr>
            </a:lvl2pPr>
            <a:lvl3pPr algn="r">
              <a:defRPr sz="900" b="0">
                <a:solidFill>
                  <a:srgbClr val="B93800"/>
                </a:solidFill>
                <a:latin typeface="Montserrat"/>
                <a:ea typeface="Montserrat"/>
                <a:cs typeface="Montserrat"/>
              </a:defRPr>
            </a:lvl3pPr>
            <a:lvl4pPr algn="r">
              <a:defRPr sz="900" b="0">
                <a:solidFill>
                  <a:srgbClr val="B93800"/>
                </a:solidFill>
                <a:latin typeface="Montserrat"/>
                <a:ea typeface="Montserrat"/>
                <a:cs typeface="Montserrat"/>
              </a:defRPr>
            </a:lvl4pPr>
            <a:lvl5pPr algn="r">
              <a:defRPr sz="900" b="0">
                <a:solidFill>
                  <a:srgbClr val="B93800"/>
                </a:solidFill>
                <a:latin typeface="Montserrat"/>
                <a:ea typeface="Montserrat"/>
                <a:cs typeface="Montserrat"/>
              </a:defRPr>
            </a:lvl5pPr>
            <a:lvl6pPr algn="r">
              <a:defRPr sz="900" b="0">
                <a:solidFill>
                  <a:srgbClr val="B93800"/>
                </a:solidFill>
                <a:latin typeface="Montserrat"/>
                <a:ea typeface="Montserrat"/>
                <a:cs typeface="Montserrat"/>
              </a:defRPr>
            </a:lvl6pPr>
            <a:lvl7pPr algn="r">
              <a:defRPr sz="900" b="0">
                <a:solidFill>
                  <a:srgbClr val="B93800"/>
                </a:solidFill>
                <a:latin typeface="Montserrat"/>
                <a:ea typeface="Montserrat"/>
                <a:cs typeface="Montserrat"/>
              </a:defRPr>
            </a:lvl7pPr>
            <a:lvl8pPr algn="r">
              <a:defRPr sz="900" b="0">
                <a:solidFill>
                  <a:srgbClr val="B93800"/>
                </a:solidFill>
                <a:latin typeface="Montserrat"/>
                <a:ea typeface="Montserrat"/>
                <a:cs typeface="Montserrat"/>
              </a:defRPr>
            </a:lvl8pPr>
            <a:lvl9pPr algn="r">
              <a:defRPr sz="900" b="0">
                <a:solidFill>
                  <a:srgbClr val="B93800"/>
                </a:solidFill>
                <a:latin typeface="Montserrat"/>
                <a:ea typeface="Montserrat"/>
                <a:cs typeface="Montserrat"/>
              </a:defRPr>
            </a:lvl9pPr>
          </a:lstStyle>
          <a:p xmlns:a="http://schemas.openxmlformats.org/drawingml/2006/main">
            <a:pPr algn="r">
              <a:defRPr sz="900" b="0">
                <a:solidFill>
                  <a:srgbClr val="B93800"/>
                </a:solidFill>
                <a:latin typeface="Montserrat"/>
                <a:ea typeface="Montserrat"/>
                <a:cs typeface="Montserrat"/>
              </a:defRPr>
            </a:pPr>
            <a:r>
              <a:rPr sz="900" b="0">
                <a:solidFill>
                  <a:srgbClr val="B93800"/>
                </a:solidFill>
                <a:latin typeface="Montserrat"/>
                <a:ea typeface="Montserrat"/>
                <a:cs typeface="Montserrat"/>
              </a:rPr>
              <a:t>3:00–4:30</a:t>
            </a:r>
          </a:p>
        </p:txBody>
      </p:sp>
      <p:sp>
        <p:nvSpPr>
          <p:cNvPr id="81" name="">
            <a:extLst xmlns:a="http://schemas.openxmlformats.org/drawingml/2006/main">
              <a:ext uri="{FF2B5EF4-FFF2-40B4-BE49-F238E27FC236}">
                <a16:creationId xmlns:a16="http://schemas.microsoft.com/office/drawing/2014/main" id="{1FC8F829-31D5-4BCF-BBA0-05D4B29E4A0F}"/>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What you will learn</a:t>
            </a:r>
          </a:p>
        </p:txBody>
      </p:sp>
      <p:sp>
        <p:nvSpPr>
          <p:cNvPr id="82" name="">
            <a:extLst xmlns:a="http://schemas.openxmlformats.org/drawingml/2006/main">
              <a:ext uri="{FF2B5EF4-FFF2-40B4-BE49-F238E27FC236}">
                <a16:creationId xmlns:a16="http://schemas.microsoft.com/office/drawing/2014/main" id="{4F405404-D77A-463A-A4F0-337277D1A6CA}"/>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ONE COMPLETE ROUND · ONE SEPARATE PROJECT</a:t>
            </a:r>
          </a:p>
        </p:txBody>
      </p:sp>
      <p:sp>
        <p:nvSpPr>
          <p:cNvPr id="83" name="">
            <a:extLst xmlns:a="http://schemas.openxmlformats.org/drawingml/2006/main">
              <a:ext uri="{FF2B5EF4-FFF2-40B4-BE49-F238E27FC236}">
                <a16:creationId xmlns:a16="http://schemas.microsoft.com/office/drawing/2014/main" id="{C41B22E5-58F9-4B58-BCDF-DB59F828170E}"/>
              </a:ext>
            </a:extLst>
          </p:cNvPr>
          <p:cNvSpPr>
            <a:spLocks xmlns:a="http://schemas.openxmlformats.org/drawingml/2006/main" noGrp="1"/>
          </p:cNvSpPr>
          <p:nvPr/>
        </p:nvSpPr>
        <p:spPr>
          <a:xfrm xmlns:a="http://schemas.openxmlformats.org/drawingml/2006/main">
            <a:off x="2352675" y="2533650"/>
            <a:ext cx="133350" cy="0"/>
          </a:xfrm>
          <a:prstGeom xmlns:a="http://schemas.openxmlformats.org/drawingml/2006/main" prst="line">
            <a:avLst/>
          </a:prstGeom>
          <a:noFill xmlns:a="http://schemas.openxmlformats.org/drawingml/2006/main"/>
          <a:ln xmlns:a="http://schemas.openxmlformats.org/drawingml/2006/main" w="9525">
            <a:solidFill>
              <a:srgbClr val="EF8B39"/>
            </a:solidFill>
            <a:prstDash val="solid"/>
          </a:ln>
        </p:spPr>
      </p:sp>
      <p:sp>
        <p:nvSpPr>
          <p:cNvPr id="84" name="">
            <a:extLst xmlns:a="http://schemas.openxmlformats.org/drawingml/2006/main">
              <a:ext uri="{FF2B5EF4-FFF2-40B4-BE49-F238E27FC236}">
                <a16:creationId xmlns:a16="http://schemas.microsoft.com/office/drawing/2014/main" id="{5A9EAED8-94BF-4014-A7FB-0515A40FA678}"/>
              </a:ext>
            </a:extLst>
          </p:cNvPr>
          <p:cNvSpPr>
            <a:spLocks xmlns:a="http://schemas.openxmlformats.org/drawingml/2006/main" noGrp="1"/>
          </p:cNvSpPr>
          <p:nvPr/>
        </p:nvSpPr>
        <p:spPr>
          <a:xfrm xmlns:a="http://schemas.openxmlformats.org/drawingml/2006/main">
            <a:off x="647700" y="2238375"/>
            <a:ext cx="1704975" cy="590550"/>
          </a:xfrm>
          <a:prstGeom xmlns:a="http://schemas.openxmlformats.org/drawingml/2006/main" prst="roundRect">
            <a:avLst>
              <a:gd name="adj" fmla="val 19355"/>
            </a:avLst>
          </a:prstGeom>
          <a:solidFill xmlns:a="http://schemas.openxmlformats.org/drawingml/2006/main">
            <a:srgbClr val="EF8B39"/>
          </a:solidFill>
          <a:ln xmlns:a="http://schemas.openxmlformats.org/drawingml/2006/main" w="9525">
            <a:solidFill>
              <a:srgbClr val="EF8B39"/>
            </a:solidFill>
            <a:prstDash val="solid"/>
          </a:ln>
        </p:spPr>
      </p:sp>
      <p:sp>
        <p:nvSpPr>
          <p:cNvPr id="85" name="">
            <a:extLst xmlns:a="http://schemas.openxmlformats.org/drawingml/2006/main">
              <a:ext uri="{FF2B5EF4-FFF2-40B4-BE49-F238E27FC236}">
                <a16:creationId xmlns:a16="http://schemas.microsoft.com/office/drawing/2014/main" id="{CB31A37C-D437-4F26-BC55-52694A944B76}"/>
              </a:ext>
            </a:extLst>
          </p:cNvPr>
          <p:cNvSpPr>
            <a:spLocks xmlns:a="http://schemas.openxmlformats.org/drawingml/2006/main" noGrp="1"/>
          </p:cNvSpPr>
          <p:nvPr/>
        </p:nvSpPr>
        <p:spPr>
          <a:xfrm xmlns:a="http://schemas.openxmlformats.org/drawingml/2006/main">
            <a:off x="704850" y="2419350"/>
            <a:ext cx="15906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275" b="1">
                <a:solidFill>
                  <a:srgbClr val="FFFFFF"/>
                </a:solidFill>
                <a:latin typeface="Montserrat"/>
                <a:ea typeface="Montserrat"/>
                <a:cs typeface="Montserrat"/>
              </a:defRPr>
            </a:defPPr>
            <a:lvl1pPr algn="ctr">
              <a:defRPr sz="1275" b="1">
                <a:solidFill>
                  <a:srgbClr val="FFFFFF"/>
                </a:solidFill>
                <a:latin typeface="Montserrat"/>
                <a:ea typeface="Montserrat"/>
                <a:cs typeface="Montserrat"/>
              </a:defRPr>
            </a:lvl1pPr>
            <a:lvl2pPr algn="ctr">
              <a:defRPr sz="1275" b="1">
                <a:solidFill>
                  <a:srgbClr val="FFFFFF"/>
                </a:solidFill>
                <a:latin typeface="Montserrat"/>
                <a:ea typeface="Montserrat"/>
                <a:cs typeface="Montserrat"/>
              </a:defRPr>
            </a:lvl2pPr>
            <a:lvl3pPr algn="ctr">
              <a:defRPr sz="1275" b="1">
                <a:solidFill>
                  <a:srgbClr val="FFFFFF"/>
                </a:solidFill>
                <a:latin typeface="Montserrat"/>
                <a:ea typeface="Montserrat"/>
                <a:cs typeface="Montserrat"/>
              </a:defRPr>
            </a:lvl3pPr>
            <a:lvl4pPr algn="ctr">
              <a:defRPr sz="1275" b="1">
                <a:solidFill>
                  <a:srgbClr val="FFFFFF"/>
                </a:solidFill>
                <a:latin typeface="Montserrat"/>
                <a:ea typeface="Montserrat"/>
                <a:cs typeface="Montserrat"/>
              </a:defRPr>
            </a:lvl4pPr>
            <a:lvl5pPr algn="ctr">
              <a:defRPr sz="1275" b="1">
                <a:solidFill>
                  <a:srgbClr val="FFFFFF"/>
                </a:solidFill>
                <a:latin typeface="Montserrat"/>
                <a:ea typeface="Montserrat"/>
                <a:cs typeface="Montserrat"/>
              </a:defRPr>
            </a:lvl5pPr>
            <a:lvl6pPr algn="ctr">
              <a:defRPr sz="1275" b="1">
                <a:solidFill>
                  <a:srgbClr val="FFFFFF"/>
                </a:solidFill>
                <a:latin typeface="Montserrat"/>
                <a:ea typeface="Montserrat"/>
                <a:cs typeface="Montserrat"/>
              </a:defRPr>
            </a:lvl6pPr>
            <a:lvl7pPr algn="ctr">
              <a:defRPr sz="1275" b="1">
                <a:solidFill>
                  <a:srgbClr val="FFFFFF"/>
                </a:solidFill>
                <a:latin typeface="Montserrat"/>
                <a:ea typeface="Montserrat"/>
                <a:cs typeface="Montserrat"/>
              </a:defRPr>
            </a:lvl7pPr>
            <a:lvl8pPr algn="ctr">
              <a:defRPr sz="1275" b="1">
                <a:solidFill>
                  <a:srgbClr val="FFFFFF"/>
                </a:solidFill>
                <a:latin typeface="Montserrat"/>
                <a:ea typeface="Montserrat"/>
                <a:cs typeface="Montserrat"/>
              </a:defRPr>
            </a:lvl8pPr>
            <a:lvl9pPr algn="ctr">
              <a:defRPr sz="1275" b="1">
                <a:solidFill>
                  <a:srgbClr val="FFFFFF"/>
                </a:solidFill>
                <a:latin typeface="Montserrat"/>
                <a:ea typeface="Montserrat"/>
                <a:cs typeface="Montserrat"/>
              </a:defRPr>
            </a:lvl9pPr>
          </a:lstStyle>
          <a:p xmlns:a="http://schemas.openxmlformats.org/drawingml/2006/main">
            <a:pPr algn="ctr">
              <a:defRPr sz="1275" b="1">
                <a:solidFill>
                  <a:srgbClr val="FFFFFF"/>
                </a:solidFill>
                <a:latin typeface="Montserrat"/>
                <a:ea typeface="Montserrat"/>
                <a:cs typeface="Montserrat"/>
              </a:defRPr>
            </a:pPr>
            <a:r>
              <a:rPr sz="1275" b="1">
                <a:solidFill>
                  <a:srgbClr val="FFFFFF"/>
                </a:solidFill>
                <a:latin typeface="Montserrat"/>
                <a:ea typeface="Montserrat"/>
                <a:cs typeface="Montserrat"/>
              </a:rPr>
              <a:t>Plan</a:t>
            </a:r>
          </a:p>
        </p:txBody>
      </p:sp>
      <p:sp>
        <p:nvSpPr>
          <p:cNvPr id="86" name="">
            <a:extLst xmlns:a="http://schemas.openxmlformats.org/drawingml/2006/main">
              <a:ext uri="{FF2B5EF4-FFF2-40B4-BE49-F238E27FC236}">
                <a16:creationId xmlns:a16="http://schemas.microsoft.com/office/drawing/2014/main" id="{FE512C74-352A-4DE5-BE34-A3A9573E1C73}"/>
              </a:ext>
            </a:extLst>
          </p:cNvPr>
          <p:cNvSpPr>
            <a:spLocks xmlns:a="http://schemas.openxmlformats.org/drawingml/2006/main" noGrp="1"/>
          </p:cNvSpPr>
          <p:nvPr/>
        </p:nvSpPr>
        <p:spPr>
          <a:xfrm xmlns:a="http://schemas.openxmlformats.org/drawingml/2006/main">
            <a:off x="666750" y="3057525"/>
            <a:ext cx="16668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050" b="0">
                <a:solidFill>
                  <a:srgbClr val="475569"/>
                </a:solidFill>
                <a:latin typeface="Montserrat"/>
                <a:ea typeface="Montserrat"/>
                <a:cs typeface="Montserrat"/>
              </a:defRPr>
            </a:defPPr>
            <a:lvl1pPr algn="ctr">
              <a:defRPr sz="1050" b="0">
                <a:solidFill>
                  <a:srgbClr val="475569"/>
                </a:solidFill>
                <a:latin typeface="Montserrat"/>
                <a:ea typeface="Montserrat"/>
                <a:cs typeface="Montserrat"/>
              </a:defRPr>
            </a:lvl1pPr>
            <a:lvl2pPr algn="ctr">
              <a:defRPr sz="1050" b="0">
                <a:solidFill>
                  <a:srgbClr val="475569"/>
                </a:solidFill>
                <a:latin typeface="Montserrat"/>
                <a:ea typeface="Montserrat"/>
                <a:cs typeface="Montserrat"/>
              </a:defRPr>
            </a:lvl2pPr>
            <a:lvl3pPr algn="ctr">
              <a:defRPr sz="1050" b="0">
                <a:solidFill>
                  <a:srgbClr val="475569"/>
                </a:solidFill>
                <a:latin typeface="Montserrat"/>
                <a:ea typeface="Montserrat"/>
                <a:cs typeface="Montserrat"/>
              </a:defRPr>
            </a:lvl3pPr>
            <a:lvl4pPr algn="ctr">
              <a:defRPr sz="1050" b="0">
                <a:solidFill>
                  <a:srgbClr val="475569"/>
                </a:solidFill>
                <a:latin typeface="Montserrat"/>
                <a:ea typeface="Montserrat"/>
                <a:cs typeface="Montserrat"/>
              </a:defRPr>
            </a:lvl4pPr>
            <a:lvl5pPr algn="ctr">
              <a:defRPr sz="1050" b="0">
                <a:solidFill>
                  <a:srgbClr val="475569"/>
                </a:solidFill>
                <a:latin typeface="Montserrat"/>
                <a:ea typeface="Montserrat"/>
                <a:cs typeface="Montserrat"/>
              </a:defRPr>
            </a:lvl5pPr>
            <a:lvl6pPr algn="ctr">
              <a:defRPr sz="1050" b="0">
                <a:solidFill>
                  <a:srgbClr val="475569"/>
                </a:solidFill>
                <a:latin typeface="Montserrat"/>
                <a:ea typeface="Montserrat"/>
                <a:cs typeface="Montserrat"/>
              </a:defRPr>
            </a:lvl6pPr>
            <a:lvl7pPr algn="ctr">
              <a:defRPr sz="1050" b="0">
                <a:solidFill>
                  <a:srgbClr val="475569"/>
                </a:solidFill>
                <a:latin typeface="Montserrat"/>
                <a:ea typeface="Montserrat"/>
                <a:cs typeface="Montserrat"/>
              </a:defRPr>
            </a:lvl7pPr>
            <a:lvl8pPr algn="ctr">
              <a:defRPr sz="1050" b="0">
                <a:solidFill>
                  <a:srgbClr val="475569"/>
                </a:solidFill>
                <a:latin typeface="Montserrat"/>
                <a:ea typeface="Montserrat"/>
                <a:cs typeface="Montserrat"/>
              </a:defRPr>
            </a:lvl8pPr>
            <a:lvl9pPr algn="ctr">
              <a:defRPr sz="1050" b="0">
                <a:solidFill>
                  <a:srgbClr val="475569"/>
                </a:solidFill>
                <a:latin typeface="Montserrat"/>
                <a:ea typeface="Montserrat"/>
                <a:cs typeface="Montserrat"/>
              </a:defRPr>
            </a:lvl9pPr>
          </a:lstStyle>
          <a:p xmlns:a="http://schemas.openxmlformats.org/drawingml/2006/main">
            <a:pPr algn="ctr">
              <a:defRPr sz="1050" b="0">
                <a:solidFill>
                  <a:srgbClr val="475569"/>
                </a:solidFill>
                <a:latin typeface="Montserrat"/>
                <a:ea typeface="Montserrat"/>
                <a:cs typeface="Montserrat"/>
              </a:defRPr>
            </a:pPr>
            <a:r>
              <a:rPr sz="1050" b="0">
                <a:solidFill>
                  <a:srgbClr val="475569"/>
                </a:solidFill>
                <a:latin typeface="Montserrat"/>
                <a:ea typeface="Montserrat"/>
                <a:cs typeface="Montserrat"/>
              </a:rPr>
              <a:t>State the player, goal, rules, and finish.</a:t>
            </a:r>
          </a:p>
        </p:txBody>
      </p:sp>
      <p:sp>
        <p:nvSpPr>
          <p:cNvPr id="87" name="">
            <a:extLst xmlns:a="http://schemas.openxmlformats.org/drawingml/2006/main">
              <a:ext uri="{FF2B5EF4-FFF2-40B4-BE49-F238E27FC236}">
                <a16:creationId xmlns:a16="http://schemas.microsoft.com/office/drawing/2014/main" id="{6C636AF3-A83C-47B8-9CF9-7672B1D62DAD}"/>
              </a:ext>
            </a:extLst>
          </p:cNvPr>
          <p:cNvSpPr>
            <a:spLocks xmlns:a="http://schemas.openxmlformats.org/drawingml/2006/main" noGrp="1"/>
          </p:cNvSpPr>
          <p:nvPr/>
        </p:nvSpPr>
        <p:spPr>
          <a:xfrm xmlns:a="http://schemas.openxmlformats.org/drawingml/2006/main">
            <a:off x="4191000" y="2533650"/>
            <a:ext cx="133350" cy="0"/>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88" name="">
            <a:extLst xmlns:a="http://schemas.openxmlformats.org/drawingml/2006/main">
              <a:ext uri="{FF2B5EF4-FFF2-40B4-BE49-F238E27FC236}">
                <a16:creationId xmlns:a16="http://schemas.microsoft.com/office/drawing/2014/main" id="{25A31217-1A33-4116-BF3E-01BB09FD4AEE}"/>
              </a:ext>
            </a:extLst>
          </p:cNvPr>
          <p:cNvSpPr>
            <a:spLocks xmlns:a="http://schemas.openxmlformats.org/drawingml/2006/main" noGrp="1"/>
          </p:cNvSpPr>
          <p:nvPr/>
        </p:nvSpPr>
        <p:spPr>
          <a:xfrm xmlns:a="http://schemas.openxmlformats.org/drawingml/2006/main">
            <a:off x="2486025" y="2238375"/>
            <a:ext cx="1704975" cy="590550"/>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9525">
            <a:solidFill>
              <a:srgbClr val="D8E2EF"/>
            </a:solidFill>
            <a:prstDash val="solid"/>
          </a:ln>
        </p:spPr>
      </p:sp>
      <p:sp>
        <p:nvSpPr>
          <p:cNvPr id="89" name="">
            <a:extLst xmlns:a="http://schemas.openxmlformats.org/drawingml/2006/main">
              <a:ext uri="{FF2B5EF4-FFF2-40B4-BE49-F238E27FC236}">
                <a16:creationId xmlns:a16="http://schemas.microsoft.com/office/drawing/2014/main" id="{3327AC7A-D061-4EBF-B43E-C3203E6B11EE}"/>
              </a:ext>
            </a:extLst>
          </p:cNvPr>
          <p:cNvSpPr>
            <a:spLocks xmlns:a="http://schemas.openxmlformats.org/drawingml/2006/main" noGrp="1"/>
          </p:cNvSpPr>
          <p:nvPr/>
        </p:nvSpPr>
        <p:spPr>
          <a:xfrm xmlns:a="http://schemas.openxmlformats.org/drawingml/2006/main">
            <a:off x="2543175" y="2419350"/>
            <a:ext cx="15906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275" b="1">
                <a:solidFill>
                  <a:srgbClr val="0F172A"/>
                </a:solidFill>
                <a:latin typeface="Montserrat"/>
                <a:ea typeface="Montserrat"/>
                <a:cs typeface="Montserrat"/>
              </a:defRPr>
            </a:defPPr>
            <a:lvl1pPr algn="ctr">
              <a:defRPr sz="1275" b="1">
                <a:solidFill>
                  <a:srgbClr val="0F172A"/>
                </a:solidFill>
                <a:latin typeface="Montserrat"/>
                <a:ea typeface="Montserrat"/>
                <a:cs typeface="Montserrat"/>
              </a:defRPr>
            </a:lvl1pPr>
            <a:lvl2pPr algn="ctr">
              <a:defRPr sz="1275" b="1">
                <a:solidFill>
                  <a:srgbClr val="0F172A"/>
                </a:solidFill>
                <a:latin typeface="Montserrat"/>
                <a:ea typeface="Montserrat"/>
                <a:cs typeface="Montserrat"/>
              </a:defRPr>
            </a:lvl2pPr>
            <a:lvl3pPr algn="ctr">
              <a:defRPr sz="1275" b="1">
                <a:solidFill>
                  <a:srgbClr val="0F172A"/>
                </a:solidFill>
                <a:latin typeface="Montserrat"/>
                <a:ea typeface="Montserrat"/>
                <a:cs typeface="Montserrat"/>
              </a:defRPr>
            </a:lvl3pPr>
            <a:lvl4pPr algn="ctr">
              <a:defRPr sz="1275" b="1">
                <a:solidFill>
                  <a:srgbClr val="0F172A"/>
                </a:solidFill>
                <a:latin typeface="Montserrat"/>
                <a:ea typeface="Montserrat"/>
                <a:cs typeface="Montserrat"/>
              </a:defRPr>
            </a:lvl4pPr>
            <a:lvl5pPr algn="ctr">
              <a:defRPr sz="1275" b="1">
                <a:solidFill>
                  <a:srgbClr val="0F172A"/>
                </a:solidFill>
                <a:latin typeface="Montserrat"/>
                <a:ea typeface="Montserrat"/>
                <a:cs typeface="Montserrat"/>
              </a:defRPr>
            </a:lvl5pPr>
            <a:lvl6pPr algn="ctr">
              <a:defRPr sz="1275" b="1">
                <a:solidFill>
                  <a:srgbClr val="0F172A"/>
                </a:solidFill>
                <a:latin typeface="Montserrat"/>
                <a:ea typeface="Montserrat"/>
                <a:cs typeface="Montserrat"/>
              </a:defRPr>
            </a:lvl6pPr>
            <a:lvl7pPr algn="ctr">
              <a:defRPr sz="1275" b="1">
                <a:solidFill>
                  <a:srgbClr val="0F172A"/>
                </a:solidFill>
                <a:latin typeface="Montserrat"/>
                <a:ea typeface="Montserrat"/>
                <a:cs typeface="Montserrat"/>
              </a:defRPr>
            </a:lvl7pPr>
            <a:lvl8pPr algn="ctr">
              <a:defRPr sz="1275" b="1">
                <a:solidFill>
                  <a:srgbClr val="0F172A"/>
                </a:solidFill>
                <a:latin typeface="Montserrat"/>
                <a:ea typeface="Montserrat"/>
                <a:cs typeface="Montserrat"/>
              </a:defRPr>
            </a:lvl8pPr>
            <a:lvl9pPr algn="ctr">
              <a:defRPr sz="1275" b="1">
                <a:solidFill>
                  <a:srgbClr val="0F172A"/>
                </a:solidFill>
                <a:latin typeface="Montserrat"/>
                <a:ea typeface="Montserrat"/>
                <a:cs typeface="Montserrat"/>
              </a:defRPr>
            </a:lvl9pPr>
          </a:lstStyle>
          <a:p xmlns:a="http://schemas.openxmlformats.org/drawingml/2006/main">
            <a:pPr algn="ctr">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Design</a:t>
            </a:r>
          </a:p>
        </p:txBody>
      </p:sp>
      <p:sp>
        <p:nvSpPr>
          <p:cNvPr id="90" name="">
            <a:extLst xmlns:a="http://schemas.openxmlformats.org/drawingml/2006/main">
              <a:ext uri="{FF2B5EF4-FFF2-40B4-BE49-F238E27FC236}">
                <a16:creationId xmlns:a16="http://schemas.microsoft.com/office/drawing/2014/main" id="{83750659-9565-4EE6-BE08-954E72AAE6BC}"/>
              </a:ext>
            </a:extLst>
          </p:cNvPr>
          <p:cNvSpPr>
            <a:spLocks xmlns:a="http://schemas.openxmlformats.org/drawingml/2006/main" noGrp="1"/>
          </p:cNvSpPr>
          <p:nvPr/>
        </p:nvSpPr>
        <p:spPr>
          <a:xfrm xmlns:a="http://schemas.openxmlformats.org/drawingml/2006/main">
            <a:off x="2505075" y="3057525"/>
            <a:ext cx="16668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050" b="0">
                <a:solidFill>
                  <a:srgbClr val="475569"/>
                </a:solidFill>
                <a:latin typeface="Montserrat"/>
                <a:ea typeface="Montserrat"/>
                <a:cs typeface="Montserrat"/>
              </a:defRPr>
            </a:defPPr>
            <a:lvl1pPr algn="ctr">
              <a:defRPr sz="1050" b="0">
                <a:solidFill>
                  <a:srgbClr val="475569"/>
                </a:solidFill>
                <a:latin typeface="Montserrat"/>
                <a:ea typeface="Montserrat"/>
                <a:cs typeface="Montserrat"/>
              </a:defRPr>
            </a:lvl1pPr>
            <a:lvl2pPr algn="ctr">
              <a:defRPr sz="1050" b="0">
                <a:solidFill>
                  <a:srgbClr val="475569"/>
                </a:solidFill>
                <a:latin typeface="Montserrat"/>
                <a:ea typeface="Montserrat"/>
                <a:cs typeface="Montserrat"/>
              </a:defRPr>
            </a:lvl2pPr>
            <a:lvl3pPr algn="ctr">
              <a:defRPr sz="1050" b="0">
                <a:solidFill>
                  <a:srgbClr val="475569"/>
                </a:solidFill>
                <a:latin typeface="Montserrat"/>
                <a:ea typeface="Montserrat"/>
                <a:cs typeface="Montserrat"/>
              </a:defRPr>
            </a:lvl3pPr>
            <a:lvl4pPr algn="ctr">
              <a:defRPr sz="1050" b="0">
                <a:solidFill>
                  <a:srgbClr val="475569"/>
                </a:solidFill>
                <a:latin typeface="Montserrat"/>
                <a:ea typeface="Montserrat"/>
                <a:cs typeface="Montserrat"/>
              </a:defRPr>
            </a:lvl4pPr>
            <a:lvl5pPr algn="ctr">
              <a:defRPr sz="1050" b="0">
                <a:solidFill>
                  <a:srgbClr val="475569"/>
                </a:solidFill>
                <a:latin typeface="Montserrat"/>
                <a:ea typeface="Montserrat"/>
                <a:cs typeface="Montserrat"/>
              </a:defRPr>
            </a:lvl5pPr>
            <a:lvl6pPr algn="ctr">
              <a:defRPr sz="1050" b="0">
                <a:solidFill>
                  <a:srgbClr val="475569"/>
                </a:solidFill>
                <a:latin typeface="Montserrat"/>
                <a:ea typeface="Montserrat"/>
                <a:cs typeface="Montserrat"/>
              </a:defRPr>
            </a:lvl6pPr>
            <a:lvl7pPr algn="ctr">
              <a:defRPr sz="1050" b="0">
                <a:solidFill>
                  <a:srgbClr val="475569"/>
                </a:solidFill>
                <a:latin typeface="Montserrat"/>
                <a:ea typeface="Montserrat"/>
                <a:cs typeface="Montserrat"/>
              </a:defRPr>
            </a:lvl7pPr>
            <a:lvl8pPr algn="ctr">
              <a:defRPr sz="1050" b="0">
                <a:solidFill>
                  <a:srgbClr val="475569"/>
                </a:solidFill>
                <a:latin typeface="Montserrat"/>
                <a:ea typeface="Montserrat"/>
                <a:cs typeface="Montserrat"/>
              </a:defRPr>
            </a:lvl8pPr>
            <a:lvl9pPr algn="ctr">
              <a:defRPr sz="1050" b="0">
                <a:solidFill>
                  <a:srgbClr val="475569"/>
                </a:solidFill>
                <a:latin typeface="Montserrat"/>
                <a:ea typeface="Montserrat"/>
                <a:cs typeface="Montserrat"/>
              </a:defRPr>
            </a:lvl9pPr>
          </a:lstStyle>
          <a:p xmlns:a="http://schemas.openxmlformats.org/drawingml/2006/main">
            <a:pPr algn="ctr">
              <a:defRPr sz="1050" b="0">
                <a:solidFill>
                  <a:srgbClr val="475569"/>
                </a:solidFill>
                <a:latin typeface="Montserrat"/>
                <a:ea typeface="Montserrat"/>
                <a:cs typeface="Montserrat"/>
              </a:defRPr>
            </a:pPr>
            <a:r>
              <a:rPr sz="1050" b="0">
                <a:solidFill>
                  <a:srgbClr val="475569"/>
                </a:solidFill>
                <a:latin typeface="Montserrat"/>
                <a:ea typeface="Montserrat"/>
                <a:cs typeface="Montserrat"/>
              </a:rPr>
              <a:t>Map the states and what happens next.</a:t>
            </a:r>
          </a:p>
        </p:txBody>
      </p:sp>
      <p:sp>
        <p:nvSpPr>
          <p:cNvPr id="91" name="">
            <a:extLst xmlns:a="http://schemas.openxmlformats.org/drawingml/2006/main">
              <a:ext uri="{FF2B5EF4-FFF2-40B4-BE49-F238E27FC236}">
                <a16:creationId xmlns:a16="http://schemas.microsoft.com/office/drawing/2014/main" id="{ACA0E221-0152-44BD-AC29-970895297EDD}"/>
              </a:ext>
            </a:extLst>
          </p:cNvPr>
          <p:cNvSpPr>
            <a:spLocks xmlns:a="http://schemas.openxmlformats.org/drawingml/2006/main" noGrp="1"/>
          </p:cNvSpPr>
          <p:nvPr/>
        </p:nvSpPr>
        <p:spPr>
          <a:xfrm xmlns:a="http://schemas.openxmlformats.org/drawingml/2006/main">
            <a:off x="6029325" y="2533650"/>
            <a:ext cx="133350" cy="0"/>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92" name="">
            <a:extLst xmlns:a="http://schemas.openxmlformats.org/drawingml/2006/main">
              <a:ext uri="{FF2B5EF4-FFF2-40B4-BE49-F238E27FC236}">
                <a16:creationId xmlns:a16="http://schemas.microsoft.com/office/drawing/2014/main" id="{73C5CD39-460D-4573-8992-7F3C88CDAFCC}"/>
              </a:ext>
            </a:extLst>
          </p:cNvPr>
          <p:cNvSpPr>
            <a:spLocks xmlns:a="http://schemas.openxmlformats.org/drawingml/2006/main" noGrp="1"/>
          </p:cNvSpPr>
          <p:nvPr/>
        </p:nvSpPr>
        <p:spPr>
          <a:xfrm xmlns:a="http://schemas.openxmlformats.org/drawingml/2006/main">
            <a:off x="4324350" y="2238375"/>
            <a:ext cx="1704975" cy="590550"/>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9525">
            <a:solidFill>
              <a:srgbClr val="D8E2EF"/>
            </a:solidFill>
            <a:prstDash val="solid"/>
          </a:ln>
        </p:spPr>
      </p:sp>
      <p:sp>
        <p:nvSpPr>
          <p:cNvPr id="93" name="">
            <a:extLst xmlns:a="http://schemas.openxmlformats.org/drawingml/2006/main">
              <a:ext uri="{FF2B5EF4-FFF2-40B4-BE49-F238E27FC236}">
                <a16:creationId xmlns:a16="http://schemas.microsoft.com/office/drawing/2014/main" id="{5C4762CE-BF49-4298-BEBF-851D21C44114}"/>
              </a:ext>
            </a:extLst>
          </p:cNvPr>
          <p:cNvSpPr>
            <a:spLocks xmlns:a="http://schemas.openxmlformats.org/drawingml/2006/main" noGrp="1"/>
          </p:cNvSpPr>
          <p:nvPr/>
        </p:nvSpPr>
        <p:spPr>
          <a:xfrm xmlns:a="http://schemas.openxmlformats.org/drawingml/2006/main">
            <a:off x="4381500" y="2419350"/>
            <a:ext cx="15906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275" b="1">
                <a:solidFill>
                  <a:srgbClr val="0F172A"/>
                </a:solidFill>
                <a:latin typeface="Montserrat"/>
                <a:ea typeface="Montserrat"/>
                <a:cs typeface="Montserrat"/>
              </a:defRPr>
            </a:defPPr>
            <a:lvl1pPr algn="ctr">
              <a:defRPr sz="1275" b="1">
                <a:solidFill>
                  <a:srgbClr val="0F172A"/>
                </a:solidFill>
                <a:latin typeface="Montserrat"/>
                <a:ea typeface="Montserrat"/>
                <a:cs typeface="Montserrat"/>
              </a:defRPr>
            </a:lvl1pPr>
            <a:lvl2pPr algn="ctr">
              <a:defRPr sz="1275" b="1">
                <a:solidFill>
                  <a:srgbClr val="0F172A"/>
                </a:solidFill>
                <a:latin typeface="Montserrat"/>
                <a:ea typeface="Montserrat"/>
                <a:cs typeface="Montserrat"/>
              </a:defRPr>
            </a:lvl2pPr>
            <a:lvl3pPr algn="ctr">
              <a:defRPr sz="1275" b="1">
                <a:solidFill>
                  <a:srgbClr val="0F172A"/>
                </a:solidFill>
                <a:latin typeface="Montserrat"/>
                <a:ea typeface="Montserrat"/>
                <a:cs typeface="Montserrat"/>
              </a:defRPr>
            </a:lvl3pPr>
            <a:lvl4pPr algn="ctr">
              <a:defRPr sz="1275" b="1">
                <a:solidFill>
                  <a:srgbClr val="0F172A"/>
                </a:solidFill>
                <a:latin typeface="Montserrat"/>
                <a:ea typeface="Montserrat"/>
                <a:cs typeface="Montserrat"/>
              </a:defRPr>
            </a:lvl4pPr>
            <a:lvl5pPr algn="ctr">
              <a:defRPr sz="1275" b="1">
                <a:solidFill>
                  <a:srgbClr val="0F172A"/>
                </a:solidFill>
                <a:latin typeface="Montserrat"/>
                <a:ea typeface="Montserrat"/>
                <a:cs typeface="Montserrat"/>
              </a:defRPr>
            </a:lvl5pPr>
            <a:lvl6pPr algn="ctr">
              <a:defRPr sz="1275" b="1">
                <a:solidFill>
                  <a:srgbClr val="0F172A"/>
                </a:solidFill>
                <a:latin typeface="Montserrat"/>
                <a:ea typeface="Montserrat"/>
                <a:cs typeface="Montserrat"/>
              </a:defRPr>
            </a:lvl6pPr>
            <a:lvl7pPr algn="ctr">
              <a:defRPr sz="1275" b="1">
                <a:solidFill>
                  <a:srgbClr val="0F172A"/>
                </a:solidFill>
                <a:latin typeface="Montserrat"/>
                <a:ea typeface="Montserrat"/>
                <a:cs typeface="Montserrat"/>
              </a:defRPr>
            </a:lvl7pPr>
            <a:lvl8pPr algn="ctr">
              <a:defRPr sz="1275" b="1">
                <a:solidFill>
                  <a:srgbClr val="0F172A"/>
                </a:solidFill>
                <a:latin typeface="Montserrat"/>
                <a:ea typeface="Montserrat"/>
                <a:cs typeface="Montserrat"/>
              </a:defRPr>
            </a:lvl8pPr>
            <a:lvl9pPr algn="ctr">
              <a:defRPr sz="1275" b="1">
                <a:solidFill>
                  <a:srgbClr val="0F172A"/>
                </a:solidFill>
                <a:latin typeface="Montserrat"/>
                <a:ea typeface="Montserrat"/>
                <a:cs typeface="Montserrat"/>
              </a:defRPr>
            </a:lvl9pPr>
          </a:lstStyle>
          <a:p xmlns:a="http://schemas.openxmlformats.org/drawingml/2006/main">
            <a:pPr algn="ctr">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Build</a:t>
            </a:r>
          </a:p>
        </p:txBody>
      </p:sp>
      <p:sp>
        <p:nvSpPr>
          <p:cNvPr id="94" name="">
            <a:extLst xmlns:a="http://schemas.openxmlformats.org/drawingml/2006/main">
              <a:ext uri="{FF2B5EF4-FFF2-40B4-BE49-F238E27FC236}">
                <a16:creationId xmlns:a16="http://schemas.microsoft.com/office/drawing/2014/main" id="{22940C3F-5671-44AE-B857-082DD10781AB}"/>
              </a:ext>
            </a:extLst>
          </p:cNvPr>
          <p:cNvSpPr>
            <a:spLocks xmlns:a="http://schemas.openxmlformats.org/drawingml/2006/main" noGrp="1"/>
          </p:cNvSpPr>
          <p:nvPr/>
        </p:nvSpPr>
        <p:spPr>
          <a:xfrm xmlns:a="http://schemas.openxmlformats.org/drawingml/2006/main">
            <a:off x="4343400" y="3057525"/>
            <a:ext cx="16668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050" b="0">
                <a:solidFill>
                  <a:srgbClr val="475569"/>
                </a:solidFill>
                <a:latin typeface="Montserrat"/>
                <a:ea typeface="Montserrat"/>
                <a:cs typeface="Montserrat"/>
              </a:defRPr>
            </a:defPPr>
            <a:lvl1pPr algn="ctr">
              <a:defRPr sz="1050" b="0">
                <a:solidFill>
                  <a:srgbClr val="475569"/>
                </a:solidFill>
                <a:latin typeface="Montserrat"/>
                <a:ea typeface="Montserrat"/>
                <a:cs typeface="Montserrat"/>
              </a:defRPr>
            </a:lvl1pPr>
            <a:lvl2pPr algn="ctr">
              <a:defRPr sz="1050" b="0">
                <a:solidFill>
                  <a:srgbClr val="475569"/>
                </a:solidFill>
                <a:latin typeface="Montserrat"/>
                <a:ea typeface="Montserrat"/>
                <a:cs typeface="Montserrat"/>
              </a:defRPr>
            </a:lvl2pPr>
            <a:lvl3pPr algn="ctr">
              <a:defRPr sz="1050" b="0">
                <a:solidFill>
                  <a:srgbClr val="475569"/>
                </a:solidFill>
                <a:latin typeface="Montserrat"/>
                <a:ea typeface="Montserrat"/>
                <a:cs typeface="Montserrat"/>
              </a:defRPr>
            </a:lvl3pPr>
            <a:lvl4pPr algn="ctr">
              <a:defRPr sz="1050" b="0">
                <a:solidFill>
                  <a:srgbClr val="475569"/>
                </a:solidFill>
                <a:latin typeface="Montserrat"/>
                <a:ea typeface="Montserrat"/>
                <a:cs typeface="Montserrat"/>
              </a:defRPr>
            </a:lvl4pPr>
            <a:lvl5pPr algn="ctr">
              <a:defRPr sz="1050" b="0">
                <a:solidFill>
                  <a:srgbClr val="475569"/>
                </a:solidFill>
                <a:latin typeface="Montserrat"/>
                <a:ea typeface="Montserrat"/>
                <a:cs typeface="Montserrat"/>
              </a:defRPr>
            </a:lvl5pPr>
            <a:lvl6pPr algn="ctr">
              <a:defRPr sz="1050" b="0">
                <a:solidFill>
                  <a:srgbClr val="475569"/>
                </a:solidFill>
                <a:latin typeface="Montserrat"/>
                <a:ea typeface="Montserrat"/>
                <a:cs typeface="Montserrat"/>
              </a:defRPr>
            </a:lvl6pPr>
            <a:lvl7pPr algn="ctr">
              <a:defRPr sz="1050" b="0">
                <a:solidFill>
                  <a:srgbClr val="475569"/>
                </a:solidFill>
                <a:latin typeface="Montserrat"/>
                <a:ea typeface="Montserrat"/>
                <a:cs typeface="Montserrat"/>
              </a:defRPr>
            </a:lvl7pPr>
            <a:lvl8pPr algn="ctr">
              <a:defRPr sz="1050" b="0">
                <a:solidFill>
                  <a:srgbClr val="475569"/>
                </a:solidFill>
                <a:latin typeface="Montserrat"/>
                <a:ea typeface="Montserrat"/>
                <a:cs typeface="Montserrat"/>
              </a:defRPr>
            </a:lvl8pPr>
            <a:lvl9pPr algn="ctr">
              <a:defRPr sz="1050" b="0">
                <a:solidFill>
                  <a:srgbClr val="475569"/>
                </a:solidFill>
                <a:latin typeface="Montserrat"/>
                <a:ea typeface="Montserrat"/>
                <a:cs typeface="Montserrat"/>
              </a:defRPr>
            </a:lvl9pPr>
          </a:lstStyle>
          <a:p xmlns:a="http://schemas.openxmlformats.org/drawingml/2006/main">
            <a:pPr algn="ctr">
              <a:defRPr sz="1050" b="0">
                <a:solidFill>
                  <a:srgbClr val="475569"/>
                </a:solidFill>
                <a:latin typeface="Montserrat"/>
                <a:ea typeface="Montserrat"/>
                <a:cs typeface="Montserrat"/>
              </a:defRPr>
            </a:pPr>
            <a:r>
              <a:rPr sz="1050" b="0">
                <a:solidFill>
                  <a:srgbClr val="475569"/>
                </a:solidFill>
                <a:latin typeface="Montserrat"/>
                <a:ea typeface="Montserrat"/>
                <a:cs typeface="Montserrat"/>
              </a:rPr>
              <a:t>Build the board and battle in small parts.</a:t>
            </a:r>
          </a:p>
        </p:txBody>
      </p:sp>
      <p:sp>
        <p:nvSpPr>
          <p:cNvPr id="95" name="">
            <a:extLst xmlns:a="http://schemas.openxmlformats.org/drawingml/2006/main">
              <a:ext uri="{FF2B5EF4-FFF2-40B4-BE49-F238E27FC236}">
                <a16:creationId xmlns:a16="http://schemas.microsoft.com/office/drawing/2014/main" id="{A73DE8BC-4A07-4128-A895-8F3076DF275D}"/>
              </a:ext>
            </a:extLst>
          </p:cNvPr>
          <p:cNvSpPr>
            <a:spLocks xmlns:a="http://schemas.openxmlformats.org/drawingml/2006/main" noGrp="1"/>
          </p:cNvSpPr>
          <p:nvPr/>
        </p:nvSpPr>
        <p:spPr>
          <a:xfrm xmlns:a="http://schemas.openxmlformats.org/drawingml/2006/main">
            <a:off x="7867650" y="2533650"/>
            <a:ext cx="133350" cy="0"/>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96" name="">
            <a:extLst xmlns:a="http://schemas.openxmlformats.org/drawingml/2006/main">
              <a:ext uri="{FF2B5EF4-FFF2-40B4-BE49-F238E27FC236}">
                <a16:creationId xmlns:a16="http://schemas.microsoft.com/office/drawing/2014/main" id="{35504829-8680-49BB-A688-A72EA6A25629}"/>
              </a:ext>
            </a:extLst>
          </p:cNvPr>
          <p:cNvSpPr>
            <a:spLocks xmlns:a="http://schemas.openxmlformats.org/drawingml/2006/main" noGrp="1"/>
          </p:cNvSpPr>
          <p:nvPr/>
        </p:nvSpPr>
        <p:spPr>
          <a:xfrm xmlns:a="http://schemas.openxmlformats.org/drawingml/2006/main">
            <a:off x="6162675" y="2238375"/>
            <a:ext cx="1704975" cy="590550"/>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9525">
            <a:solidFill>
              <a:srgbClr val="D8E2EF"/>
            </a:solidFill>
            <a:prstDash val="solid"/>
          </a:ln>
        </p:spPr>
      </p:sp>
      <p:sp>
        <p:nvSpPr>
          <p:cNvPr id="97" name="">
            <a:extLst xmlns:a="http://schemas.openxmlformats.org/drawingml/2006/main">
              <a:ext uri="{FF2B5EF4-FFF2-40B4-BE49-F238E27FC236}">
                <a16:creationId xmlns:a16="http://schemas.microsoft.com/office/drawing/2014/main" id="{43CBD52A-7536-4213-B503-045EEE97B6D4}"/>
              </a:ext>
            </a:extLst>
          </p:cNvPr>
          <p:cNvSpPr>
            <a:spLocks xmlns:a="http://schemas.openxmlformats.org/drawingml/2006/main" noGrp="1"/>
          </p:cNvSpPr>
          <p:nvPr/>
        </p:nvSpPr>
        <p:spPr>
          <a:xfrm xmlns:a="http://schemas.openxmlformats.org/drawingml/2006/main">
            <a:off x="6219825" y="2419350"/>
            <a:ext cx="15906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275" b="1">
                <a:solidFill>
                  <a:srgbClr val="0F172A"/>
                </a:solidFill>
                <a:latin typeface="Montserrat"/>
                <a:ea typeface="Montserrat"/>
                <a:cs typeface="Montserrat"/>
              </a:defRPr>
            </a:defPPr>
            <a:lvl1pPr algn="ctr">
              <a:defRPr sz="1275" b="1">
                <a:solidFill>
                  <a:srgbClr val="0F172A"/>
                </a:solidFill>
                <a:latin typeface="Montserrat"/>
                <a:ea typeface="Montserrat"/>
                <a:cs typeface="Montserrat"/>
              </a:defRPr>
            </a:lvl1pPr>
            <a:lvl2pPr algn="ctr">
              <a:defRPr sz="1275" b="1">
                <a:solidFill>
                  <a:srgbClr val="0F172A"/>
                </a:solidFill>
                <a:latin typeface="Montserrat"/>
                <a:ea typeface="Montserrat"/>
                <a:cs typeface="Montserrat"/>
              </a:defRPr>
            </a:lvl2pPr>
            <a:lvl3pPr algn="ctr">
              <a:defRPr sz="1275" b="1">
                <a:solidFill>
                  <a:srgbClr val="0F172A"/>
                </a:solidFill>
                <a:latin typeface="Montserrat"/>
                <a:ea typeface="Montserrat"/>
                <a:cs typeface="Montserrat"/>
              </a:defRPr>
            </a:lvl3pPr>
            <a:lvl4pPr algn="ctr">
              <a:defRPr sz="1275" b="1">
                <a:solidFill>
                  <a:srgbClr val="0F172A"/>
                </a:solidFill>
                <a:latin typeface="Montserrat"/>
                <a:ea typeface="Montserrat"/>
                <a:cs typeface="Montserrat"/>
              </a:defRPr>
            </a:lvl4pPr>
            <a:lvl5pPr algn="ctr">
              <a:defRPr sz="1275" b="1">
                <a:solidFill>
                  <a:srgbClr val="0F172A"/>
                </a:solidFill>
                <a:latin typeface="Montserrat"/>
                <a:ea typeface="Montserrat"/>
                <a:cs typeface="Montserrat"/>
              </a:defRPr>
            </a:lvl5pPr>
            <a:lvl6pPr algn="ctr">
              <a:defRPr sz="1275" b="1">
                <a:solidFill>
                  <a:srgbClr val="0F172A"/>
                </a:solidFill>
                <a:latin typeface="Montserrat"/>
                <a:ea typeface="Montserrat"/>
                <a:cs typeface="Montserrat"/>
              </a:defRPr>
            </a:lvl6pPr>
            <a:lvl7pPr algn="ctr">
              <a:defRPr sz="1275" b="1">
                <a:solidFill>
                  <a:srgbClr val="0F172A"/>
                </a:solidFill>
                <a:latin typeface="Montserrat"/>
                <a:ea typeface="Montserrat"/>
                <a:cs typeface="Montserrat"/>
              </a:defRPr>
            </a:lvl7pPr>
            <a:lvl8pPr algn="ctr">
              <a:defRPr sz="1275" b="1">
                <a:solidFill>
                  <a:srgbClr val="0F172A"/>
                </a:solidFill>
                <a:latin typeface="Montserrat"/>
                <a:ea typeface="Montserrat"/>
                <a:cs typeface="Montserrat"/>
              </a:defRPr>
            </a:lvl8pPr>
            <a:lvl9pPr algn="ctr">
              <a:defRPr sz="1275" b="1">
                <a:solidFill>
                  <a:srgbClr val="0F172A"/>
                </a:solidFill>
                <a:latin typeface="Montserrat"/>
                <a:ea typeface="Montserrat"/>
                <a:cs typeface="Montserrat"/>
              </a:defRPr>
            </a:lvl9pPr>
          </a:lstStyle>
          <a:p xmlns:a="http://schemas.openxmlformats.org/drawingml/2006/main">
            <a:pPr algn="ctr">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Test</a:t>
            </a:r>
          </a:p>
        </p:txBody>
      </p:sp>
      <p:sp>
        <p:nvSpPr>
          <p:cNvPr id="98" name="">
            <a:extLst xmlns:a="http://schemas.openxmlformats.org/drawingml/2006/main">
              <a:ext uri="{FF2B5EF4-FFF2-40B4-BE49-F238E27FC236}">
                <a16:creationId xmlns:a16="http://schemas.microsoft.com/office/drawing/2014/main" id="{36218F97-0AC1-4152-A5CD-CA9D6C5815EA}"/>
              </a:ext>
            </a:extLst>
          </p:cNvPr>
          <p:cNvSpPr>
            <a:spLocks xmlns:a="http://schemas.openxmlformats.org/drawingml/2006/main" noGrp="1"/>
          </p:cNvSpPr>
          <p:nvPr/>
        </p:nvSpPr>
        <p:spPr>
          <a:xfrm xmlns:a="http://schemas.openxmlformats.org/drawingml/2006/main">
            <a:off x="6181725" y="3057525"/>
            <a:ext cx="16668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050" b="0">
                <a:solidFill>
                  <a:srgbClr val="475569"/>
                </a:solidFill>
                <a:latin typeface="Montserrat"/>
                <a:ea typeface="Montserrat"/>
                <a:cs typeface="Montserrat"/>
              </a:defRPr>
            </a:defPPr>
            <a:lvl1pPr algn="ctr">
              <a:defRPr sz="1050" b="0">
                <a:solidFill>
                  <a:srgbClr val="475569"/>
                </a:solidFill>
                <a:latin typeface="Montserrat"/>
                <a:ea typeface="Montserrat"/>
                <a:cs typeface="Montserrat"/>
              </a:defRPr>
            </a:lvl1pPr>
            <a:lvl2pPr algn="ctr">
              <a:defRPr sz="1050" b="0">
                <a:solidFill>
                  <a:srgbClr val="475569"/>
                </a:solidFill>
                <a:latin typeface="Montserrat"/>
                <a:ea typeface="Montserrat"/>
                <a:cs typeface="Montserrat"/>
              </a:defRPr>
            </a:lvl2pPr>
            <a:lvl3pPr algn="ctr">
              <a:defRPr sz="1050" b="0">
                <a:solidFill>
                  <a:srgbClr val="475569"/>
                </a:solidFill>
                <a:latin typeface="Montserrat"/>
                <a:ea typeface="Montserrat"/>
                <a:cs typeface="Montserrat"/>
              </a:defRPr>
            </a:lvl3pPr>
            <a:lvl4pPr algn="ctr">
              <a:defRPr sz="1050" b="0">
                <a:solidFill>
                  <a:srgbClr val="475569"/>
                </a:solidFill>
                <a:latin typeface="Montserrat"/>
                <a:ea typeface="Montserrat"/>
                <a:cs typeface="Montserrat"/>
              </a:defRPr>
            </a:lvl4pPr>
            <a:lvl5pPr algn="ctr">
              <a:defRPr sz="1050" b="0">
                <a:solidFill>
                  <a:srgbClr val="475569"/>
                </a:solidFill>
                <a:latin typeface="Montserrat"/>
                <a:ea typeface="Montserrat"/>
                <a:cs typeface="Montserrat"/>
              </a:defRPr>
            </a:lvl5pPr>
            <a:lvl6pPr algn="ctr">
              <a:defRPr sz="1050" b="0">
                <a:solidFill>
                  <a:srgbClr val="475569"/>
                </a:solidFill>
                <a:latin typeface="Montserrat"/>
                <a:ea typeface="Montserrat"/>
                <a:cs typeface="Montserrat"/>
              </a:defRPr>
            </a:lvl6pPr>
            <a:lvl7pPr algn="ctr">
              <a:defRPr sz="1050" b="0">
                <a:solidFill>
                  <a:srgbClr val="475569"/>
                </a:solidFill>
                <a:latin typeface="Montserrat"/>
                <a:ea typeface="Montserrat"/>
                <a:cs typeface="Montserrat"/>
              </a:defRPr>
            </a:lvl7pPr>
            <a:lvl8pPr algn="ctr">
              <a:defRPr sz="1050" b="0">
                <a:solidFill>
                  <a:srgbClr val="475569"/>
                </a:solidFill>
                <a:latin typeface="Montserrat"/>
                <a:ea typeface="Montserrat"/>
                <a:cs typeface="Montserrat"/>
              </a:defRPr>
            </a:lvl8pPr>
            <a:lvl9pPr algn="ctr">
              <a:defRPr sz="1050" b="0">
                <a:solidFill>
                  <a:srgbClr val="475569"/>
                </a:solidFill>
                <a:latin typeface="Montserrat"/>
                <a:ea typeface="Montserrat"/>
                <a:cs typeface="Montserrat"/>
              </a:defRPr>
            </a:lvl9pPr>
          </a:lstStyle>
          <a:p xmlns:a="http://schemas.openxmlformats.org/drawingml/2006/main">
            <a:pPr algn="ctr">
              <a:defRPr sz="1050" b="0">
                <a:solidFill>
                  <a:srgbClr val="475569"/>
                </a:solidFill>
                <a:latin typeface="Montserrat"/>
                <a:ea typeface="Montserrat"/>
                <a:cs typeface="Montserrat"/>
              </a:defRPr>
            </a:pPr>
            <a:r>
              <a:rPr sz="1050" b="0">
                <a:solidFill>
                  <a:srgbClr val="475569"/>
                </a:solidFill>
                <a:latin typeface="Montserrat"/>
                <a:ea typeface="Montserrat"/>
                <a:cs typeface="Montserrat"/>
              </a:rPr>
              <a:t>Start, finish, restart, and let a player try it.</a:t>
            </a:r>
          </a:p>
        </p:txBody>
      </p:sp>
      <p:sp>
        <p:nvSpPr>
          <p:cNvPr id="99" name="">
            <a:extLst xmlns:a="http://schemas.openxmlformats.org/drawingml/2006/main">
              <a:ext uri="{FF2B5EF4-FFF2-40B4-BE49-F238E27FC236}">
                <a16:creationId xmlns:a16="http://schemas.microsoft.com/office/drawing/2014/main" id="{EE821925-8109-4E03-AC16-4CA6662AF77F}"/>
              </a:ext>
            </a:extLst>
          </p:cNvPr>
          <p:cNvSpPr>
            <a:spLocks xmlns:a="http://schemas.openxmlformats.org/drawingml/2006/main" noGrp="1"/>
          </p:cNvSpPr>
          <p:nvPr/>
        </p:nvSpPr>
        <p:spPr>
          <a:xfrm xmlns:a="http://schemas.openxmlformats.org/drawingml/2006/main">
            <a:off x="9705975" y="2533650"/>
            <a:ext cx="133350" cy="0"/>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100" name="">
            <a:extLst xmlns:a="http://schemas.openxmlformats.org/drawingml/2006/main">
              <a:ext uri="{FF2B5EF4-FFF2-40B4-BE49-F238E27FC236}">
                <a16:creationId xmlns:a16="http://schemas.microsoft.com/office/drawing/2014/main" id="{CEB4EB93-7690-4670-9059-8A0C78086F99}"/>
              </a:ext>
            </a:extLst>
          </p:cNvPr>
          <p:cNvSpPr>
            <a:spLocks xmlns:a="http://schemas.openxmlformats.org/drawingml/2006/main" noGrp="1"/>
          </p:cNvSpPr>
          <p:nvPr/>
        </p:nvSpPr>
        <p:spPr>
          <a:xfrm xmlns:a="http://schemas.openxmlformats.org/drawingml/2006/main">
            <a:off x="8001000" y="2238375"/>
            <a:ext cx="1704975" cy="590550"/>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9525">
            <a:solidFill>
              <a:srgbClr val="D8E2EF"/>
            </a:solidFill>
            <a:prstDash val="solid"/>
          </a:ln>
        </p:spPr>
      </p:sp>
      <p:sp>
        <p:nvSpPr>
          <p:cNvPr id="101" name="">
            <a:extLst xmlns:a="http://schemas.openxmlformats.org/drawingml/2006/main">
              <a:ext uri="{FF2B5EF4-FFF2-40B4-BE49-F238E27FC236}">
                <a16:creationId xmlns:a16="http://schemas.microsoft.com/office/drawing/2014/main" id="{3AFB9687-CBB4-4825-9BAF-20552A12F6AD}"/>
              </a:ext>
            </a:extLst>
          </p:cNvPr>
          <p:cNvSpPr>
            <a:spLocks xmlns:a="http://schemas.openxmlformats.org/drawingml/2006/main" noGrp="1"/>
          </p:cNvSpPr>
          <p:nvPr/>
        </p:nvSpPr>
        <p:spPr>
          <a:xfrm xmlns:a="http://schemas.openxmlformats.org/drawingml/2006/main">
            <a:off x="8058150" y="2419350"/>
            <a:ext cx="15906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275" b="1">
                <a:solidFill>
                  <a:srgbClr val="0F172A"/>
                </a:solidFill>
                <a:latin typeface="Montserrat"/>
                <a:ea typeface="Montserrat"/>
                <a:cs typeface="Montserrat"/>
              </a:defRPr>
            </a:defPPr>
            <a:lvl1pPr algn="ctr">
              <a:defRPr sz="1275" b="1">
                <a:solidFill>
                  <a:srgbClr val="0F172A"/>
                </a:solidFill>
                <a:latin typeface="Montserrat"/>
                <a:ea typeface="Montserrat"/>
                <a:cs typeface="Montserrat"/>
              </a:defRPr>
            </a:lvl1pPr>
            <a:lvl2pPr algn="ctr">
              <a:defRPr sz="1275" b="1">
                <a:solidFill>
                  <a:srgbClr val="0F172A"/>
                </a:solidFill>
                <a:latin typeface="Montserrat"/>
                <a:ea typeface="Montserrat"/>
                <a:cs typeface="Montserrat"/>
              </a:defRPr>
            </a:lvl2pPr>
            <a:lvl3pPr algn="ctr">
              <a:defRPr sz="1275" b="1">
                <a:solidFill>
                  <a:srgbClr val="0F172A"/>
                </a:solidFill>
                <a:latin typeface="Montserrat"/>
                <a:ea typeface="Montserrat"/>
                <a:cs typeface="Montserrat"/>
              </a:defRPr>
            </a:lvl3pPr>
            <a:lvl4pPr algn="ctr">
              <a:defRPr sz="1275" b="1">
                <a:solidFill>
                  <a:srgbClr val="0F172A"/>
                </a:solidFill>
                <a:latin typeface="Montserrat"/>
                <a:ea typeface="Montserrat"/>
                <a:cs typeface="Montserrat"/>
              </a:defRPr>
            </a:lvl4pPr>
            <a:lvl5pPr algn="ctr">
              <a:defRPr sz="1275" b="1">
                <a:solidFill>
                  <a:srgbClr val="0F172A"/>
                </a:solidFill>
                <a:latin typeface="Montserrat"/>
                <a:ea typeface="Montserrat"/>
                <a:cs typeface="Montserrat"/>
              </a:defRPr>
            </a:lvl5pPr>
            <a:lvl6pPr algn="ctr">
              <a:defRPr sz="1275" b="1">
                <a:solidFill>
                  <a:srgbClr val="0F172A"/>
                </a:solidFill>
                <a:latin typeface="Montserrat"/>
                <a:ea typeface="Montserrat"/>
                <a:cs typeface="Montserrat"/>
              </a:defRPr>
            </a:lvl6pPr>
            <a:lvl7pPr algn="ctr">
              <a:defRPr sz="1275" b="1">
                <a:solidFill>
                  <a:srgbClr val="0F172A"/>
                </a:solidFill>
                <a:latin typeface="Montserrat"/>
                <a:ea typeface="Montserrat"/>
                <a:cs typeface="Montserrat"/>
              </a:defRPr>
            </a:lvl7pPr>
            <a:lvl8pPr algn="ctr">
              <a:defRPr sz="1275" b="1">
                <a:solidFill>
                  <a:srgbClr val="0F172A"/>
                </a:solidFill>
                <a:latin typeface="Montserrat"/>
                <a:ea typeface="Montserrat"/>
                <a:cs typeface="Montserrat"/>
              </a:defRPr>
            </a:lvl8pPr>
            <a:lvl9pPr algn="ctr">
              <a:defRPr sz="1275" b="1">
                <a:solidFill>
                  <a:srgbClr val="0F172A"/>
                </a:solidFill>
                <a:latin typeface="Montserrat"/>
                <a:ea typeface="Montserrat"/>
                <a:cs typeface="Montserrat"/>
              </a:defRPr>
            </a:lvl9pPr>
          </a:lstStyle>
          <a:p xmlns:a="http://schemas.openxmlformats.org/drawingml/2006/main">
            <a:pPr algn="ctr">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Deploy</a:t>
            </a:r>
          </a:p>
        </p:txBody>
      </p:sp>
      <p:sp>
        <p:nvSpPr>
          <p:cNvPr id="102" name="">
            <a:extLst xmlns:a="http://schemas.openxmlformats.org/drawingml/2006/main">
              <a:ext uri="{FF2B5EF4-FFF2-40B4-BE49-F238E27FC236}">
                <a16:creationId xmlns:a16="http://schemas.microsoft.com/office/drawing/2014/main" id="{1D4DFA35-9C00-4100-A8E6-A0CF97880E08}"/>
              </a:ext>
            </a:extLst>
          </p:cNvPr>
          <p:cNvSpPr>
            <a:spLocks xmlns:a="http://schemas.openxmlformats.org/drawingml/2006/main" noGrp="1"/>
          </p:cNvSpPr>
          <p:nvPr/>
        </p:nvSpPr>
        <p:spPr>
          <a:xfrm xmlns:a="http://schemas.openxmlformats.org/drawingml/2006/main">
            <a:off x="8020050" y="3057525"/>
            <a:ext cx="16668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050" b="0">
                <a:solidFill>
                  <a:srgbClr val="475569"/>
                </a:solidFill>
                <a:latin typeface="Montserrat"/>
                <a:ea typeface="Montserrat"/>
                <a:cs typeface="Montserrat"/>
              </a:defRPr>
            </a:defPPr>
            <a:lvl1pPr algn="ctr">
              <a:defRPr sz="1050" b="0">
                <a:solidFill>
                  <a:srgbClr val="475569"/>
                </a:solidFill>
                <a:latin typeface="Montserrat"/>
                <a:ea typeface="Montserrat"/>
                <a:cs typeface="Montserrat"/>
              </a:defRPr>
            </a:lvl1pPr>
            <a:lvl2pPr algn="ctr">
              <a:defRPr sz="1050" b="0">
                <a:solidFill>
                  <a:srgbClr val="475569"/>
                </a:solidFill>
                <a:latin typeface="Montserrat"/>
                <a:ea typeface="Montserrat"/>
                <a:cs typeface="Montserrat"/>
              </a:defRPr>
            </a:lvl2pPr>
            <a:lvl3pPr algn="ctr">
              <a:defRPr sz="1050" b="0">
                <a:solidFill>
                  <a:srgbClr val="475569"/>
                </a:solidFill>
                <a:latin typeface="Montserrat"/>
                <a:ea typeface="Montserrat"/>
                <a:cs typeface="Montserrat"/>
              </a:defRPr>
            </a:lvl3pPr>
            <a:lvl4pPr algn="ctr">
              <a:defRPr sz="1050" b="0">
                <a:solidFill>
                  <a:srgbClr val="475569"/>
                </a:solidFill>
                <a:latin typeface="Montserrat"/>
                <a:ea typeface="Montserrat"/>
                <a:cs typeface="Montserrat"/>
              </a:defRPr>
            </a:lvl4pPr>
            <a:lvl5pPr algn="ctr">
              <a:defRPr sz="1050" b="0">
                <a:solidFill>
                  <a:srgbClr val="475569"/>
                </a:solidFill>
                <a:latin typeface="Montserrat"/>
                <a:ea typeface="Montserrat"/>
                <a:cs typeface="Montserrat"/>
              </a:defRPr>
            </a:lvl5pPr>
            <a:lvl6pPr algn="ctr">
              <a:defRPr sz="1050" b="0">
                <a:solidFill>
                  <a:srgbClr val="475569"/>
                </a:solidFill>
                <a:latin typeface="Montserrat"/>
                <a:ea typeface="Montserrat"/>
                <a:cs typeface="Montserrat"/>
              </a:defRPr>
            </a:lvl6pPr>
            <a:lvl7pPr algn="ctr">
              <a:defRPr sz="1050" b="0">
                <a:solidFill>
                  <a:srgbClr val="475569"/>
                </a:solidFill>
                <a:latin typeface="Montserrat"/>
                <a:ea typeface="Montserrat"/>
                <a:cs typeface="Montserrat"/>
              </a:defRPr>
            </a:lvl7pPr>
            <a:lvl8pPr algn="ctr">
              <a:defRPr sz="1050" b="0">
                <a:solidFill>
                  <a:srgbClr val="475569"/>
                </a:solidFill>
                <a:latin typeface="Montserrat"/>
                <a:ea typeface="Montserrat"/>
                <a:cs typeface="Montserrat"/>
              </a:defRPr>
            </a:lvl8pPr>
            <a:lvl9pPr algn="ctr">
              <a:defRPr sz="1050" b="0">
                <a:solidFill>
                  <a:srgbClr val="475569"/>
                </a:solidFill>
                <a:latin typeface="Montserrat"/>
                <a:ea typeface="Montserrat"/>
                <a:cs typeface="Montserrat"/>
              </a:defRPr>
            </a:lvl9pPr>
          </a:lstStyle>
          <a:p xmlns:a="http://schemas.openxmlformats.org/drawingml/2006/main">
            <a:pPr algn="ctr">
              <a:defRPr sz="1050" b="0">
                <a:solidFill>
                  <a:srgbClr val="475569"/>
                </a:solidFill>
                <a:latin typeface="Montserrat"/>
                <a:ea typeface="Montserrat"/>
                <a:cs typeface="Montserrat"/>
              </a:defRPr>
            </a:pPr>
            <a:r>
              <a:rPr sz="1050" b="0">
                <a:solidFill>
                  <a:srgbClr val="475569"/>
                </a:solidFill>
                <a:latin typeface="Montserrat"/>
                <a:ea typeface="Montserrat"/>
                <a:cs typeface="Montserrat"/>
              </a:rPr>
              <a:t>Use a new repository and Vercel project.</a:t>
            </a:r>
          </a:p>
        </p:txBody>
      </p:sp>
      <p:sp>
        <p:nvSpPr>
          <p:cNvPr id="103" name="">
            <a:extLst xmlns:a="http://schemas.openxmlformats.org/drawingml/2006/main">
              <a:ext uri="{FF2B5EF4-FFF2-40B4-BE49-F238E27FC236}">
                <a16:creationId xmlns:a16="http://schemas.microsoft.com/office/drawing/2014/main" id="{E98431B3-037C-4124-8D84-40E11829A299}"/>
              </a:ext>
            </a:extLst>
          </p:cNvPr>
          <p:cNvSpPr>
            <a:spLocks xmlns:a="http://schemas.openxmlformats.org/drawingml/2006/main" noGrp="1"/>
          </p:cNvSpPr>
          <p:nvPr/>
        </p:nvSpPr>
        <p:spPr>
          <a:xfrm xmlns:a="http://schemas.openxmlformats.org/drawingml/2006/main">
            <a:off x="9839325" y="2238375"/>
            <a:ext cx="1704975" cy="590550"/>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9525">
            <a:solidFill>
              <a:srgbClr val="D8E2EF"/>
            </a:solidFill>
            <a:prstDash val="solid"/>
          </a:ln>
        </p:spPr>
      </p:sp>
      <p:sp>
        <p:nvSpPr>
          <p:cNvPr id="104" name="">
            <a:extLst xmlns:a="http://schemas.openxmlformats.org/drawingml/2006/main">
              <a:ext uri="{FF2B5EF4-FFF2-40B4-BE49-F238E27FC236}">
                <a16:creationId xmlns:a16="http://schemas.microsoft.com/office/drawing/2014/main" id="{ACE25F01-32EC-48E2-9E48-56BCE4DF1C83}"/>
              </a:ext>
            </a:extLst>
          </p:cNvPr>
          <p:cNvSpPr>
            <a:spLocks xmlns:a="http://schemas.openxmlformats.org/drawingml/2006/main" noGrp="1"/>
          </p:cNvSpPr>
          <p:nvPr/>
        </p:nvSpPr>
        <p:spPr>
          <a:xfrm xmlns:a="http://schemas.openxmlformats.org/drawingml/2006/main">
            <a:off x="9896475" y="2419350"/>
            <a:ext cx="15906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275" b="1">
                <a:solidFill>
                  <a:srgbClr val="0F172A"/>
                </a:solidFill>
                <a:latin typeface="Montserrat"/>
                <a:ea typeface="Montserrat"/>
                <a:cs typeface="Montserrat"/>
              </a:defRPr>
            </a:defPPr>
            <a:lvl1pPr algn="ctr">
              <a:defRPr sz="1275" b="1">
                <a:solidFill>
                  <a:srgbClr val="0F172A"/>
                </a:solidFill>
                <a:latin typeface="Montserrat"/>
                <a:ea typeface="Montserrat"/>
                <a:cs typeface="Montserrat"/>
              </a:defRPr>
            </a:lvl1pPr>
            <a:lvl2pPr algn="ctr">
              <a:defRPr sz="1275" b="1">
                <a:solidFill>
                  <a:srgbClr val="0F172A"/>
                </a:solidFill>
                <a:latin typeface="Montserrat"/>
                <a:ea typeface="Montserrat"/>
                <a:cs typeface="Montserrat"/>
              </a:defRPr>
            </a:lvl2pPr>
            <a:lvl3pPr algn="ctr">
              <a:defRPr sz="1275" b="1">
                <a:solidFill>
                  <a:srgbClr val="0F172A"/>
                </a:solidFill>
                <a:latin typeface="Montserrat"/>
                <a:ea typeface="Montserrat"/>
                <a:cs typeface="Montserrat"/>
              </a:defRPr>
            </a:lvl3pPr>
            <a:lvl4pPr algn="ctr">
              <a:defRPr sz="1275" b="1">
                <a:solidFill>
                  <a:srgbClr val="0F172A"/>
                </a:solidFill>
                <a:latin typeface="Montserrat"/>
                <a:ea typeface="Montserrat"/>
                <a:cs typeface="Montserrat"/>
              </a:defRPr>
            </a:lvl4pPr>
            <a:lvl5pPr algn="ctr">
              <a:defRPr sz="1275" b="1">
                <a:solidFill>
                  <a:srgbClr val="0F172A"/>
                </a:solidFill>
                <a:latin typeface="Montserrat"/>
                <a:ea typeface="Montserrat"/>
                <a:cs typeface="Montserrat"/>
              </a:defRPr>
            </a:lvl5pPr>
            <a:lvl6pPr algn="ctr">
              <a:defRPr sz="1275" b="1">
                <a:solidFill>
                  <a:srgbClr val="0F172A"/>
                </a:solidFill>
                <a:latin typeface="Montserrat"/>
                <a:ea typeface="Montserrat"/>
                <a:cs typeface="Montserrat"/>
              </a:defRPr>
            </a:lvl6pPr>
            <a:lvl7pPr algn="ctr">
              <a:defRPr sz="1275" b="1">
                <a:solidFill>
                  <a:srgbClr val="0F172A"/>
                </a:solidFill>
                <a:latin typeface="Montserrat"/>
                <a:ea typeface="Montserrat"/>
                <a:cs typeface="Montserrat"/>
              </a:defRPr>
            </a:lvl7pPr>
            <a:lvl8pPr algn="ctr">
              <a:defRPr sz="1275" b="1">
                <a:solidFill>
                  <a:srgbClr val="0F172A"/>
                </a:solidFill>
                <a:latin typeface="Montserrat"/>
                <a:ea typeface="Montserrat"/>
                <a:cs typeface="Montserrat"/>
              </a:defRPr>
            </a:lvl8pPr>
            <a:lvl9pPr algn="ctr">
              <a:defRPr sz="1275" b="1">
                <a:solidFill>
                  <a:srgbClr val="0F172A"/>
                </a:solidFill>
                <a:latin typeface="Montserrat"/>
                <a:ea typeface="Montserrat"/>
                <a:cs typeface="Montserrat"/>
              </a:defRPr>
            </a:lvl9pPr>
          </a:lstStyle>
          <a:p xmlns:a="http://schemas.openxmlformats.org/drawingml/2006/main">
            <a:pPr algn="ctr">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Maintain</a:t>
            </a:r>
          </a:p>
        </p:txBody>
      </p:sp>
      <p:sp>
        <p:nvSpPr>
          <p:cNvPr id="105" name="">
            <a:extLst xmlns:a="http://schemas.openxmlformats.org/drawingml/2006/main">
              <a:ext uri="{FF2B5EF4-FFF2-40B4-BE49-F238E27FC236}">
                <a16:creationId xmlns:a16="http://schemas.microsoft.com/office/drawing/2014/main" id="{EDDE0783-6C38-407B-B9D6-2EDD842AF73D}"/>
              </a:ext>
            </a:extLst>
          </p:cNvPr>
          <p:cNvSpPr>
            <a:spLocks xmlns:a="http://schemas.openxmlformats.org/drawingml/2006/main" noGrp="1"/>
          </p:cNvSpPr>
          <p:nvPr/>
        </p:nvSpPr>
        <p:spPr>
          <a:xfrm xmlns:a="http://schemas.openxmlformats.org/drawingml/2006/main">
            <a:off x="9858375" y="3057525"/>
            <a:ext cx="16668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050" b="0">
                <a:solidFill>
                  <a:srgbClr val="475569"/>
                </a:solidFill>
                <a:latin typeface="Montserrat"/>
                <a:ea typeface="Montserrat"/>
                <a:cs typeface="Montserrat"/>
              </a:defRPr>
            </a:defPPr>
            <a:lvl1pPr algn="ctr">
              <a:defRPr sz="1050" b="0">
                <a:solidFill>
                  <a:srgbClr val="475569"/>
                </a:solidFill>
                <a:latin typeface="Montserrat"/>
                <a:ea typeface="Montserrat"/>
                <a:cs typeface="Montserrat"/>
              </a:defRPr>
            </a:lvl1pPr>
            <a:lvl2pPr algn="ctr">
              <a:defRPr sz="1050" b="0">
                <a:solidFill>
                  <a:srgbClr val="475569"/>
                </a:solidFill>
                <a:latin typeface="Montserrat"/>
                <a:ea typeface="Montserrat"/>
                <a:cs typeface="Montserrat"/>
              </a:defRPr>
            </a:lvl2pPr>
            <a:lvl3pPr algn="ctr">
              <a:defRPr sz="1050" b="0">
                <a:solidFill>
                  <a:srgbClr val="475569"/>
                </a:solidFill>
                <a:latin typeface="Montserrat"/>
                <a:ea typeface="Montserrat"/>
                <a:cs typeface="Montserrat"/>
              </a:defRPr>
            </a:lvl3pPr>
            <a:lvl4pPr algn="ctr">
              <a:defRPr sz="1050" b="0">
                <a:solidFill>
                  <a:srgbClr val="475569"/>
                </a:solidFill>
                <a:latin typeface="Montserrat"/>
                <a:ea typeface="Montserrat"/>
                <a:cs typeface="Montserrat"/>
              </a:defRPr>
            </a:lvl4pPr>
            <a:lvl5pPr algn="ctr">
              <a:defRPr sz="1050" b="0">
                <a:solidFill>
                  <a:srgbClr val="475569"/>
                </a:solidFill>
                <a:latin typeface="Montserrat"/>
                <a:ea typeface="Montserrat"/>
                <a:cs typeface="Montserrat"/>
              </a:defRPr>
            </a:lvl5pPr>
            <a:lvl6pPr algn="ctr">
              <a:defRPr sz="1050" b="0">
                <a:solidFill>
                  <a:srgbClr val="475569"/>
                </a:solidFill>
                <a:latin typeface="Montserrat"/>
                <a:ea typeface="Montserrat"/>
                <a:cs typeface="Montserrat"/>
              </a:defRPr>
            </a:lvl6pPr>
            <a:lvl7pPr algn="ctr">
              <a:defRPr sz="1050" b="0">
                <a:solidFill>
                  <a:srgbClr val="475569"/>
                </a:solidFill>
                <a:latin typeface="Montserrat"/>
                <a:ea typeface="Montserrat"/>
                <a:cs typeface="Montserrat"/>
              </a:defRPr>
            </a:lvl7pPr>
            <a:lvl8pPr algn="ctr">
              <a:defRPr sz="1050" b="0">
                <a:solidFill>
                  <a:srgbClr val="475569"/>
                </a:solidFill>
                <a:latin typeface="Montserrat"/>
                <a:ea typeface="Montserrat"/>
                <a:cs typeface="Montserrat"/>
              </a:defRPr>
            </a:lvl8pPr>
            <a:lvl9pPr algn="ctr">
              <a:defRPr sz="1050" b="0">
                <a:solidFill>
                  <a:srgbClr val="475569"/>
                </a:solidFill>
                <a:latin typeface="Montserrat"/>
                <a:ea typeface="Montserrat"/>
                <a:cs typeface="Montserrat"/>
              </a:defRPr>
            </a:lvl9pPr>
          </a:lstStyle>
          <a:p xmlns:a="http://schemas.openxmlformats.org/drawingml/2006/main">
            <a:pPr algn="ctr">
              <a:defRPr sz="1050" b="0">
                <a:solidFill>
                  <a:srgbClr val="475569"/>
                </a:solidFill>
                <a:latin typeface="Montserrat"/>
                <a:ea typeface="Montserrat"/>
                <a:cs typeface="Montserrat"/>
              </a:defRPr>
            </a:pPr>
            <a:r>
              <a:rPr sz="1050" b="0">
                <a:solidFill>
                  <a:srgbClr val="475569"/>
                </a:solidFill>
                <a:latin typeface="Montserrat"/>
                <a:ea typeface="Montserrat"/>
                <a:cs typeface="Montserrat"/>
              </a:rPr>
              <a:t>Watch the first round and plan one repair.</a:t>
            </a:r>
          </a:p>
        </p:txBody>
      </p:sp>
      <p:sp>
        <p:nvSpPr>
          <p:cNvPr id="106" name="">
            <a:extLst xmlns:a="http://schemas.openxmlformats.org/drawingml/2006/main">
              <a:ext uri="{FF2B5EF4-FFF2-40B4-BE49-F238E27FC236}">
                <a16:creationId xmlns:a16="http://schemas.microsoft.com/office/drawing/2014/main" id="{10E97824-F98B-4D1B-9B2B-41A2FE7937BA}"/>
              </a:ext>
            </a:extLst>
          </p:cNvPr>
          <p:cNvSpPr>
            <a:spLocks xmlns:a="http://schemas.openxmlformats.org/drawingml/2006/main" noGrp="1"/>
          </p:cNvSpPr>
          <p:nvPr/>
        </p:nvSpPr>
        <p:spPr>
          <a:xfrm xmlns:a="http://schemas.openxmlformats.org/drawingml/2006/main">
            <a:off x="647700" y="470535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107" name="">
            <a:extLst xmlns:a="http://schemas.openxmlformats.org/drawingml/2006/main">
              <a:ext uri="{FF2B5EF4-FFF2-40B4-BE49-F238E27FC236}">
                <a16:creationId xmlns:a16="http://schemas.microsoft.com/office/drawing/2014/main" id="{840A597E-D847-41BF-9316-0793D231E689}"/>
              </a:ext>
            </a:extLst>
          </p:cNvPr>
          <p:cNvSpPr>
            <a:spLocks xmlns:a="http://schemas.openxmlformats.org/drawingml/2006/main" noGrp="1"/>
          </p:cNvSpPr>
          <p:nvPr/>
        </p:nvSpPr>
        <p:spPr>
          <a:xfrm xmlns:a="http://schemas.openxmlformats.org/drawingml/2006/main">
            <a:off x="742950" y="49530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You finish with a playable game in my-first-game and its own Vercel project.</a:t>
            </a:r>
          </a:p>
        </p:txBody>
      </p:sp>
      <p:sp>
        <p:nvSpPr>
          <p:cNvPr id="108" name="">
            <a:extLst xmlns:a="http://schemas.openxmlformats.org/drawingml/2006/main">
              <a:ext uri="{FF2B5EF4-FFF2-40B4-BE49-F238E27FC236}">
                <a16:creationId xmlns:a16="http://schemas.microsoft.com/office/drawing/2014/main" id="{7BB145F0-F607-4A67-81E6-746858601C71}"/>
              </a:ext>
            </a:extLst>
          </p:cNvPr>
          <p:cNvSpPr>
            <a:spLocks xmlns:a="http://schemas.openxmlformats.org/drawingml/2006/main" noGrp="1"/>
          </p:cNvSpPr>
          <p:nvPr/>
        </p:nvSpPr>
        <p:spPr>
          <a:xfrm xmlns:a="http://schemas.openxmlformats.org/drawingml/2006/main">
            <a:off x="3667125" y="6381750"/>
            <a:ext cx="4857750" cy="0"/>
          </a:xfrm>
          <a:prstGeom xmlns:a="http://schemas.openxmlformats.org/drawingml/2006/main" prst="line">
            <a:avLst/>
          </a:prstGeom>
          <a:noFill xmlns:a="http://schemas.openxmlformats.org/drawingml/2006/main"/>
          <a:ln xmlns:a="http://schemas.openxmlformats.org/drawingml/2006/main" w="5715">
            <a:solidFill>
              <a:srgbClr val="D8E2EF"/>
            </a:solidFill>
            <a:prstDash val="solid"/>
          </a:ln>
        </p:spPr>
      </p:sp>
      <p:sp>
        <p:nvSpPr>
          <p:cNvPr id="109" name="">
            <a:extLst xmlns:a="http://schemas.openxmlformats.org/drawingml/2006/main">
              <a:ext uri="{FF2B5EF4-FFF2-40B4-BE49-F238E27FC236}">
                <a16:creationId xmlns:a16="http://schemas.microsoft.com/office/drawing/2014/main" id="{B538491D-A62D-49CF-86BA-BEDA0339C1B1}"/>
              </a:ext>
            </a:extLst>
          </p:cNvPr>
          <p:cNvSpPr>
            <a:spLocks xmlns:a="http://schemas.openxmlformats.org/drawingml/2006/main" noGrp="1"/>
          </p:cNvSpPr>
          <p:nvPr/>
        </p:nvSpPr>
        <p:spPr>
          <a:xfrm xmlns:a="http://schemas.openxmlformats.org/drawingml/2006/main">
            <a:off x="3667125" y="6381750"/>
            <a:ext cx="361950" cy="0"/>
          </a:xfrm>
          <a:prstGeom xmlns:a="http://schemas.openxmlformats.org/drawingml/2006/main" prst="line">
            <a:avLst/>
          </a:prstGeom>
          <a:noFill xmlns:a="http://schemas.openxmlformats.org/drawingml/2006/main"/>
          <a:ln xmlns:a="http://schemas.openxmlformats.org/drawingml/2006/main" w="28575">
            <a:solidFill>
              <a:srgbClr val="EF8B39"/>
            </a:solidFill>
            <a:prstDash val="solid"/>
          </a:ln>
        </p:spPr>
      </p:sp>
      <p:sp>
        <p:nvSpPr>
          <p:cNvPr id="110" name="">
            <a:extLst xmlns:a="http://schemas.openxmlformats.org/drawingml/2006/main">
              <a:ext uri="{FF2B5EF4-FFF2-40B4-BE49-F238E27FC236}">
                <a16:creationId xmlns:a16="http://schemas.microsoft.com/office/drawing/2014/main" id="{5ACC944B-B362-41D6-9F79-C1BBC08BB8AA}"/>
              </a:ext>
            </a:extLst>
          </p:cNvPr>
          <p:cNvSpPr>
            <a:spLocks xmlns:a="http://schemas.openxmlformats.org/drawingml/2006/main" noGrp="1"/>
          </p:cNvSpPr>
          <p:nvPr/>
        </p:nvSpPr>
        <p:spPr>
          <a:xfrm xmlns:a="http://schemas.openxmlformats.org/drawingml/2006/main">
            <a:off x="3619500" y="6334125"/>
            <a:ext cx="95250" cy="95250"/>
          </a:xfrm>
          <a:prstGeom xmlns:a="http://schemas.openxmlformats.org/drawingml/2006/main" prst="ellipse">
            <a:avLst/>
          </a:prstGeom>
          <a:solidFill xmlns:a="http://schemas.openxmlformats.org/drawingml/2006/main">
            <a:srgbClr val="EF8B39"/>
          </a:solidFill>
          <a:ln xmlns:a="http://schemas.openxmlformats.org/drawingml/2006/main" w="9525">
            <a:solidFill>
              <a:srgbClr val="EF8B39"/>
            </a:solidFill>
            <a:prstDash val="solid"/>
          </a:ln>
        </p:spPr>
      </p:sp>
      <p:sp>
        <p:nvSpPr>
          <p:cNvPr id="111" name="">
            <a:extLst xmlns:a="http://schemas.openxmlformats.org/drawingml/2006/main">
              <a:ext uri="{FF2B5EF4-FFF2-40B4-BE49-F238E27FC236}">
                <a16:creationId xmlns:a16="http://schemas.microsoft.com/office/drawing/2014/main" id="{C0EEBCE9-61E7-462D-96EF-72BD9B9B9C24}"/>
              </a:ext>
            </a:extLst>
          </p:cNvPr>
          <p:cNvSpPr>
            <a:spLocks xmlns:a="http://schemas.openxmlformats.org/drawingml/2006/main" noGrp="1"/>
          </p:cNvSpPr>
          <p:nvPr/>
        </p:nvSpPr>
        <p:spPr>
          <a:xfrm xmlns:a="http://schemas.openxmlformats.org/drawingml/2006/main">
            <a:off x="32670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1">
                <a:solidFill>
                  <a:srgbClr val="B93800"/>
                </a:solidFill>
                <a:latin typeface="Montserrat"/>
                <a:ea typeface="Montserrat"/>
                <a:cs typeface="Montserrat"/>
              </a:defRPr>
            </a:defPPr>
            <a:lvl1pPr algn="ctr">
              <a:defRPr sz="675" b="1">
                <a:solidFill>
                  <a:srgbClr val="B93800"/>
                </a:solidFill>
                <a:latin typeface="Montserrat"/>
                <a:ea typeface="Montserrat"/>
                <a:cs typeface="Montserrat"/>
              </a:defRPr>
            </a:lvl1pPr>
            <a:lvl2pPr algn="ctr">
              <a:defRPr sz="675" b="1">
                <a:solidFill>
                  <a:srgbClr val="B93800"/>
                </a:solidFill>
                <a:latin typeface="Montserrat"/>
                <a:ea typeface="Montserrat"/>
                <a:cs typeface="Montserrat"/>
              </a:defRPr>
            </a:lvl2pPr>
            <a:lvl3pPr algn="ctr">
              <a:defRPr sz="675" b="1">
                <a:solidFill>
                  <a:srgbClr val="B93800"/>
                </a:solidFill>
                <a:latin typeface="Montserrat"/>
                <a:ea typeface="Montserrat"/>
                <a:cs typeface="Montserrat"/>
              </a:defRPr>
            </a:lvl3pPr>
            <a:lvl4pPr algn="ctr">
              <a:defRPr sz="675" b="1">
                <a:solidFill>
                  <a:srgbClr val="B93800"/>
                </a:solidFill>
                <a:latin typeface="Montserrat"/>
                <a:ea typeface="Montserrat"/>
                <a:cs typeface="Montserrat"/>
              </a:defRPr>
            </a:lvl4pPr>
            <a:lvl5pPr algn="ctr">
              <a:defRPr sz="675" b="1">
                <a:solidFill>
                  <a:srgbClr val="B93800"/>
                </a:solidFill>
                <a:latin typeface="Montserrat"/>
                <a:ea typeface="Montserrat"/>
                <a:cs typeface="Montserrat"/>
              </a:defRPr>
            </a:lvl5pPr>
            <a:lvl6pPr algn="ctr">
              <a:defRPr sz="675" b="1">
                <a:solidFill>
                  <a:srgbClr val="B93800"/>
                </a:solidFill>
                <a:latin typeface="Montserrat"/>
                <a:ea typeface="Montserrat"/>
                <a:cs typeface="Montserrat"/>
              </a:defRPr>
            </a:lvl6pPr>
            <a:lvl7pPr algn="ctr">
              <a:defRPr sz="675" b="1">
                <a:solidFill>
                  <a:srgbClr val="B93800"/>
                </a:solidFill>
                <a:latin typeface="Montserrat"/>
                <a:ea typeface="Montserrat"/>
                <a:cs typeface="Montserrat"/>
              </a:defRPr>
            </a:lvl7pPr>
            <a:lvl8pPr algn="ctr">
              <a:defRPr sz="675" b="1">
                <a:solidFill>
                  <a:srgbClr val="B93800"/>
                </a:solidFill>
                <a:latin typeface="Montserrat"/>
                <a:ea typeface="Montserrat"/>
                <a:cs typeface="Montserrat"/>
              </a:defRPr>
            </a:lvl8pPr>
            <a:lvl9pPr algn="ctr">
              <a:defRPr sz="675" b="1">
                <a:solidFill>
                  <a:srgbClr val="B93800"/>
                </a:solidFill>
                <a:latin typeface="Montserrat"/>
                <a:ea typeface="Montserrat"/>
                <a:cs typeface="Montserrat"/>
              </a:defRPr>
            </a:lvl9pPr>
          </a:lstStyle>
          <a:p xmlns:a="http://schemas.openxmlformats.org/drawingml/2006/main">
            <a:pPr algn="ctr">
              <a:defRPr sz="675" b="1">
                <a:solidFill>
                  <a:srgbClr val="B93800"/>
                </a:solidFill>
                <a:latin typeface="Montserrat"/>
                <a:ea typeface="Montserrat"/>
                <a:cs typeface="Montserrat"/>
              </a:defRPr>
            </a:pPr>
            <a:r>
              <a:rPr sz="675" b="1">
                <a:solidFill>
                  <a:srgbClr val="B93800"/>
                </a:solidFill>
                <a:latin typeface="Montserrat"/>
                <a:ea typeface="Montserrat"/>
                <a:cs typeface="Montserrat"/>
              </a:rPr>
              <a:t>PLAN</a:t>
            </a:r>
          </a:p>
        </p:txBody>
      </p:sp>
      <p:sp>
        <p:nvSpPr>
          <p:cNvPr id="112" name="">
            <a:extLst xmlns:a="http://schemas.openxmlformats.org/drawingml/2006/main">
              <a:ext uri="{FF2B5EF4-FFF2-40B4-BE49-F238E27FC236}">
                <a16:creationId xmlns:a16="http://schemas.microsoft.com/office/drawing/2014/main" id="{F4C44CE8-925F-48AE-B992-BBC0773647D4}"/>
              </a:ext>
            </a:extLst>
          </p:cNvPr>
          <p:cNvSpPr>
            <a:spLocks xmlns:a="http://schemas.openxmlformats.org/drawingml/2006/main" noGrp="1"/>
          </p:cNvSpPr>
          <p:nvPr/>
        </p:nvSpPr>
        <p:spPr>
          <a:xfrm xmlns:a="http://schemas.openxmlformats.org/drawingml/2006/main">
            <a:off x="46053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13" name="">
            <a:extLst xmlns:a="http://schemas.openxmlformats.org/drawingml/2006/main">
              <a:ext uri="{FF2B5EF4-FFF2-40B4-BE49-F238E27FC236}">
                <a16:creationId xmlns:a16="http://schemas.microsoft.com/office/drawing/2014/main" id="{94535FF8-3581-4728-B188-416B2200D225}"/>
              </a:ext>
            </a:extLst>
          </p:cNvPr>
          <p:cNvSpPr>
            <a:spLocks xmlns:a="http://schemas.openxmlformats.org/drawingml/2006/main" noGrp="1"/>
          </p:cNvSpPr>
          <p:nvPr/>
        </p:nvSpPr>
        <p:spPr>
          <a:xfrm xmlns:a="http://schemas.openxmlformats.org/drawingml/2006/main">
            <a:off x="42386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DESIGN</a:t>
            </a:r>
          </a:p>
        </p:txBody>
      </p:sp>
      <p:sp>
        <p:nvSpPr>
          <p:cNvPr id="114" name="">
            <a:extLst xmlns:a="http://schemas.openxmlformats.org/drawingml/2006/main">
              <a:ext uri="{FF2B5EF4-FFF2-40B4-BE49-F238E27FC236}">
                <a16:creationId xmlns:a16="http://schemas.microsoft.com/office/drawing/2014/main" id="{ED022537-368F-4020-BE67-825FDCD84146}"/>
              </a:ext>
            </a:extLst>
          </p:cNvPr>
          <p:cNvSpPr>
            <a:spLocks xmlns:a="http://schemas.openxmlformats.org/drawingml/2006/main" noGrp="1"/>
          </p:cNvSpPr>
          <p:nvPr/>
        </p:nvSpPr>
        <p:spPr>
          <a:xfrm xmlns:a="http://schemas.openxmlformats.org/drawingml/2006/main">
            <a:off x="55768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15" name="">
            <a:extLst xmlns:a="http://schemas.openxmlformats.org/drawingml/2006/main">
              <a:ext uri="{FF2B5EF4-FFF2-40B4-BE49-F238E27FC236}">
                <a16:creationId xmlns:a16="http://schemas.microsoft.com/office/drawing/2014/main" id="{D646E92F-662A-4877-A661-7C65A103EC65}"/>
              </a:ext>
            </a:extLst>
          </p:cNvPr>
          <p:cNvSpPr>
            <a:spLocks xmlns:a="http://schemas.openxmlformats.org/drawingml/2006/main" noGrp="1"/>
          </p:cNvSpPr>
          <p:nvPr/>
        </p:nvSpPr>
        <p:spPr>
          <a:xfrm xmlns:a="http://schemas.openxmlformats.org/drawingml/2006/main">
            <a:off x="52101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BUILD</a:t>
            </a:r>
          </a:p>
        </p:txBody>
      </p:sp>
      <p:sp>
        <p:nvSpPr>
          <p:cNvPr id="116" name="">
            <a:extLst xmlns:a="http://schemas.openxmlformats.org/drawingml/2006/main">
              <a:ext uri="{FF2B5EF4-FFF2-40B4-BE49-F238E27FC236}">
                <a16:creationId xmlns:a16="http://schemas.microsoft.com/office/drawing/2014/main" id="{1D3FA65E-9A8C-4AED-9213-999CBECE3A90}"/>
              </a:ext>
            </a:extLst>
          </p:cNvPr>
          <p:cNvSpPr>
            <a:spLocks xmlns:a="http://schemas.openxmlformats.org/drawingml/2006/main" noGrp="1"/>
          </p:cNvSpPr>
          <p:nvPr/>
        </p:nvSpPr>
        <p:spPr>
          <a:xfrm xmlns:a="http://schemas.openxmlformats.org/drawingml/2006/main">
            <a:off x="65484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17" name="">
            <a:extLst xmlns:a="http://schemas.openxmlformats.org/drawingml/2006/main">
              <a:ext uri="{FF2B5EF4-FFF2-40B4-BE49-F238E27FC236}">
                <a16:creationId xmlns:a16="http://schemas.microsoft.com/office/drawing/2014/main" id="{9B38F417-E957-4FC1-8797-9F4E2E6DC44D}"/>
              </a:ext>
            </a:extLst>
          </p:cNvPr>
          <p:cNvSpPr>
            <a:spLocks xmlns:a="http://schemas.openxmlformats.org/drawingml/2006/main" noGrp="1"/>
          </p:cNvSpPr>
          <p:nvPr/>
        </p:nvSpPr>
        <p:spPr>
          <a:xfrm xmlns:a="http://schemas.openxmlformats.org/drawingml/2006/main">
            <a:off x="61817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TEST</a:t>
            </a:r>
          </a:p>
        </p:txBody>
      </p:sp>
      <p:sp>
        <p:nvSpPr>
          <p:cNvPr id="118" name="">
            <a:extLst xmlns:a="http://schemas.openxmlformats.org/drawingml/2006/main">
              <a:ext uri="{FF2B5EF4-FFF2-40B4-BE49-F238E27FC236}">
                <a16:creationId xmlns:a16="http://schemas.microsoft.com/office/drawing/2014/main" id="{1161DB6E-2DA3-4918-AEC7-4016F5BBE360}"/>
              </a:ext>
            </a:extLst>
          </p:cNvPr>
          <p:cNvSpPr>
            <a:spLocks xmlns:a="http://schemas.openxmlformats.org/drawingml/2006/main" noGrp="1"/>
          </p:cNvSpPr>
          <p:nvPr/>
        </p:nvSpPr>
        <p:spPr>
          <a:xfrm xmlns:a="http://schemas.openxmlformats.org/drawingml/2006/main">
            <a:off x="75199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19" name="">
            <a:extLst xmlns:a="http://schemas.openxmlformats.org/drawingml/2006/main">
              <a:ext uri="{FF2B5EF4-FFF2-40B4-BE49-F238E27FC236}">
                <a16:creationId xmlns:a16="http://schemas.microsoft.com/office/drawing/2014/main" id="{3523BCA0-D4B8-4B9F-AE14-2795B7DE9DD1}"/>
              </a:ext>
            </a:extLst>
          </p:cNvPr>
          <p:cNvSpPr>
            <a:spLocks xmlns:a="http://schemas.openxmlformats.org/drawingml/2006/main" noGrp="1"/>
          </p:cNvSpPr>
          <p:nvPr/>
        </p:nvSpPr>
        <p:spPr>
          <a:xfrm xmlns:a="http://schemas.openxmlformats.org/drawingml/2006/main">
            <a:off x="71532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DEPLOY</a:t>
            </a:r>
          </a:p>
        </p:txBody>
      </p:sp>
      <p:sp>
        <p:nvSpPr>
          <p:cNvPr id="120" name="">
            <a:extLst xmlns:a="http://schemas.openxmlformats.org/drawingml/2006/main">
              <a:ext uri="{FF2B5EF4-FFF2-40B4-BE49-F238E27FC236}">
                <a16:creationId xmlns:a16="http://schemas.microsoft.com/office/drawing/2014/main" id="{37B93792-0D1E-44B7-81BF-3333D408C006}"/>
              </a:ext>
            </a:extLst>
          </p:cNvPr>
          <p:cNvSpPr>
            <a:spLocks xmlns:a="http://schemas.openxmlformats.org/drawingml/2006/main" noGrp="1"/>
          </p:cNvSpPr>
          <p:nvPr/>
        </p:nvSpPr>
        <p:spPr>
          <a:xfrm xmlns:a="http://schemas.openxmlformats.org/drawingml/2006/main">
            <a:off x="84915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21" name="">
            <a:extLst xmlns:a="http://schemas.openxmlformats.org/drawingml/2006/main">
              <a:ext uri="{FF2B5EF4-FFF2-40B4-BE49-F238E27FC236}">
                <a16:creationId xmlns:a16="http://schemas.microsoft.com/office/drawing/2014/main" id="{DC283C9A-45EF-433B-8E6C-AD7169BAC707}"/>
              </a:ext>
            </a:extLst>
          </p:cNvPr>
          <p:cNvSpPr>
            <a:spLocks xmlns:a="http://schemas.openxmlformats.org/drawingml/2006/main" noGrp="1"/>
          </p:cNvSpPr>
          <p:nvPr/>
        </p:nvSpPr>
        <p:spPr>
          <a:xfrm xmlns:a="http://schemas.openxmlformats.org/drawingml/2006/main">
            <a:off x="81248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MAINTAIN</a:t>
            </a:r>
          </a:p>
        </p:txBody>
      </p:sp>
    </p:spTree>
    <p:extLst>
      <p:ext uri="{BB962C8B-B14F-4D97-AF65-F5344CB8AC3E}">
        <p14:creationId xmlns:p14="http://schemas.microsoft.com/office/powerpoint/2010/main" val="1736395508"/>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1BE887DD-1514-4D21-8B56-A2552C1D1B17}"/>
              </a:ext>
            </a:extLst>
          </p:cNvPr>
          <p:cNvPicPr>
            <a:picLocks xmlns:a="http://schemas.openxmlformats.org/drawingml/2006/main" noChangeAspect="1"/>
          </p:cNvPicPr>
          <p:nvPr/>
        </p:nvPicPr>
        <p:blipFill>
          <a:blip xmlns:r="http://schemas.openxmlformats.org/officeDocument/2006/relationships" xmlns:a="http://schemas.openxmlformats.org/drawingml/2006/main" r:embed="Rf1a0d88123184de3"/>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4A93C860-BB13-4BD9-9231-F0102910D0D7}"/>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39 / 63</a:t>
            </a:r>
            <a:endParaRPr sz="900"/>
          </a:p>
        </p:txBody>
      </p:sp>
      <p:sp>
        <p:nvSpPr>
          <p:cNvPr id="23" name="">
            <a:extLst xmlns:a="http://schemas.openxmlformats.org/drawingml/2006/main">
              <a:ext uri="{FF2B5EF4-FFF2-40B4-BE49-F238E27FC236}">
                <a16:creationId xmlns:a16="http://schemas.microsoft.com/office/drawing/2014/main" id="{D804C00C-7582-4D1E-9D21-F47CA8CA7E4B}"/>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EF8B39"/>
                </a:solidFill>
                <a:latin typeface="Montserrat"/>
                <a:ea typeface="Montserrat"/>
                <a:cs typeface="Montserrat"/>
              </a:defRPr>
            </a:defPPr>
            <a:lvl1pPr algn="l">
              <a:defRPr sz="1050" b="1">
                <a:solidFill>
                  <a:srgbClr val="EF8B39"/>
                </a:solidFill>
                <a:latin typeface="Montserrat"/>
                <a:ea typeface="Montserrat"/>
                <a:cs typeface="Montserrat"/>
              </a:defRPr>
            </a:lvl1pPr>
            <a:lvl2pPr algn="l">
              <a:defRPr sz="1050" b="1">
                <a:solidFill>
                  <a:srgbClr val="EF8B39"/>
                </a:solidFill>
                <a:latin typeface="Montserrat"/>
                <a:ea typeface="Montserrat"/>
                <a:cs typeface="Montserrat"/>
              </a:defRPr>
            </a:lvl2pPr>
            <a:lvl3pPr algn="l">
              <a:defRPr sz="1050" b="1">
                <a:solidFill>
                  <a:srgbClr val="EF8B39"/>
                </a:solidFill>
                <a:latin typeface="Montserrat"/>
                <a:ea typeface="Montserrat"/>
                <a:cs typeface="Montserrat"/>
              </a:defRPr>
            </a:lvl3pPr>
            <a:lvl4pPr algn="l">
              <a:defRPr sz="1050" b="1">
                <a:solidFill>
                  <a:srgbClr val="EF8B39"/>
                </a:solidFill>
                <a:latin typeface="Montserrat"/>
                <a:ea typeface="Montserrat"/>
                <a:cs typeface="Montserrat"/>
              </a:defRPr>
            </a:lvl4pPr>
            <a:lvl5pPr algn="l">
              <a:defRPr sz="1050" b="1">
                <a:solidFill>
                  <a:srgbClr val="EF8B39"/>
                </a:solidFill>
                <a:latin typeface="Montserrat"/>
                <a:ea typeface="Montserrat"/>
                <a:cs typeface="Montserrat"/>
              </a:defRPr>
            </a:lvl5pPr>
            <a:lvl6pPr algn="l">
              <a:defRPr sz="1050" b="1">
                <a:solidFill>
                  <a:srgbClr val="EF8B39"/>
                </a:solidFill>
                <a:latin typeface="Montserrat"/>
                <a:ea typeface="Montserrat"/>
                <a:cs typeface="Montserrat"/>
              </a:defRPr>
            </a:lvl6pPr>
            <a:lvl7pPr algn="l">
              <a:defRPr sz="1050" b="1">
                <a:solidFill>
                  <a:srgbClr val="EF8B39"/>
                </a:solidFill>
                <a:latin typeface="Montserrat"/>
                <a:ea typeface="Montserrat"/>
                <a:cs typeface="Montserrat"/>
              </a:defRPr>
            </a:lvl7pPr>
            <a:lvl8pPr algn="l">
              <a:defRPr sz="1050" b="1">
                <a:solidFill>
                  <a:srgbClr val="EF8B39"/>
                </a:solidFill>
                <a:latin typeface="Montserrat"/>
                <a:ea typeface="Montserrat"/>
                <a:cs typeface="Montserrat"/>
              </a:defRPr>
            </a:lvl8pPr>
            <a:lvl9pPr algn="l">
              <a:defRPr sz="1050" b="1">
                <a:solidFill>
                  <a:srgbClr val="EF8B39"/>
                </a:solidFill>
                <a:latin typeface="Montserrat"/>
                <a:ea typeface="Montserrat"/>
                <a:cs typeface="Montserrat"/>
              </a:defRPr>
            </a:lvl9pPr>
          </a:lstStyle>
          <a:p xmlns:a="http://schemas.openxmlformats.org/drawingml/2006/main">
            <a:pPr algn="l">
              <a:defRPr sz="1050" b="1">
                <a:solidFill>
                  <a:srgbClr val="EF8B39"/>
                </a:solidFill>
                <a:latin typeface="Montserrat"/>
                <a:ea typeface="Montserrat"/>
                <a:cs typeface="Montserrat"/>
              </a:defRPr>
            </a:pPr>
            <a:r>
              <a:rPr sz="1050" b="1">
                <a:solidFill>
                  <a:srgbClr val="EF8B39"/>
                </a:solidFill>
                <a:latin typeface="Montserrat"/>
                <a:ea typeface="Montserrat"/>
                <a:cs typeface="Montserrat"/>
              </a:rPr>
              <a:t>// EXERCISE 2 · THE EXAMPLE</a:t>
            </a:r>
          </a:p>
        </p:txBody>
      </p:sp>
      <p:sp>
        <p:nvSpPr>
          <p:cNvPr id="24" name="">
            <a:extLst xmlns:a="http://schemas.openxmlformats.org/drawingml/2006/main">
              <a:ext uri="{FF2B5EF4-FFF2-40B4-BE49-F238E27FC236}">
                <a16:creationId xmlns:a16="http://schemas.microsoft.com/office/drawing/2014/main" id="{8EFE710D-F6DF-480E-B87D-0CF0C7F5F49B}"/>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B93800"/>
                </a:solidFill>
                <a:latin typeface="Montserrat"/>
                <a:ea typeface="Montserrat"/>
                <a:cs typeface="Montserrat"/>
              </a:defRPr>
            </a:defPPr>
            <a:lvl1pPr algn="r">
              <a:defRPr sz="900" b="0">
                <a:solidFill>
                  <a:srgbClr val="B93800"/>
                </a:solidFill>
                <a:latin typeface="Montserrat"/>
                <a:ea typeface="Montserrat"/>
                <a:cs typeface="Montserrat"/>
              </a:defRPr>
            </a:lvl1pPr>
            <a:lvl2pPr algn="r">
              <a:defRPr sz="900" b="0">
                <a:solidFill>
                  <a:srgbClr val="B93800"/>
                </a:solidFill>
                <a:latin typeface="Montserrat"/>
                <a:ea typeface="Montserrat"/>
                <a:cs typeface="Montserrat"/>
              </a:defRPr>
            </a:lvl2pPr>
            <a:lvl3pPr algn="r">
              <a:defRPr sz="900" b="0">
                <a:solidFill>
                  <a:srgbClr val="B93800"/>
                </a:solidFill>
                <a:latin typeface="Montserrat"/>
                <a:ea typeface="Montserrat"/>
                <a:cs typeface="Montserrat"/>
              </a:defRPr>
            </a:lvl3pPr>
            <a:lvl4pPr algn="r">
              <a:defRPr sz="900" b="0">
                <a:solidFill>
                  <a:srgbClr val="B93800"/>
                </a:solidFill>
                <a:latin typeface="Montserrat"/>
                <a:ea typeface="Montserrat"/>
                <a:cs typeface="Montserrat"/>
              </a:defRPr>
            </a:lvl4pPr>
            <a:lvl5pPr algn="r">
              <a:defRPr sz="900" b="0">
                <a:solidFill>
                  <a:srgbClr val="B93800"/>
                </a:solidFill>
                <a:latin typeface="Montserrat"/>
                <a:ea typeface="Montserrat"/>
                <a:cs typeface="Montserrat"/>
              </a:defRPr>
            </a:lvl5pPr>
            <a:lvl6pPr algn="r">
              <a:defRPr sz="900" b="0">
                <a:solidFill>
                  <a:srgbClr val="B93800"/>
                </a:solidFill>
                <a:latin typeface="Montserrat"/>
                <a:ea typeface="Montserrat"/>
                <a:cs typeface="Montserrat"/>
              </a:defRPr>
            </a:lvl6pPr>
            <a:lvl7pPr algn="r">
              <a:defRPr sz="900" b="0">
                <a:solidFill>
                  <a:srgbClr val="B93800"/>
                </a:solidFill>
                <a:latin typeface="Montserrat"/>
                <a:ea typeface="Montserrat"/>
                <a:cs typeface="Montserrat"/>
              </a:defRPr>
            </a:lvl7pPr>
            <a:lvl8pPr algn="r">
              <a:defRPr sz="900" b="0">
                <a:solidFill>
                  <a:srgbClr val="B93800"/>
                </a:solidFill>
                <a:latin typeface="Montserrat"/>
                <a:ea typeface="Montserrat"/>
                <a:cs typeface="Montserrat"/>
              </a:defRPr>
            </a:lvl8pPr>
            <a:lvl9pPr algn="r">
              <a:defRPr sz="900" b="0">
                <a:solidFill>
                  <a:srgbClr val="B93800"/>
                </a:solidFill>
                <a:latin typeface="Montserrat"/>
                <a:ea typeface="Montserrat"/>
                <a:cs typeface="Montserrat"/>
              </a:defRPr>
            </a:lvl9pPr>
          </a:lstStyle>
          <a:p xmlns:a="http://schemas.openxmlformats.org/drawingml/2006/main">
            <a:pPr algn="r">
              <a:defRPr sz="900" b="0">
                <a:solidFill>
                  <a:srgbClr val="B93800"/>
                </a:solidFill>
                <a:latin typeface="Montserrat"/>
                <a:ea typeface="Montserrat"/>
                <a:cs typeface="Montserrat"/>
              </a:defRPr>
            </a:pPr>
            <a:r>
              <a:rPr sz="900" b="0">
                <a:solidFill>
                  <a:srgbClr val="B93800"/>
                </a:solidFill>
                <a:latin typeface="Montserrat"/>
                <a:ea typeface="Montserrat"/>
                <a:cs typeface="Montserrat"/>
              </a:rPr>
              <a:t>3:00–4:30</a:t>
            </a:r>
          </a:p>
        </p:txBody>
      </p:sp>
      <p:sp>
        <p:nvSpPr>
          <p:cNvPr id="25" name="">
            <a:extLst xmlns:a="http://schemas.openxmlformats.org/drawingml/2006/main">
              <a:ext uri="{FF2B5EF4-FFF2-40B4-BE49-F238E27FC236}">
                <a16:creationId xmlns:a16="http://schemas.microsoft.com/office/drawing/2014/main" id="{11F9F193-EE17-4308-881E-11F0B964E491}"/>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Game example</a:t>
            </a:r>
          </a:p>
        </p:txBody>
      </p:sp>
      <p:sp>
        <p:nvSpPr>
          <p:cNvPr id="26" name="">
            <a:extLst xmlns:a="http://schemas.openxmlformats.org/drawingml/2006/main">
              <a:ext uri="{FF2B5EF4-FFF2-40B4-BE49-F238E27FC236}">
                <a16:creationId xmlns:a16="http://schemas.microsoft.com/office/drawing/2014/main" id="{34123C5F-7B49-40EE-B7C5-3E5A3926CF96}"/>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ALIEN TIC-TAC-TOE · BATTLE FOR THE SQUARE</a:t>
            </a:r>
          </a:p>
        </p:txBody>
      </p:sp>
      <p:sp>
        <p:nvSpPr>
          <p:cNvPr id="27" name="">
            <a:extLst xmlns:a="http://schemas.openxmlformats.org/drawingml/2006/main">
              <a:ext uri="{FF2B5EF4-FFF2-40B4-BE49-F238E27FC236}">
                <a16:creationId xmlns:a16="http://schemas.microsoft.com/office/drawing/2014/main" id="{48725830-4656-41EB-B7DF-C64080C83DA3}"/>
              </a:ext>
            </a:extLst>
          </p:cNvPr>
          <p:cNvSpPr>
            <a:spLocks xmlns:a="http://schemas.openxmlformats.org/drawingml/2006/main" noGrp="1"/>
          </p:cNvSpPr>
          <p:nvPr/>
        </p:nvSpPr>
        <p:spPr>
          <a:xfrm xmlns:a="http://schemas.openxmlformats.org/drawingml/2006/main">
            <a:off x="742950" y="2247900"/>
            <a:ext cx="342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00" b="1">
                <a:solidFill>
                  <a:srgbClr val="0F172A"/>
                </a:solidFill>
                <a:latin typeface="Montserrat"/>
                <a:ea typeface="Montserrat"/>
                <a:cs typeface="Montserrat"/>
              </a:defRPr>
            </a:defPPr>
            <a:lvl1pPr algn="l">
              <a:defRPr sz="1800" b="1">
                <a:solidFill>
                  <a:srgbClr val="0F172A"/>
                </a:solidFill>
                <a:latin typeface="Montserrat"/>
                <a:ea typeface="Montserrat"/>
                <a:cs typeface="Montserrat"/>
              </a:defRPr>
            </a:lvl1pPr>
            <a:lvl2pPr algn="l">
              <a:defRPr sz="1800" b="1">
                <a:solidFill>
                  <a:srgbClr val="0F172A"/>
                </a:solidFill>
                <a:latin typeface="Montserrat"/>
                <a:ea typeface="Montserrat"/>
                <a:cs typeface="Montserrat"/>
              </a:defRPr>
            </a:lvl2pPr>
            <a:lvl3pPr algn="l">
              <a:defRPr sz="1800" b="1">
                <a:solidFill>
                  <a:srgbClr val="0F172A"/>
                </a:solidFill>
                <a:latin typeface="Montserrat"/>
                <a:ea typeface="Montserrat"/>
                <a:cs typeface="Montserrat"/>
              </a:defRPr>
            </a:lvl3pPr>
            <a:lvl4pPr algn="l">
              <a:defRPr sz="1800" b="1">
                <a:solidFill>
                  <a:srgbClr val="0F172A"/>
                </a:solidFill>
                <a:latin typeface="Montserrat"/>
                <a:ea typeface="Montserrat"/>
                <a:cs typeface="Montserrat"/>
              </a:defRPr>
            </a:lvl4pPr>
            <a:lvl5pPr algn="l">
              <a:defRPr sz="1800" b="1">
                <a:solidFill>
                  <a:srgbClr val="0F172A"/>
                </a:solidFill>
                <a:latin typeface="Montserrat"/>
                <a:ea typeface="Montserrat"/>
                <a:cs typeface="Montserrat"/>
              </a:defRPr>
            </a:lvl5pPr>
            <a:lvl6pPr algn="l">
              <a:defRPr sz="1800" b="1">
                <a:solidFill>
                  <a:srgbClr val="0F172A"/>
                </a:solidFill>
                <a:latin typeface="Montserrat"/>
                <a:ea typeface="Montserrat"/>
                <a:cs typeface="Montserrat"/>
              </a:defRPr>
            </a:lvl6pPr>
            <a:lvl7pPr algn="l">
              <a:defRPr sz="1800" b="1">
                <a:solidFill>
                  <a:srgbClr val="0F172A"/>
                </a:solidFill>
                <a:latin typeface="Montserrat"/>
                <a:ea typeface="Montserrat"/>
                <a:cs typeface="Montserrat"/>
              </a:defRPr>
            </a:lvl7pPr>
            <a:lvl8pPr algn="l">
              <a:defRPr sz="1800" b="1">
                <a:solidFill>
                  <a:srgbClr val="0F172A"/>
                </a:solidFill>
                <a:latin typeface="Montserrat"/>
                <a:ea typeface="Montserrat"/>
                <a:cs typeface="Montserrat"/>
              </a:defRPr>
            </a:lvl8pPr>
            <a:lvl9pPr algn="l">
              <a:defRPr sz="1800" b="1">
                <a:solidFill>
                  <a:srgbClr val="0F172A"/>
                </a:solidFill>
                <a:latin typeface="Montserrat"/>
                <a:ea typeface="Montserrat"/>
                <a:cs typeface="Montserrat"/>
              </a:defRPr>
            </a:lvl9pPr>
          </a:lstStyle>
          <a:p xmlns:a="http://schemas.openxmlformats.org/drawingml/2006/main">
            <a:pPr algn="l">
              <a:defRPr sz="1800" b="1">
                <a:solidFill>
                  <a:srgbClr val="0F172A"/>
                </a:solidFill>
                <a:latin typeface="Montserrat"/>
                <a:ea typeface="Montserrat"/>
                <a:cs typeface="Montserrat"/>
              </a:defRPr>
            </a:pPr>
            <a:r>
              <a:rPr sz="1800" b="1">
                <a:solidFill>
                  <a:srgbClr val="0F172A"/>
                </a:solidFill>
                <a:latin typeface="Montserrat"/>
                <a:ea typeface="Montserrat"/>
                <a:cs typeface="Montserrat"/>
              </a:rPr>
              <a:t>Pick a square. Battle for it.</a:t>
            </a:r>
          </a:p>
        </p:txBody>
      </p:sp>
      <p:sp>
        <p:nvSpPr>
          <p:cNvPr id="28" name="">
            <a:extLst xmlns:a="http://schemas.openxmlformats.org/drawingml/2006/main">
              <a:ext uri="{FF2B5EF4-FFF2-40B4-BE49-F238E27FC236}">
                <a16:creationId xmlns:a16="http://schemas.microsoft.com/office/drawing/2014/main" id="{184A2377-F4A6-48C4-9407-7EBB2FE5A7C9}"/>
              </a:ext>
            </a:extLst>
          </p:cNvPr>
          <p:cNvSpPr>
            <a:spLocks xmlns:a="http://schemas.openxmlformats.org/drawingml/2006/main" noGrp="1"/>
          </p:cNvSpPr>
          <p:nvPr/>
        </p:nvSpPr>
        <p:spPr>
          <a:xfrm xmlns:a="http://schemas.openxmlformats.org/drawingml/2006/main">
            <a:off x="742950" y="3028950"/>
            <a:ext cx="3429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0">
                <a:solidFill>
                  <a:srgbClr val="475569"/>
                </a:solidFill>
                <a:latin typeface="Montserrat"/>
                <a:ea typeface="Montserrat"/>
                <a:cs typeface="Montserrat"/>
              </a:defRPr>
            </a:defPPr>
            <a:lvl1pPr algn="l">
              <a:defRPr sz="1350" b="0">
                <a:solidFill>
                  <a:srgbClr val="475569"/>
                </a:solidFill>
                <a:latin typeface="Montserrat"/>
                <a:ea typeface="Montserrat"/>
                <a:cs typeface="Montserrat"/>
              </a:defRPr>
            </a:lvl1pPr>
            <a:lvl2pPr algn="l">
              <a:defRPr sz="1350" b="0">
                <a:solidFill>
                  <a:srgbClr val="475569"/>
                </a:solidFill>
                <a:latin typeface="Montserrat"/>
                <a:ea typeface="Montserrat"/>
                <a:cs typeface="Montserrat"/>
              </a:defRPr>
            </a:lvl2pPr>
            <a:lvl3pPr algn="l">
              <a:defRPr sz="1350" b="0">
                <a:solidFill>
                  <a:srgbClr val="475569"/>
                </a:solidFill>
                <a:latin typeface="Montserrat"/>
                <a:ea typeface="Montserrat"/>
                <a:cs typeface="Montserrat"/>
              </a:defRPr>
            </a:lvl3pPr>
            <a:lvl4pPr algn="l">
              <a:defRPr sz="1350" b="0">
                <a:solidFill>
                  <a:srgbClr val="475569"/>
                </a:solidFill>
                <a:latin typeface="Montserrat"/>
                <a:ea typeface="Montserrat"/>
                <a:cs typeface="Montserrat"/>
              </a:defRPr>
            </a:lvl4pPr>
            <a:lvl5pPr algn="l">
              <a:defRPr sz="1350" b="0">
                <a:solidFill>
                  <a:srgbClr val="475569"/>
                </a:solidFill>
                <a:latin typeface="Montserrat"/>
                <a:ea typeface="Montserrat"/>
                <a:cs typeface="Montserrat"/>
              </a:defRPr>
            </a:lvl5pPr>
            <a:lvl6pPr algn="l">
              <a:defRPr sz="1350" b="0">
                <a:solidFill>
                  <a:srgbClr val="475569"/>
                </a:solidFill>
                <a:latin typeface="Montserrat"/>
                <a:ea typeface="Montserrat"/>
                <a:cs typeface="Montserrat"/>
              </a:defRPr>
            </a:lvl6pPr>
            <a:lvl7pPr algn="l">
              <a:defRPr sz="1350" b="0">
                <a:solidFill>
                  <a:srgbClr val="475569"/>
                </a:solidFill>
                <a:latin typeface="Montserrat"/>
                <a:ea typeface="Montserrat"/>
                <a:cs typeface="Montserrat"/>
              </a:defRPr>
            </a:lvl7pPr>
            <a:lvl8pPr algn="l">
              <a:defRPr sz="1350" b="0">
                <a:solidFill>
                  <a:srgbClr val="475569"/>
                </a:solidFill>
                <a:latin typeface="Montserrat"/>
                <a:ea typeface="Montserrat"/>
                <a:cs typeface="Montserrat"/>
              </a:defRPr>
            </a:lvl8pPr>
            <a:lvl9pPr algn="l">
              <a:defRPr sz="1350" b="0">
                <a:solidFill>
                  <a:srgbClr val="475569"/>
                </a:solidFill>
                <a:latin typeface="Montserrat"/>
                <a:ea typeface="Montserrat"/>
                <a:cs typeface="Montserrat"/>
              </a:defRPr>
            </a:lvl9pPr>
          </a:lstStyle>
          <a:p xmlns:a="http://schemas.openxmlformats.org/drawingml/2006/main">
            <a:pPr algn="l">
              <a:defRPr sz="1350" b="0">
                <a:solidFill>
                  <a:srgbClr val="475569"/>
                </a:solidFill>
                <a:latin typeface="Montserrat"/>
                <a:ea typeface="Montserrat"/>
                <a:cs typeface="Montserrat"/>
              </a:defRPr>
            </a:pPr>
            <a:r>
              <a:rPr sz="1350" b="0">
                <a:solidFill>
                  <a:srgbClr val="475569"/>
                </a:solidFill>
                <a:latin typeface="Montserrat"/>
                <a:ea typeface="Montserrat"/>
                <a:cs typeface="Montserrat"/>
              </a:rPr>
              <a:t>Win the battle and place X. Lose and the alien places O. A complete round must start, finish, and restart without carrying old state.</a:t>
            </a:r>
          </a:p>
        </p:txBody>
      </p:sp>
      <p:sp>
        <p:nvSpPr>
          <p:cNvPr id="29" name="">
            <a:extLst xmlns:a="http://schemas.openxmlformats.org/drawingml/2006/main">
              <a:ext uri="{FF2B5EF4-FFF2-40B4-BE49-F238E27FC236}">
                <a16:creationId xmlns:a16="http://schemas.microsoft.com/office/drawing/2014/main" id="{1D900B52-611A-4463-92EB-4FDBB0788911}"/>
              </a:ext>
            </a:extLst>
          </p:cNvPr>
          <p:cNvSpPr>
            <a:spLocks xmlns:a="http://schemas.openxmlformats.org/drawingml/2006/main" noGrp="1"/>
          </p:cNvSpPr>
          <p:nvPr/>
        </p:nvSpPr>
        <p:spPr>
          <a:xfrm xmlns:a="http://schemas.openxmlformats.org/drawingml/2006/main">
            <a:off x="4648200" y="1924050"/>
            <a:ext cx="6610350" cy="3295650"/>
          </a:xfrm>
          <a:prstGeom xmlns:a="http://schemas.openxmlformats.org/drawingml/2006/main" prst="roundRect">
            <a:avLst>
              <a:gd name="adj" fmla="val 4046"/>
            </a:avLst>
          </a:prstGeom>
          <a:solidFill xmlns:a="http://schemas.openxmlformats.org/drawingml/2006/main">
            <a:srgbClr val="FFFFFF"/>
          </a:solidFill>
          <a:ln xmlns:a="http://schemas.openxmlformats.org/drawingml/2006/main" w="9525">
            <a:solidFill>
              <a:srgbClr val="D8E2EF"/>
            </a:solidFill>
            <a:prstDash val="solid"/>
          </a:ln>
        </p:spPr>
      </p:sp>
      <p:pic>
        <p:nvPicPr>
          <p:cNvPr id="30" name="">
            <a:extLst xmlns:a="http://schemas.openxmlformats.org/drawingml/2006/main">
              <a:ext uri="{FF2B5EF4-FFF2-40B4-BE49-F238E27FC236}">
                <a16:creationId xmlns:a16="http://schemas.microsoft.com/office/drawing/2014/main" id="{8F14275D-3D34-4279-8A97-C501D3560484}"/>
              </a:ext>
            </a:extLst>
          </p:cNvPr>
          <p:cNvPicPr>
            <a:picLocks xmlns:a="http://schemas.openxmlformats.org/drawingml/2006/main" noChangeAspect="1"/>
          </p:cNvPicPr>
          <p:nvPr/>
        </p:nvPicPr>
        <p:blipFill>
          <a:blip xmlns:r="http://schemas.openxmlformats.org/officeDocument/2006/relationships" xmlns:a="http://schemas.openxmlformats.org/drawingml/2006/main" r:embed="R326f3e857d9b49dc"/>
          <a:stretch xmlns:a="http://schemas.openxmlformats.org/drawingml/2006/main"/>
        </p:blipFill>
        <p:spPr>
          <a:xfrm xmlns:a="http://schemas.openxmlformats.org/drawingml/2006/main">
            <a:off x="4667250" y="2541701"/>
            <a:ext cx="6572250" cy="2060348"/>
          </a:xfrm>
          <a:prstGeom xmlns:a="http://schemas.openxmlformats.org/drawingml/2006/main" prst="rect">
            <a:avLst/>
          </a:prstGeom>
        </p:spPr>
      </p:pic>
      <p:sp>
        <p:nvSpPr>
          <p:cNvPr id="31" name="">
            <a:extLst xmlns:a="http://schemas.openxmlformats.org/drawingml/2006/main">
              <a:ext uri="{FF2B5EF4-FFF2-40B4-BE49-F238E27FC236}">
                <a16:creationId xmlns:a16="http://schemas.microsoft.com/office/drawing/2014/main" id="{88CBE4D3-C2CD-4606-903E-96486D362482}"/>
              </a:ext>
            </a:extLst>
          </p:cNvPr>
          <p:cNvSpPr>
            <a:spLocks xmlns:a="http://schemas.openxmlformats.org/drawingml/2006/main" noGrp="1"/>
          </p:cNvSpPr>
          <p:nvPr/>
        </p:nvSpPr>
        <p:spPr>
          <a:xfrm xmlns:a="http://schemas.openxmlformats.org/drawingml/2006/main">
            <a:off x="647700" y="5133975"/>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32" name="">
            <a:extLst xmlns:a="http://schemas.openxmlformats.org/drawingml/2006/main">
              <a:ext uri="{FF2B5EF4-FFF2-40B4-BE49-F238E27FC236}">
                <a16:creationId xmlns:a16="http://schemas.microsoft.com/office/drawing/2014/main" id="{4A06DB2D-8274-4FEC-B341-F2B49420AEC8}"/>
              </a:ext>
            </a:extLst>
          </p:cNvPr>
          <p:cNvSpPr>
            <a:spLocks xmlns:a="http://schemas.openxmlformats.org/drawingml/2006/main" noGrp="1"/>
          </p:cNvSpPr>
          <p:nvPr/>
        </p:nvSpPr>
        <p:spPr>
          <a:xfrm xmlns:a="http://schemas.openxmlformats.org/drawingml/2006/main">
            <a:off x="742950" y="5381625"/>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The rules are the design. Decoration comes after the loop works.</a:t>
            </a:r>
          </a:p>
        </p:txBody>
      </p:sp>
      <p:sp>
        <p:nvSpPr>
          <p:cNvPr id="33" name="">
            <a:extLst xmlns:a="http://schemas.openxmlformats.org/drawingml/2006/main">
              <a:ext uri="{FF2B5EF4-FFF2-40B4-BE49-F238E27FC236}">
                <a16:creationId xmlns:a16="http://schemas.microsoft.com/office/drawing/2014/main" id="{B982B131-C9C5-4029-A4E4-A31557774D17}"/>
              </a:ext>
            </a:extLst>
          </p:cNvPr>
          <p:cNvSpPr>
            <a:spLocks xmlns:a="http://schemas.openxmlformats.org/drawingml/2006/main" noGrp="1"/>
          </p:cNvSpPr>
          <p:nvPr/>
        </p:nvSpPr>
        <p:spPr>
          <a:xfrm xmlns:a="http://schemas.openxmlformats.org/drawingml/2006/main">
            <a:off x="3667125" y="6381750"/>
            <a:ext cx="4857750" cy="0"/>
          </a:xfrm>
          <a:prstGeom xmlns:a="http://schemas.openxmlformats.org/drawingml/2006/main" prst="line">
            <a:avLst/>
          </a:prstGeom>
          <a:noFill xmlns:a="http://schemas.openxmlformats.org/drawingml/2006/main"/>
          <a:ln xmlns:a="http://schemas.openxmlformats.org/drawingml/2006/main" w="5715">
            <a:solidFill>
              <a:srgbClr val="D8E2EF"/>
            </a:solidFill>
            <a:prstDash val="solid"/>
          </a:ln>
        </p:spPr>
      </p:sp>
      <p:sp>
        <p:nvSpPr>
          <p:cNvPr id="34" name="">
            <a:extLst xmlns:a="http://schemas.openxmlformats.org/drawingml/2006/main">
              <a:ext uri="{FF2B5EF4-FFF2-40B4-BE49-F238E27FC236}">
                <a16:creationId xmlns:a16="http://schemas.microsoft.com/office/drawing/2014/main" id="{CD09B77F-2483-499D-B89C-43BC998EBF31}"/>
              </a:ext>
            </a:extLst>
          </p:cNvPr>
          <p:cNvSpPr>
            <a:spLocks xmlns:a="http://schemas.openxmlformats.org/drawingml/2006/main" noGrp="1"/>
          </p:cNvSpPr>
          <p:nvPr/>
        </p:nvSpPr>
        <p:spPr>
          <a:xfrm xmlns:a="http://schemas.openxmlformats.org/drawingml/2006/main">
            <a:off x="4276725" y="6381750"/>
            <a:ext cx="723900" cy="0"/>
          </a:xfrm>
          <a:prstGeom xmlns:a="http://schemas.openxmlformats.org/drawingml/2006/main" prst="line">
            <a:avLst/>
          </a:prstGeom>
          <a:noFill xmlns:a="http://schemas.openxmlformats.org/drawingml/2006/main"/>
          <a:ln xmlns:a="http://schemas.openxmlformats.org/drawingml/2006/main" w="28575">
            <a:solidFill>
              <a:srgbClr val="EF8B39"/>
            </a:solidFill>
            <a:prstDash val="solid"/>
          </a:ln>
        </p:spPr>
      </p:sp>
      <p:sp>
        <p:nvSpPr>
          <p:cNvPr id="35" name="">
            <a:extLst xmlns:a="http://schemas.openxmlformats.org/drawingml/2006/main">
              <a:ext uri="{FF2B5EF4-FFF2-40B4-BE49-F238E27FC236}">
                <a16:creationId xmlns:a16="http://schemas.microsoft.com/office/drawing/2014/main" id="{A7B0FF4D-9E4A-47EE-B101-4B5EC13007A6}"/>
              </a:ext>
            </a:extLst>
          </p:cNvPr>
          <p:cNvSpPr>
            <a:spLocks xmlns:a="http://schemas.openxmlformats.org/drawingml/2006/main" noGrp="1"/>
          </p:cNvSpPr>
          <p:nvPr/>
        </p:nvSpPr>
        <p:spPr>
          <a:xfrm xmlns:a="http://schemas.openxmlformats.org/drawingml/2006/main">
            <a:off x="36337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36" name="">
            <a:extLst xmlns:a="http://schemas.openxmlformats.org/drawingml/2006/main">
              <a:ext uri="{FF2B5EF4-FFF2-40B4-BE49-F238E27FC236}">
                <a16:creationId xmlns:a16="http://schemas.microsoft.com/office/drawing/2014/main" id="{AA15000A-5995-49CD-83E5-54A56292CECD}"/>
              </a:ext>
            </a:extLst>
          </p:cNvPr>
          <p:cNvSpPr>
            <a:spLocks xmlns:a="http://schemas.openxmlformats.org/drawingml/2006/main" noGrp="1"/>
          </p:cNvSpPr>
          <p:nvPr/>
        </p:nvSpPr>
        <p:spPr>
          <a:xfrm xmlns:a="http://schemas.openxmlformats.org/drawingml/2006/main">
            <a:off x="32670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PLAN</a:t>
            </a:r>
          </a:p>
        </p:txBody>
      </p:sp>
      <p:sp>
        <p:nvSpPr>
          <p:cNvPr id="37" name="">
            <a:extLst xmlns:a="http://schemas.openxmlformats.org/drawingml/2006/main">
              <a:ext uri="{FF2B5EF4-FFF2-40B4-BE49-F238E27FC236}">
                <a16:creationId xmlns:a16="http://schemas.microsoft.com/office/drawing/2014/main" id="{9A2A0FB4-A9FF-4769-8D26-47187085F466}"/>
              </a:ext>
            </a:extLst>
          </p:cNvPr>
          <p:cNvSpPr>
            <a:spLocks xmlns:a="http://schemas.openxmlformats.org/drawingml/2006/main" noGrp="1"/>
          </p:cNvSpPr>
          <p:nvPr/>
        </p:nvSpPr>
        <p:spPr>
          <a:xfrm xmlns:a="http://schemas.openxmlformats.org/drawingml/2006/main">
            <a:off x="4591050" y="6334125"/>
            <a:ext cx="95250" cy="95250"/>
          </a:xfrm>
          <a:prstGeom xmlns:a="http://schemas.openxmlformats.org/drawingml/2006/main" prst="ellipse">
            <a:avLst/>
          </a:prstGeom>
          <a:solidFill xmlns:a="http://schemas.openxmlformats.org/drawingml/2006/main">
            <a:srgbClr val="EF8B39"/>
          </a:solidFill>
          <a:ln xmlns:a="http://schemas.openxmlformats.org/drawingml/2006/main" w="9525">
            <a:solidFill>
              <a:srgbClr val="EF8B39"/>
            </a:solidFill>
            <a:prstDash val="solid"/>
          </a:ln>
        </p:spPr>
      </p:sp>
      <p:sp>
        <p:nvSpPr>
          <p:cNvPr id="38" name="">
            <a:extLst xmlns:a="http://schemas.openxmlformats.org/drawingml/2006/main">
              <a:ext uri="{FF2B5EF4-FFF2-40B4-BE49-F238E27FC236}">
                <a16:creationId xmlns:a16="http://schemas.microsoft.com/office/drawing/2014/main" id="{B2A7241C-1F75-458B-A7D5-46A5D4E96CA8}"/>
              </a:ext>
            </a:extLst>
          </p:cNvPr>
          <p:cNvSpPr>
            <a:spLocks xmlns:a="http://schemas.openxmlformats.org/drawingml/2006/main" noGrp="1"/>
          </p:cNvSpPr>
          <p:nvPr/>
        </p:nvSpPr>
        <p:spPr>
          <a:xfrm xmlns:a="http://schemas.openxmlformats.org/drawingml/2006/main">
            <a:off x="42386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1">
                <a:solidFill>
                  <a:srgbClr val="B93800"/>
                </a:solidFill>
                <a:latin typeface="Montserrat"/>
                <a:ea typeface="Montserrat"/>
                <a:cs typeface="Montserrat"/>
              </a:defRPr>
            </a:defPPr>
            <a:lvl1pPr algn="ctr">
              <a:defRPr sz="675" b="1">
                <a:solidFill>
                  <a:srgbClr val="B93800"/>
                </a:solidFill>
                <a:latin typeface="Montserrat"/>
                <a:ea typeface="Montserrat"/>
                <a:cs typeface="Montserrat"/>
              </a:defRPr>
            </a:lvl1pPr>
            <a:lvl2pPr algn="ctr">
              <a:defRPr sz="675" b="1">
                <a:solidFill>
                  <a:srgbClr val="B93800"/>
                </a:solidFill>
                <a:latin typeface="Montserrat"/>
                <a:ea typeface="Montserrat"/>
                <a:cs typeface="Montserrat"/>
              </a:defRPr>
            </a:lvl2pPr>
            <a:lvl3pPr algn="ctr">
              <a:defRPr sz="675" b="1">
                <a:solidFill>
                  <a:srgbClr val="B93800"/>
                </a:solidFill>
                <a:latin typeface="Montserrat"/>
                <a:ea typeface="Montserrat"/>
                <a:cs typeface="Montserrat"/>
              </a:defRPr>
            </a:lvl3pPr>
            <a:lvl4pPr algn="ctr">
              <a:defRPr sz="675" b="1">
                <a:solidFill>
                  <a:srgbClr val="B93800"/>
                </a:solidFill>
                <a:latin typeface="Montserrat"/>
                <a:ea typeface="Montserrat"/>
                <a:cs typeface="Montserrat"/>
              </a:defRPr>
            </a:lvl4pPr>
            <a:lvl5pPr algn="ctr">
              <a:defRPr sz="675" b="1">
                <a:solidFill>
                  <a:srgbClr val="B93800"/>
                </a:solidFill>
                <a:latin typeface="Montserrat"/>
                <a:ea typeface="Montserrat"/>
                <a:cs typeface="Montserrat"/>
              </a:defRPr>
            </a:lvl5pPr>
            <a:lvl6pPr algn="ctr">
              <a:defRPr sz="675" b="1">
                <a:solidFill>
                  <a:srgbClr val="B93800"/>
                </a:solidFill>
                <a:latin typeface="Montserrat"/>
                <a:ea typeface="Montserrat"/>
                <a:cs typeface="Montserrat"/>
              </a:defRPr>
            </a:lvl6pPr>
            <a:lvl7pPr algn="ctr">
              <a:defRPr sz="675" b="1">
                <a:solidFill>
                  <a:srgbClr val="B93800"/>
                </a:solidFill>
                <a:latin typeface="Montserrat"/>
                <a:ea typeface="Montserrat"/>
                <a:cs typeface="Montserrat"/>
              </a:defRPr>
            </a:lvl7pPr>
            <a:lvl8pPr algn="ctr">
              <a:defRPr sz="675" b="1">
                <a:solidFill>
                  <a:srgbClr val="B93800"/>
                </a:solidFill>
                <a:latin typeface="Montserrat"/>
                <a:ea typeface="Montserrat"/>
                <a:cs typeface="Montserrat"/>
              </a:defRPr>
            </a:lvl8pPr>
            <a:lvl9pPr algn="ctr">
              <a:defRPr sz="675" b="1">
                <a:solidFill>
                  <a:srgbClr val="B93800"/>
                </a:solidFill>
                <a:latin typeface="Montserrat"/>
                <a:ea typeface="Montserrat"/>
                <a:cs typeface="Montserrat"/>
              </a:defRPr>
            </a:lvl9pPr>
          </a:lstStyle>
          <a:p xmlns:a="http://schemas.openxmlformats.org/drawingml/2006/main">
            <a:pPr algn="ctr">
              <a:defRPr sz="675" b="1">
                <a:solidFill>
                  <a:srgbClr val="B93800"/>
                </a:solidFill>
                <a:latin typeface="Montserrat"/>
                <a:ea typeface="Montserrat"/>
                <a:cs typeface="Montserrat"/>
              </a:defRPr>
            </a:pPr>
            <a:r>
              <a:rPr sz="675" b="1">
                <a:solidFill>
                  <a:srgbClr val="B93800"/>
                </a:solidFill>
                <a:latin typeface="Montserrat"/>
                <a:ea typeface="Montserrat"/>
                <a:cs typeface="Montserrat"/>
              </a:rPr>
              <a:t>DESIGN</a:t>
            </a:r>
          </a:p>
        </p:txBody>
      </p:sp>
      <p:sp>
        <p:nvSpPr>
          <p:cNvPr id="39" name="">
            <a:extLst xmlns:a="http://schemas.openxmlformats.org/drawingml/2006/main">
              <a:ext uri="{FF2B5EF4-FFF2-40B4-BE49-F238E27FC236}">
                <a16:creationId xmlns:a16="http://schemas.microsoft.com/office/drawing/2014/main" id="{80492AA9-A5A3-43B4-94F6-6013835EF783}"/>
              </a:ext>
            </a:extLst>
          </p:cNvPr>
          <p:cNvSpPr>
            <a:spLocks xmlns:a="http://schemas.openxmlformats.org/drawingml/2006/main" noGrp="1"/>
          </p:cNvSpPr>
          <p:nvPr/>
        </p:nvSpPr>
        <p:spPr>
          <a:xfrm xmlns:a="http://schemas.openxmlformats.org/drawingml/2006/main">
            <a:off x="55768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40" name="">
            <a:extLst xmlns:a="http://schemas.openxmlformats.org/drawingml/2006/main">
              <a:ext uri="{FF2B5EF4-FFF2-40B4-BE49-F238E27FC236}">
                <a16:creationId xmlns:a16="http://schemas.microsoft.com/office/drawing/2014/main" id="{FEBB86B4-6137-48E4-9211-FFA0BEFCD776}"/>
              </a:ext>
            </a:extLst>
          </p:cNvPr>
          <p:cNvSpPr>
            <a:spLocks xmlns:a="http://schemas.openxmlformats.org/drawingml/2006/main" noGrp="1"/>
          </p:cNvSpPr>
          <p:nvPr/>
        </p:nvSpPr>
        <p:spPr>
          <a:xfrm xmlns:a="http://schemas.openxmlformats.org/drawingml/2006/main">
            <a:off x="52101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BUILD</a:t>
            </a:r>
          </a:p>
        </p:txBody>
      </p:sp>
      <p:sp>
        <p:nvSpPr>
          <p:cNvPr id="41" name="">
            <a:extLst xmlns:a="http://schemas.openxmlformats.org/drawingml/2006/main">
              <a:ext uri="{FF2B5EF4-FFF2-40B4-BE49-F238E27FC236}">
                <a16:creationId xmlns:a16="http://schemas.microsoft.com/office/drawing/2014/main" id="{BA9538A1-408C-4857-8A98-161A90982C1F}"/>
              </a:ext>
            </a:extLst>
          </p:cNvPr>
          <p:cNvSpPr>
            <a:spLocks xmlns:a="http://schemas.openxmlformats.org/drawingml/2006/main" noGrp="1"/>
          </p:cNvSpPr>
          <p:nvPr/>
        </p:nvSpPr>
        <p:spPr>
          <a:xfrm xmlns:a="http://schemas.openxmlformats.org/drawingml/2006/main">
            <a:off x="65484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42" name="">
            <a:extLst xmlns:a="http://schemas.openxmlformats.org/drawingml/2006/main">
              <a:ext uri="{FF2B5EF4-FFF2-40B4-BE49-F238E27FC236}">
                <a16:creationId xmlns:a16="http://schemas.microsoft.com/office/drawing/2014/main" id="{D5B86503-5525-4333-923B-20C8C0ED9A25}"/>
              </a:ext>
            </a:extLst>
          </p:cNvPr>
          <p:cNvSpPr>
            <a:spLocks xmlns:a="http://schemas.openxmlformats.org/drawingml/2006/main" noGrp="1"/>
          </p:cNvSpPr>
          <p:nvPr/>
        </p:nvSpPr>
        <p:spPr>
          <a:xfrm xmlns:a="http://schemas.openxmlformats.org/drawingml/2006/main">
            <a:off x="61817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TEST</a:t>
            </a:r>
          </a:p>
        </p:txBody>
      </p:sp>
      <p:sp>
        <p:nvSpPr>
          <p:cNvPr id="43" name="">
            <a:extLst xmlns:a="http://schemas.openxmlformats.org/drawingml/2006/main">
              <a:ext uri="{FF2B5EF4-FFF2-40B4-BE49-F238E27FC236}">
                <a16:creationId xmlns:a16="http://schemas.microsoft.com/office/drawing/2014/main" id="{F81F5583-0068-45A6-8762-D2D93E8303E1}"/>
              </a:ext>
            </a:extLst>
          </p:cNvPr>
          <p:cNvSpPr>
            <a:spLocks xmlns:a="http://schemas.openxmlformats.org/drawingml/2006/main" noGrp="1"/>
          </p:cNvSpPr>
          <p:nvPr/>
        </p:nvSpPr>
        <p:spPr>
          <a:xfrm xmlns:a="http://schemas.openxmlformats.org/drawingml/2006/main">
            <a:off x="75199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44" name="">
            <a:extLst xmlns:a="http://schemas.openxmlformats.org/drawingml/2006/main">
              <a:ext uri="{FF2B5EF4-FFF2-40B4-BE49-F238E27FC236}">
                <a16:creationId xmlns:a16="http://schemas.microsoft.com/office/drawing/2014/main" id="{3B4F0B75-8DAB-4DF1-9CDB-7D8BE12AC54C}"/>
              </a:ext>
            </a:extLst>
          </p:cNvPr>
          <p:cNvSpPr>
            <a:spLocks xmlns:a="http://schemas.openxmlformats.org/drawingml/2006/main" noGrp="1"/>
          </p:cNvSpPr>
          <p:nvPr/>
        </p:nvSpPr>
        <p:spPr>
          <a:xfrm xmlns:a="http://schemas.openxmlformats.org/drawingml/2006/main">
            <a:off x="71532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DEPLOY</a:t>
            </a:r>
          </a:p>
        </p:txBody>
      </p:sp>
      <p:sp>
        <p:nvSpPr>
          <p:cNvPr id="45" name="">
            <a:extLst xmlns:a="http://schemas.openxmlformats.org/drawingml/2006/main">
              <a:ext uri="{FF2B5EF4-FFF2-40B4-BE49-F238E27FC236}">
                <a16:creationId xmlns:a16="http://schemas.microsoft.com/office/drawing/2014/main" id="{368B4F75-A11D-4AE9-B1A0-C10D2A2E08F0}"/>
              </a:ext>
            </a:extLst>
          </p:cNvPr>
          <p:cNvSpPr>
            <a:spLocks xmlns:a="http://schemas.openxmlformats.org/drawingml/2006/main" noGrp="1"/>
          </p:cNvSpPr>
          <p:nvPr/>
        </p:nvSpPr>
        <p:spPr>
          <a:xfrm xmlns:a="http://schemas.openxmlformats.org/drawingml/2006/main">
            <a:off x="84915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46" name="">
            <a:extLst xmlns:a="http://schemas.openxmlformats.org/drawingml/2006/main">
              <a:ext uri="{FF2B5EF4-FFF2-40B4-BE49-F238E27FC236}">
                <a16:creationId xmlns:a16="http://schemas.microsoft.com/office/drawing/2014/main" id="{006B875E-5721-4710-9585-ACF0F925FD0C}"/>
              </a:ext>
            </a:extLst>
          </p:cNvPr>
          <p:cNvSpPr>
            <a:spLocks xmlns:a="http://schemas.openxmlformats.org/drawingml/2006/main" noGrp="1"/>
          </p:cNvSpPr>
          <p:nvPr/>
        </p:nvSpPr>
        <p:spPr>
          <a:xfrm xmlns:a="http://schemas.openxmlformats.org/drawingml/2006/main">
            <a:off x="81248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MAINTAIN</a:t>
            </a:r>
          </a:p>
        </p:txBody>
      </p:sp>
    </p:spTree>
    <p:extLst>
      <p:ext uri="{BB962C8B-B14F-4D97-AF65-F5344CB8AC3E}">
        <p14:creationId xmlns:p14="http://schemas.microsoft.com/office/powerpoint/2010/main" val="359779168"/>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2BCB0197-B293-441E-B91B-84D13E55B332}"/>
              </a:ext>
            </a:extLst>
          </p:cNvPr>
          <p:cNvPicPr>
            <a:picLocks xmlns:a="http://schemas.openxmlformats.org/drawingml/2006/main" noChangeAspect="1"/>
          </p:cNvPicPr>
          <p:nvPr/>
        </p:nvPicPr>
        <p:blipFill>
          <a:blip xmlns:r="http://schemas.openxmlformats.org/officeDocument/2006/relationships" xmlns:a="http://schemas.openxmlformats.org/drawingml/2006/main" r:embed="R7fc4d8a126ca4e34"/>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B7A10F74-E831-4B5F-9DB1-0D88948A26E2}"/>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40 / 63</a:t>
            </a:r>
            <a:endParaRPr sz="900"/>
          </a:p>
        </p:txBody>
      </p:sp>
      <p:sp>
        <p:nvSpPr>
          <p:cNvPr id="83" name="">
            <a:extLst xmlns:a="http://schemas.openxmlformats.org/drawingml/2006/main">
              <a:ext uri="{FF2B5EF4-FFF2-40B4-BE49-F238E27FC236}">
                <a16:creationId xmlns:a16="http://schemas.microsoft.com/office/drawing/2014/main" id="{459F56BA-B5DD-4D71-8780-CBE6EC647C5D}"/>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307FE2"/>
                </a:solidFill>
                <a:latin typeface="Montserrat"/>
                <a:ea typeface="Montserrat"/>
                <a:cs typeface="Montserrat"/>
              </a:defRPr>
            </a:defPPr>
            <a:lvl1pPr algn="l">
              <a:defRPr sz="1050" b="1">
                <a:solidFill>
                  <a:srgbClr val="307FE2"/>
                </a:solidFill>
                <a:latin typeface="Montserrat"/>
                <a:ea typeface="Montserrat"/>
                <a:cs typeface="Montserrat"/>
              </a:defRPr>
            </a:lvl1pPr>
            <a:lvl2pPr algn="l">
              <a:defRPr sz="1050" b="1">
                <a:solidFill>
                  <a:srgbClr val="307FE2"/>
                </a:solidFill>
                <a:latin typeface="Montserrat"/>
                <a:ea typeface="Montserrat"/>
                <a:cs typeface="Montserrat"/>
              </a:defRPr>
            </a:lvl2pPr>
            <a:lvl3pPr algn="l">
              <a:defRPr sz="1050" b="1">
                <a:solidFill>
                  <a:srgbClr val="307FE2"/>
                </a:solidFill>
                <a:latin typeface="Montserrat"/>
                <a:ea typeface="Montserrat"/>
                <a:cs typeface="Montserrat"/>
              </a:defRPr>
            </a:lvl3pPr>
            <a:lvl4pPr algn="l">
              <a:defRPr sz="1050" b="1">
                <a:solidFill>
                  <a:srgbClr val="307FE2"/>
                </a:solidFill>
                <a:latin typeface="Montserrat"/>
                <a:ea typeface="Montserrat"/>
                <a:cs typeface="Montserrat"/>
              </a:defRPr>
            </a:lvl4pPr>
            <a:lvl5pPr algn="l">
              <a:defRPr sz="1050" b="1">
                <a:solidFill>
                  <a:srgbClr val="307FE2"/>
                </a:solidFill>
                <a:latin typeface="Montserrat"/>
                <a:ea typeface="Montserrat"/>
                <a:cs typeface="Montserrat"/>
              </a:defRPr>
            </a:lvl5pPr>
            <a:lvl6pPr algn="l">
              <a:defRPr sz="1050" b="1">
                <a:solidFill>
                  <a:srgbClr val="307FE2"/>
                </a:solidFill>
                <a:latin typeface="Montserrat"/>
                <a:ea typeface="Montserrat"/>
                <a:cs typeface="Montserrat"/>
              </a:defRPr>
            </a:lvl6pPr>
            <a:lvl7pPr algn="l">
              <a:defRPr sz="1050" b="1">
                <a:solidFill>
                  <a:srgbClr val="307FE2"/>
                </a:solidFill>
                <a:latin typeface="Montserrat"/>
                <a:ea typeface="Montserrat"/>
                <a:cs typeface="Montserrat"/>
              </a:defRPr>
            </a:lvl7pPr>
            <a:lvl8pPr algn="l">
              <a:defRPr sz="1050" b="1">
                <a:solidFill>
                  <a:srgbClr val="307FE2"/>
                </a:solidFill>
                <a:latin typeface="Montserrat"/>
                <a:ea typeface="Montserrat"/>
                <a:cs typeface="Montserrat"/>
              </a:defRPr>
            </a:lvl8pPr>
            <a:lvl9pPr algn="l">
              <a:defRPr sz="1050" b="1">
                <a:solidFill>
                  <a:srgbClr val="307FE2"/>
                </a:solidFill>
                <a:latin typeface="Montserrat"/>
                <a:ea typeface="Montserrat"/>
                <a:cs typeface="Montserrat"/>
              </a:defRPr>
            </a:lvl9pPr>
          </a:lstStyle>
          <a:p xmlns:a="http://schemas.openxmlformats.org/drawingml/2006/main">
            <a:pPr algn="l">
              <a:defRPr sz="1050" b="1">
                <a:solidFill>
                  <a:srgbClr val="307FE2"/>
                </a:solidFill>
                <a:latin typeface="Montserrat"/>
                <a:ea typeface="Montserrat"/>
                <a:cs typeface="Montserrat"/>
              </a:defRPr>
            </a:pPr>
            <a:r>
              <a:rPr sz="1050" b="1">
                <a:solidFill>
                  <a:srgbClr val="307FE2"/>
                </a:solidFill>
                <a:latin typeface="Montserrat"/>
                <a:ea typeface="Montserrat"/>
                <a:cs typeface="Montserrat"/>
              </a:rPr>
              <a:t>// EXERCISE 2 · PLAN</a:t>
            </a:r>
          </a:p>
        </p:txBody>
      </p:sp>
      <p:sp>
        <p:nvSpPr>
          <p:cNvPr id="84" name="">
            <a:extLst xmlns:a="http://schemas.openxmlformats.org/drawingml/2006/main">
              <a:ext uri="{FF2B5EF4-FFF2-40B4-BE49-F238E27FC236}">
                <a16:creationId xmlns:a16="http://schemas.microsoft.com/office/drawing/2014/main" id="{D6D3DA9C-099B-4D45-9E15-D663155722C5}"/>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94A3B8"/>
                </a:solidFill>
                <a:latin typeface="Montserrat"/>
                <a:ea typeface="Montserrat"/>
                <a:cs typeface="Montserrat"/>
              </a:defRPr>
            </a:defPPr>
            <a:lvl1pPr algn="r">
              <a:defRPr sz="900" b="0">
                <a:solidFill>
                  <a:srgbClr val="94A3B8"/>
                </a:solidFill>
                <a:latin typeface="Montserrat"/>
                <a:ea typeface="Montserrat"/>
                <a:cs typeface="Montserrat"/>
              </a:defRPr>
            </a:lvl1pPr>
            <a:lvl2pPr algn="r">
              <a:defRPr sz="900" b="0">
                <a:solidFill>
                  <a:srgbClr val="94A3B8"/>
                </a:solidFill>
                <a:latin typeface="Montserrat"/>
                <a:ea typeface="Montserrat"/>
                <a:cs typeface="Montserrat"/>
              </a:defRPr>
            </a:lvl2pPr>
            <a:lvl3pPr algn="r">
              <a:defRPr sz="900" b="0">
                <a:solidFill>
                  <a:srgbClr val="94A3B8"/>
                </a:solidFill>
                <a:latin typeface="Montserrat"/>
                <a:ea typeface="Montserrat"/>
                <a:cs typeface="Montserrat"/>
              </a:defRPr>
            </a:lvl3pPr>
            <a:lvl4pPr algn="r">
              <a:defRPr sz="900" b="0">
                <a:solidFill>
                  <a:srgbClr val="94A3B8"/>
                </a:solidFill>
                <a:latin typeface="Montserrat"/>
                <a:ea typeface="Montserrat"/>
                <a:cs typeface="Montserrat"/>
              </a:defRPr>
            </a:lvl4pPr>
            <a:lvl5pPr algn="r">
              <a:defRPr sz="900" b="0">
                <a:solidFill>
                  <a:srgbClr val="94A3B8"/>
                </a:solidFill>
                <a:latin typeface="Montserrat"/>
                <a:ea typeface="Montserrat"/>
                <a:cs typeface="Montserrat"/>
              </a:defRPr>
            </a:lvl5pPr>
            <a:lvl6pPr algn="r">
              <a:defRPr sz="900" b="0">
                <a:solidFill>
                  <a:srgbClr val="94A3B8"/>
                </a:solidFill>
                <a:latin typeface="Montserrat"/>
                <a:ea typeface="Montserrat"/>
                <a:cs typeface="Montserrat"/>
              </a:defRPr>
            </a:lvl6pPr>
            <a:lvl7pPr algn="r">
              <a:defRPr sz="900" b="0">
                <a:solidFill>
                  <a:srgbClr val="94A3B8"/>
                </a:solidFill>
                <a:latin typeface="Montserrat"/>
                <a:ea typeface="Montserrat"/>
                <a:cs typeface="Montserrat"/>
              </a:defRPr>
            </a:lvl7pPr>
            <a:lvl8pPr algn="r">
              <a:defRPr sz="900" b="0">
                <a:solidFill>
                  <a:srgbClr val="94A3B8"/>
                </a:solidFill>
                <a:latin typeface="Montserrat"/>
                <a:ea typeface="Montserrat"/>
                <a:cs typeface="Montserrat"/>
              </a:defRPr>
            </a:lvl8pPr>
            <a:lvl9pPr algn="r">
              <a:defRPr sz="900" b="0">
                <a:solidFill>
                  <a:srgbClr val="94A3B8"/>
                </a:solidFill>
                <a:latin typeface="Montserrat"/>
                <a:ea typeface="Montserrat"/>
                <a:cs typeface="Montserrat"/>
              </a:defRPr>
            </a:lvl9pPr>
          </a:lstStyle>
          <a:p xmlns:a="http://schemas.openxmlformats.org/drawingml/2006/main">
            <a:pPr algn="r">
              <a:defRPr sz="900" b="0">
                <a:solidFill>
                  <a:srgbClr val="94A3B8"/>
                </a:solidFill>
                <a:latin typeface="Montserrat"/>
                <a:ea typeface="Montserrat"/>
                <a:cs typeface="Montserrat"/>
              </a:defRPr>
            </a:pPr>
            <a:r>
              <a:rPr sz="900" b="0">
                <a:solidFill>
                  <a:srgbClr val="94A3B8"/>
                </a:solidFill>
                <a:latin typeface="Montserrat"/>
                <a:ea typeface="Montserrat"/>
                <a:cs typeface="Montserrat"/>
              </a:rPr>
              <a:t>3:00–4:30</a:t>
            </a:r>
          </a:p>
        </p:txBody>
      </p:sp>
      <p:sp>
        <p:nvSpPr>
          <p:cNvPr id="85" name="">
            <a:extLst xmlns:a="http://schemas.openxmlformats.org/drawingml/2006/main">
              <a:ext uri="{FF2B5EF4-FFF2-40B4-BE49-F238E27FC236}">
                <a16:creationId xmlns:a16="http://schemas.microsoft.com/office/drawing/2014/main" id="{2D95D793-B670-42BA-AA0E-CEDE730F760C}"/>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Plan the game</a:t>
            </a:r>
          </a:p>
        </p:txBody>
      </p:sp>
      <p:sp>
        <p:nvSpPr>
          <p:cNvPr id="86" name="">
            <a:extLst xmlns:a="http://schemas.openxmlformats.org/drawingml/2006/main">
              <a:ext uri="{FF2B5EF4-FFF2-40B4-BE49-F238E27FC236}">
                <a16:creationId xmlns:a16="http://schemas.microsoft.com/office/drawing/2014/main" id="{AD54686A-8E00-4F1B-B1E2-050060A40880}"/>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GOAL · CHOICES · RESULT · RESTART</a:t>
            </a:r>
          </a:p>
        </p:txBody>
      </p:sp>
      <p:sp>
        <p:nvSpPr>
          <p:cNvPr id="87" name="">
            <a:extLst xmlns:a="http://schemas.openxmlformats.org/drawingml/2006/main">
              <a:ext uri="{FF2B5EF4-FFF2-40B4-BE49-F238E27FC236}">
                <a16:creationId xmlns:a16="http://schemas.microsoft.com/office/drawing/2014/main" id="{DFFA947E-102C-44A4-82D0-43C9852AD9A6}"/>
              </a:ext>
            </a:extLst>
          </p:cNvPr>
          <p:cNvSpPr>
            <a:spLocks xmlns:a="http://schemas.openxmlformats.org/drawingml/2006/main" noGrp="1"/>
          </p:cNvSpPr>
          <p:nvPr/>
        </p:nvSpPr>
        <p:spPr>
          <a:xfrm xmlns:a="http://schemas.openxmlformats.org/drawingml/2006/main">
            <a:off x="647700" y="2009775"/>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88" name="">
            <a:extLst xmlns:a="http://schemas.openxmlformats.org/drawingml/2006/main">
              <a:ext uri="{FF2B5EF4-FFF2-40B4-BE49-F238E27FC236}">
                <a16:creationId xmlns:a16="http://schemas.microsoft.com/office/drawing/2014/main" id="{D95E68EF-6E61-441F-AF5C-B492325A485D}"/>
              </a:ext>
            </a:extLst>
          </p:cNvPr>
          <p:cNvSpPr>
            <a:spLocks xmlns:a="http://schemas.openxmlformats.org/drawingml/2006/main" noGrp="1"/>
          </p:cNvSpPr>
          <p:nvPr/>
        </p:nvSpPr>
        <p:spPr>
          <a:xfrm xmlns:a="http://schemas.openxmlformats.org/drawingml/2006/main">
            <a:off x="742950"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01</a:t>
            </a:r>
          </a:p>
        </p:txBody>
      </p:sp>
      <p:sp>
        <p:nvSpPr>
          <p:cNvPr id="89" name="">
            <a:extLst xmlns:a="http://schemas.openxmlformats.org/drawingml/2006/main">
              <a:ext uri="{FF2B5EF4-FFF2-40B4-BE49-F238E27FC236}">
                <a16:creationId xmlns:a16="http://schemas.microsoft.com/office/drawing/2014/main" id="{AA44EB7F-71A2-4379-83AA-F4706295CCF1}"/>
              </a:ext>
            </a:extLst>
          </p:cNvPr>
          <p:cNvSpPr>
            <a:spLocks xmlns:a="http://schemas.openxmlformats.org/drawingml/2006/main" noGrp="1"/>
          </p:cNvSpPr>
          <p:nvPr/>
        </p:nvSpPr>
        <p:spPr>
          <a:xfrm xmlns:a="http://schemas.openxmlformats.org/drawingml/2006/main">
            <a:off x="742950"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Goal</a:t>
            </a:r>
          </a:p>
        </p:txBody>
      </p:sp>
      <p:sp>
        <p:nvSpPr>
          <p:cNvPr id="90" name="">
            <a:extLst xmlns:a="http://schemas.openxmlformats.org/drawingml/2006/main">
              <a:ext uri="{FF2B5EF4-FFF2-40B4-BE49-F238E27FC236}">
                <a16:creationId xmlns:a16="http://schemas.microsoft.com/office/drawing/2014/main" id="{6F8A953C-F47A-495F-9A0E-C229B8A1E32D}"/>
              </a:ext>
            </a:extLst>
          </p:cNvPr>
          <p:cNvSpPr>
            <a:spLocks xmlns:a="http://schemas.openxmlformats.org/drawingml/2006/main" noGrp="1"/>
          </p:cNvSpPr>
          <p:nvPr/>
        </p:nvSpPr>
        <p:spPr>
          <a:xfrm xmlns:a="http://schemas.openxmlformats.org/drawingml/2006/main">
            <a:off x="742950"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Complete a line of X marks before the alien completes a line of O marks.</a:t>
            </a:r>
          </a:p>
        </p:txBody>
      </p:sp>
      <p:sp>
        <p:nvSpPr>
          <p:cNvPr id="91" name="">
            <a:extLst xmlns:a="http://schemas.openxmlformats.org/drawingml/2006/main">
              <a:ext uri="{FF2B5EF4-FFF2-40B4-BE49-F238E27FC236}">
                <a16:creationId xmlns:a16="http://schemas.microsoft.com/office/drawing/2014/main" id="{445F5E1C-E6AE-4DC2-A528-F0E9220FCC85}"/>
              </a:ext>
            </a:extLst>
          </p:cNvPr>
          <p:cNvSpPr>
            <a:spLocks xmlns:a="http://schemas.openxmlformats.org/drawingml/2006/main" noGrp="1"/>
          </p:cNvSpPr>
          <p:nvPr/>
        </p:nvSpPr>
        <p:spPr>
          <a:xfrm xmlns:a="http://schemas.openxmlformats.org/drawingml/2006/main">
            <a:off x="3362325"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92" name="">
            <a:extLst xmlns:a="http://schemas.openxmlformats.org/drawingml/2006/main">
              <a:ext uri="{FF2B5EF4-FFF2-40B4-BE49-F238E27FC236}">
                <a16:creationId xmlns:a16="http://schemas.microsoft.com/office/drawing/2014/main" id="{BDE697FD-4943-413D-AA71-78F47AA2725E}"/>
              </a:ext>
            </a:extLst>
          </p:cNvPr>
          <p:cNvSpPr>
            <a:spLocks xmlns:a="http://schemas.openxmlformats.org/drawingml/2006/main" noGrp="1"/>
          </p:cNvSpPr>
          <p:nvPr/>
        </p:nvSpPr>
        <p:spPr>
          <a:xfrm xmlns:a="http://schemas.openxmlformats.org/drawingml/2006/main">
            <a:off x="3476625"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02</a:t>
            </a:r>
          </a:p>
        </p:txBody>
      </p:sp>
      <p:sp>
        <p:nvSpPr>
          <p:cNvPr id="93" name="">
            <a:extLst xmlns:a="http://schemas.openxmlformats.org/drawingml/2006/main">
              <a:ext uri="{FF2B5EF4-FFF2-40B4-BE49-F238E27FC236}">
                <a16:creationId xmlns:a16="http://schemas.microsoft.com/office/drawing/2014/main" id="{49D26A1F-7FAF-4654-BE3D-2180D4C1337F}"/>
              </a:ext>
            </a:extLst>
          </p:cNvPr>
          <p:cNvSpPr>
            <a:spLocks xmlns:a="http://schemas.openxmlformats.org/drawingml/2006/main" noGrp="1"/>
          </p:cNvSpPr>
          <p:nvPr/>
        </p:nvSpPr>
        <p:spPr>
          <a:xfrm xmlns:a="http://schemas.openxmlformats.org/drawingml/2006/main">
            <a:off x="3476625"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Choice</a:t>
            </a:r>
          </a:p>
        </p:txBody>
      </p:sp>
      <p:sp>
        <p:nvSpPr>
          <p:cNvPr id="94" name="">
            <a:extLst xmlns:a="http://schemas.openxmlformats.org/drawingml/2006/main">
              <a:ext uri="{FF2B5EF4-FFF2-40B4-BE49-F238E27FC236}">
                <a16:creationId xmlns:a16="http://schemas.microsoft.com/office/drawing/2014/main" id="{611CA31E-F857-4F8C-9952-276F627D3823}"/>
              </a:ext>
            </a:extLst>
          </p:cNvPr>
          <p:cNvSpPr>
            <a:spLocks xmlns:a="http://schemas.openxmlformats.org/drawingml/2006/main" noGrp="1"/>
          </p:cNvSpPr>
          <p:nvPr/>
        </p:nvSpPr>
        <p:spPr>
          <a:xfrm xmlns:a="http://schemas.openxmlformats.org/drawingml/2006/main">
            <a:off x="3476625"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Select an empty square, then answer the battle move once.</a:t>
            </a:r>
          </a:p>
        </p:txBody>
      </p:sp>
      <p:sp>
        <p:nvSpPr>
          <p:cNvPr id="95" name="">
            <a:extLst xmlns:a="http://schemas.openxmlformats.org/drawingml/2006/main">
              <a:ext uri="{FF2B5EF4-FFF2-40B4-BE49-F238E27FC236}">
                <a16:creationId xmlns:a16="http://schemas.microsoft.com/office/drawing/2014/main" id="{1E04F009-D046-46A8-AEDC-B47A97A92DE0}"/>
              </a:ext>
            </a:extLst>
          </p:cNvPr>
          <p:cNvSpPr>
            <a:spLocks xmlns:a="http://schemas.openxmlformats.org/drawingml/2006/main" noGrp="1"/>
          </p:cNvSpPr>
          <p:nvPr/>
        </p:nvSpPr>
        <p:spPr>
          <a:xfrm xmlns:a="http://schemas.openxmlformats.org/drawingml/2006/main">
            <a:off x="6096000"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96" name="">
            <a:extLst xmlns:a="http://schemas.openxmlformats.org/drawingml/2006/main">
              <a:ext uri="{FF2B5EF4-FFF2-40B4-BE49-F238E27FC236}">
                <a16:creationId xmlns:a16="http://schemas.microsoft.com/office/drawing/2014/main" id="{C27E7361-F515-44F1-9FFD-F4B100FC04DC}"/>
              </a:ext>
            </a:extLst>
          </p:cNvPr>
          <p:cNvSpPr>
            <a:spLocks xmlns:a="http://schemas.openxmlformats.org/drawingml/2006/main" noGrp="1"/>
          </p:cNvSpPr>
          <p:nvPr/>
        </p:nvSpPr>
        <p:spPr>
          <a:xfrm xmlns:a="http://schemas.openxmlformats.org/drawingml/2006/main">
            <a:off x="6210300"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03</a:t>
            </a:r>
          </a:p>
        </p:txBody>
      </p:sp>
      <p:sp>
        <p:nvSpPr>
          <p:cNvPr id="97" name="">
            <a:extLst xmlns:a="http://schemas.openxmlformats.org/drawingml/2006/main">
              <a:ext uri="{FF2B5EF4-FFF2-40B4-BE49-F238E27FC236}">
                <a16:creationId xmlns:a16="http://schemas.microsoft.com/office/drawing/2014/main" id="{0730C6B6-184B-4D9D-84FF-3358C15A885C}"/>
              </a:ext>
            </a:extLst>
          </p:cNvPr>
          <p:cNvSpPr>
            <a:spLocks xmlns:a="http://schemas.openxmlformats.org/drawingml/2006/main" noGrp="1"/>
          </p:cNvSpPr>
          <p:nvPr/>
        </p:nvSpPr>
        <p:spPr>
          <a:xfrm xmlns:a="http://schemas.openxmlformats.org/drawingml/2006/main">
            <a:off x="6210300"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Result</a:t>
            </a:r>
          </a:p>
        </p:txBody>
      </p:sp>
      <p:sp>
        <p:nvSpPr>
          <p:cNvPr id="98" name="">
            <a:extLst xmlns:a="http://schemas.openxmlformats.org/drawingml/2006/main">
              <a:ext uri="{FF2B5EF4-FFF2-40B4-BE49-F238E27FC236}">
                <a16:creationId xmlns:a16="http://schemas.microsoft.com/office/drawing/2014/main" id="{F96CEFE0-1AF1-41DA-A760-AA2DB7845A13}"/>
              </a:ext>
            </a:extLst>
          </p:cNvPr>
          <p:cNvSpPr>
            <a:spLocks xmlns:a="http://schemas.openxmlformats.org/drawingml/2006/main" noGrp="1"/>
          </p:cNvSpPr>
          <p:nvPr/>
        </p:nvSpPr>
        <p:spPr>
          <a:xfrm xmlns:a="http://schemas.openxmlformats.org/drawingml/2006/main">
            <a:off x="6210300"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A battle resolves exactly one selected square as X or O.</a:t>
            </a:r>
          </a:p>
        </p:txBody>
      </p:sp>
      <p:sp>
        <p:nvSpPr>
          <p:cNvPr id="99" name="">
            <a:extLst xmlns:a="http://schemas.openxmlformats.org/drawingml/2006/main">
              <a:ext uri="{FF2B5EF4-FFF2-40B4-BE49-F238E27FC236}">
                <a16:creationId xmlns:a16="http://schemas.microsoft.com/office/drawing/2014/main" id="{A1FE3235-D9A2-4D38-B76F-4627FA9790EB}"/>
              </a:ext>
            </a:extLst>
          </p:cNvPr>
          <p:cNvSpPr>
            <a:spLocks xmlns:a="http://schemas.openxmlformats.org/drawingml/2006/main" noGrp="1"/>
          </p:cNvSpPr>
          <p:nvPr/>
        </p:nvSpPr>
        <p:spPr>
          <a:xfrm xmlns:a="http://schemas.openxmlformats.org/drawingml/2006/main">
            <a:off x="8829675"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100" name="">
            <a:extLst xmlns:a="http://schemas.openxmlformats.org/drawingml/2006/main">
              <a:ext uri="{FF2B5EF4-FFF2-40B4-BE49-F238E27FC236}">
                <a16:creationId xmlns:a16="http://schemas.microsoft.com/office/drawing/2014/main" id="{5AFEB81A-0671-4ED3-AFC2-CDE710128D59}"/>
              </a:ext>
            </a:extLst>
          </p:cNvPr>
          <p:cNvSpPr>
            <a:spLocks xmlns:a="http://schemas.openxmlformats.org/drawingml/2006/main" noGrp="1"/>
          </p:cNvSpPr>
          <p:nvPr/>
        </p:nvSpPr>
        <p:spPr>
          <a:xfrm xmlns:a="http://schemas.openxmlformats.org/drawingml/2006/main">
            <a:off x="8943975"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04</a:t>
            </a:r>
          </a:p>
        </p:txBody>
      </p:sp>
      <p:sp>
        <p:nvSpPr>
          <p:cNvPr id="101" name="">
            <a:extLst xmlns:a="http://schemas.openxmlformats.org/drawingml/2006/main">
              <a:ext uri="{FF2B5EF4-FFF2-40B4-BE49-F238E27FC236}">
                <a16:creationId xmlns:a16="http://schemas.microsoft.com/office/drawing/2014/main" id="{A4766A23-5D7F-49B2-AC5E-DECE332AD024}"/>
              </a:ext>
            </a:extLst>
          </p:cNvPr>
          <p:cNvSpPr>
            <a:spLocks xmlns:a="http://schemas.openxmlformats.org/drawingml/2006/main" noGrp="1"/>
          </p:cNvSpPr>
          <p:nvPr/>
        </p:nvSpPr>
        <p:spPr>
          <a:xfrm xmlns:a="http://schemas.openxmlformats.org/drawingml/2006/main">
            <a:off x="8943975"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Restart</a:t>
            </a:r>
          </a:p>
        </p:txBody>
      </p:sp>
      <p:sp>
        <p:nvSpPr>
          <p:cNvPr id="102" name="">
            <a:extLst xmlns:a="http://schemas.openxmlformats.org/drawingml/2006/main">
              <a:ext uri="{FF2B5EF4-FFF2-40B4-BE49-F238E27FC236}">
                <a16:creationId xmlns:a16="http://schemas.microsoft.com/office/drawing/2014/main" id="{EBE8812B-25EF-4E0F-9E88-EF6F809B2BED}"/>
              </a:ext>
            </a:extLst>
          </p:cNvPr>
          <p:cNvSpPr>
            <a:spLocks xmlns:a="http://schemas.openxmlformats.org/drawingml/2006/main" noGrp="1"/>
          </p:cNvSpPr>
          <p:nvPr/>
        </p:nvSpPr>
        <p:spPr>
          <a:xfrm xmlns:a="http://schemas.openxmlformats.org/drawingml/2006/main">
            <a:off x="8943975"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Play again clears the board, pending battle, health, and old feedback.</a:t>
            </a:r>
          </a:p>
        </p:txBody>
      </p:sp>
      <p:sp>
        <p:nvSpPr>
          <p:cNvPr id="103" name="">
            <a:extLst xmlns:a="http://schemas.openxmlformats.org/drawingml/2006/main">
              <a:ext uri="{FF2B5EF4-FFF2-40B4-BE49-F238E27FC236}">
                <a16:creationId xmlns:a16="http://schemas.microsoft.com/office/drawing/2014/main" id="{9899497A-09F7-47C1-BE71-007CAC9B1F1D}"/>
              </a:ext>
            </a:extLst>
          </p:cNvPr>
          <p:cNvSpPr>
            <a:spLocks xmlns:a="http://schemas.openxmlformats.org/drawingml/2006/main" noGrp="1"/>
          </p:cNvSpPr>
          <p:nvPr/>
        </p:nvSpPr>
        <p:spPr>
          <a:xfrm xmlns:a="http://schemas.openxmlformats.org/drawingml/2006/main">
            <a:off x="647700" y="470535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104" name="">
            <a:extLst xmlns:a="http://schemas.openxmlformats.org/drawingml/2006/main">
              <a:ext uri="{FF2B5EF4-FFF2-40B4-BE49-F238E27FC236}">
                <a16:creationId xmlns:a16="http://schemas.microsoft.com/office/drawing/2014/main" id="{EE965B8E-9565-439A-9EDC-9944ED268557}"/>
              </a:ext>
            </a:extLst>
          </p:cNvPr>
          <p:cNvSpPr>
            <a:spLocks xmlns:a="http://schemas.openxmlformats.org/drawingml/2006/main" noGrp="1"/>
          </p:cNvSpPr>
          <p:nvPr/>
        </p:nvSpPr>
        <p:spPr>
          <a:xfrm xmlns:a="http://schemas.openxmlformats.org/drawingml/2006/main">
            <a:off x="742950" y="49530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Write the rules before asking the AI to build the game.</a:t>
            </a:r>
          </a:p>
        </p:txBody>
      </p:sp>
      <p:sp>
        <p:nvSpPr>
          <p:cNvPr id="105" name="">
            <a:extLst xmlns:a="http://schemas.openxmlformats.org/drawingml/2006/main">
              <a:ext uri="{FF2B5EF4-FFF2-40B4-BE49-F238E27FC236}">
                <a16:creationId xmlns:a16="http://schemas.microsoft.com/office/drawing/2014/main" id="{402F1E7F-C9B8-4C2E-97C7-001FC7CADA1B}"/>
              </a:ext>
            </a:extLst>
          </p:cNvPr>
          <p:cNvSpPr>
            <a:spLocks xmlns:a="http://schemas.openxmlformats.org/drawingml/2006/main" noGrp="1"/>
          </p:cNvSpPr>
          <p:nvPr/>
        </p:nvSpPr>
        <p:spPr>
          <a:xfrm xmlns:a="http://schemas.openxmlformats.org/drawingml/2006/main">
            <a:off x="3667125" y="6381750"/>
            <a:ext cx="4857750" cy="0"/>
          </a:xfrm>
          <a:prstGeom xmlns:a="http://schemas.openxmlformats.org/drawingml/2006/main" prst="line">
            <a:avLst/>
          </a:prstGeom>
          <a:noFill xmlns:a="http://schemas.openxmlformats.org/drawingml/2006/main"/>
          <a:ln xmlns:a="http://schemas.openxmlformats.org/drawingml/2006/main" w="5715">
            <a:solidFill>
              <a:srgbClr val="D8E2EF"/>
            </a:solidFill>
            <a:prstDash val="solid"/>
          </a:ln>
        </p:spPr>
      </p:sp>
      <p:sp>
        <p:nvSpPr>
          <p:cNvPr id="106" name="">
            <a:extLst xmlns:a="http://schemas.openxmlformats.org/drawingml/2006/main">
              <a:ext uri="{FF2B5EF4-FFF2-40B4-BE49-F238E27FC236}">
                <a16:creationId xmlns:a16="http://schemas.microsoft.com/office/drawing/2014/main" id="{E4F72E2A-C174-4985-BB75-59CB0FDBC226}"/>
              </a:ext>
            </a:extLst>
          </p:cNvPr>
          <p:cNvSpPr>
            <a:spLocks xmlns:a="http://schemas.openxmlformats.org/drawingml/2006/main" noGrp="1"/>
          </p:cNvSpPr>
          <p:nvPr/>
        </p:nvSpPr>
        <p:spPr>
          <a:xfrm xmlns:a="http://schemas.openxmlformats.org/drawingml/2006/main">
            <a:off x="3667125" y="6381750"/>
            <a:ext cx="361950" cy="0"/>
          </a:xfrm>
          <a:prstGeom xmlns:a="http://schemas.openxmlformats.org/drawingml/2006/main" prst="line">
            <a:avLst/>
          </a:prstGeom>
          <a:noFill xmlns:a="http://schemas.openxmlformats.org/drawingml/2006/main"/>
          <a:ln xmlns:a="http://schemas.openxmlformats.org/drawingml/2006/main" w="28575">
            <a:solidFill>
              <a:srgbClr val="EF8B39"/>
            </a:solidFill>
            <a:prstDash val="solid"/>
          </a:ln>
        </p:spPr>
      </p:sp>
      <p:sp>
        <p:nvSpPr>
          <p:cNvPr id="107" name="">
            <a:extLst xmlns:a="http://schemas.openxmlformats.org/drawingml/2006/main">
              <a:ext uri="{FF2B5EF4-FFF2-40B4-BE49-F238E27FC236}">
                <a16:creationId xmlns:a16="http://schemas.microsoft.com/office/drawing/2014/main" id="{A3701DD2-DF95-4B38-AD12-48791718A3A9}"/>
              </a:ext>
            </a:extLst>
          </p:cNvPr>
          <p:cNvSpPr>
            <a:spLocks xmlns:a="http://schemas.openxmlformats.org/drawingml/2006/main" noGrp="1"/>
          </p:cNvSpPr>
          <p:nvPr/>
        </p:nvSpPr>
        <p:spPr>
          <a:xfrm xmlns:a="http://schemas.openxmlformats.org/drawingml/2006/main">
            <a:off x="3619500" y="6334125"/>
            <a:ext cx="95250" cy="95250"/>
          </a:xfrm>
          <a:prstGeom xmlns:a="http://schemas.openxmlformats.org/drawingml/2006/main" prst="ellipse">
            <a:avLst/>
          </a:prstGeom>
          <a:solidFill xmlns:a="http://schemas.openxmlformats.org/drawingml/2006/main">
            <a:srgbClr val="EF8B39"/>
          </a:solidFill>
          <a:ln xmlns:a="http://schemas.openxmlformats.org/drawingml/2006/main" w="9525">
            <a:solidFill>
              <a:srgbClr val="EF8B39"/>
            </a:solidFill>
            <a:prstDash val="solid"/>
          </a:ln>
        </p:spPr>
      </p:sp>
      <p:sp>
        <p:nvSpPr>
          <p:cNvPr id="108" name="">
            <a:extLst xmlns:a="http://schemas.openxmlformats.org/drawingml/2006/main">
              <a:ext uri="{FF2B5EF4-FFF2-40B4-BE49-F238E27FC236}">
                <a16:creationId xmlns:a16="http://schemas.microsoft.com/office/drawing/2014/main" id="{A44B43C1-E1F7-4133-A007-FC50D4E9A800}"/>
              </a:ext>
            </a:extLst>
          </p:cNvPr>
          <p:cNvSpPr>
            <a:spLocks xmlns:a="http://schemas.openxmlformats.org/drawingml/2006/main" noGrp="1"/>
          </p:cNvSpPr>
          <p:nvPr/>
        </p:nvSpPr>
        <p:spPr>
          <a:xfrm xmlns:a="http://schemas.openxmlformats.org/drawingml/2006/main">
            <a:off x="32670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1">
                <a:solidFill>
                  <a:srgbClr val="B93800"/>
                </a:solidFill>
                <a:latin typeface="Montserrat"/>
                <a:ea typeface="Montserrat"/>
                <a:cs typeface="Montserrat"/>
              </a:defRPr>
            </a:defPPr>
            <a:lvl1pPr algn="ctr">
              <a:defRPr sz="675" b="1">
                <a:solidFill>
                  <a:srgbClr val="B93800"/>
                </a:solidFill>
                <a:latin typeface="Montserrat"/>
                <a:ea typeface="Montserrat"/>
                <a:cs typeface="Montserrat"/>
              </a:defRPr>
            </a:lvl1pPr>
            <a:lvl2pPr algn="ctr">
              <a:defRPr sz="675" b="1">
                <a:solidFill>
                  <a:srgbClr val="B93800"/>
                </a:solidFill>
                <a:latin typeface="Montserrat"/>
                <a:ea typeface="Montserrat"/>
                <a:cs typeface="Montserrat"/>
              </a:defRPr>
            </a:lvl2pPr>
            <a:lvl3pPr algn="ctr">
              <a:defRPr sz="675" b="1">
                <a:solidFill>
                  <a:srgbClr val="B93800"/>
                </a:solidFill>
                <a:latin typeface="Montserrat"/>
                <a:ea typeface="Montserrat"/>
                <a:cs typeface="Montserrat"/>
              </a:defRPr>
            </a:lvl3pPr>
            <a:lvl4pPr algn="ctr">
              <a:defRPr sz="675" b="1">
                <a:solidFill>
                  <a:srgbClr val="B93800"/>
                </a:solidFill>
                <a:latin typeface="Montserrat"/>
                <a:ea typeface="Montserrat"/>
                <a:cs typeface="Montserrat"/>
              </a:defRPr>
            </a:lvl4pPr>
            <a:lvl5pPr algn="ctr">
              <a:defRPr sz="675" b="1">
                <a:solidFill>
                  <a:srgbClr val="B93800"/>
                </a:solidFill>
                <a:latin typeface="Montserrat"/>
                <a:ea typeface="Montserrat"/>
                <a:cs typeface="Montserrat"/>
              </a:defRPr>
            </a:lvl5pPr>
            <a:lvl6pPr algn="ctr">
              <a:defRPr sz="675" b="1">
                <a:solidFill>
                  <a:srgbClr val="B93800"/>
                </a:solidFill>
                <a:latin typeface="Montserrat"/>
                <a:ea typeface="Montserrat"/>
                <a:cs typeface="Montserrat"/>
              </a:defRPr>
            </a:lvl6pPr>
            <a:lvl7pPr algn="ctr">
              <a:defRPr sz="675" b="1">
                <a:solidFill>
                  <a:srgbClr val="B93800"/>
                </a:solidFill>
                <a:latin typeface="Montserrat"/>
                <a:ea typeface="Montserrat"/>
                <a:cs typeface="Montserrat"/>
              </a:defRPr>
            </a:lvl7pPr>
            <a:lvl8pPr algn="ctr">
              <a:defRPr sz="675" b="1">
                <a:solidFill>
                  <a:srgbClr val="B93800"/>
                </a:solidFill>
                <a:latin typeface="Montserrat"/>
                <a:ea typeface="Montserrat"/>
                <a:cs typeface="Montserrat"/>
              </a:defRPr>
            </a:lvl8pPr>
            <a:lvl9pPr algn="ctr">
              <a:defRPr sz="675" b="1">
                <a:solidFill>
                  <a:srgbClr val="B93800"/>
                </a:solidFill>
                <a:latin typeface="Montserrat"/>
                <a:ea typeface="Montserrat"/>
                <a:cs typeface="Montserrat"/>
              </a:defRPr>
            </a:lvl9pPr>
          </a:lstStyle>
          <a:p xmlns:a="http://schemas.openxmlformats.org/drawingml/2006/main">
            <a:pPr algn="ctr">
              <a:defRPr sz="675" b="1">
                <a:solidFill>
                  <a:srgbClr val="B93800"/>
                </a:solidFill>
                <a:latin typeface="Montserrat"/>
                <a:ea typeface="Montserrat"/>
                <a:cs typeface="Montserrat"/>
              </a:defRPr>
            </a:pPr>
            <a:r>
              <a:rPr sz="675" b="1">
                <a:solidFill>
                  <a:srgbClr val="B93800"/>
                </a:solidFill>
                <a:latin typeface="Montserrat"/>
                <a:ea typeface="Montserrat"/>
                <a:cs typeface="Montserrat"/>
              </a:rPr>
              <a:t>PLAN</a:t>
            </a:r>
          </a:p>
        </p:txBody>
      </p:sp>
      <p:sp>
        <p:nvSpPr>
          <p:cNvPr id="109" name="">
            <a:extLst xmlns:a="http://schemas.openxmlformats.org/drawingml/2006/main">
              <a:ext uri="{FF2B5EF4-FFF2-40B4-BE49-F238E27FC236}">
                <a16:creationId xmlns:a16="http://schemas.microsoft.com/office/drawing/2014/main" id="{1317913E-093A-48B1-B2DA-99CB32B00759}"/>
              </a:ext>
            </a:extLst>
          </p:cNvPr>
          <p:cNvSpPr>
            <a:spLocks xmlns:a="http://schemas.openxmlformats.org/drawingml/2006/main" noGrp="1"/>
          </p:cNvSpPr>
          <p:nvPr/>
        </p:nvSpPr>
        <p:spPr>
          <a:xfrm xmlns:a="http://schemas.openxmlformats.org/drawingml/2006/main">
            <a:off x="46053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10" name="">
            <a:extLst xmlns:a="http://schemas.openxmlformats.org/drawingml/2006/main">
              <a:ext uri="{FF2B5EF4-FFF2-40B4-BE49-F238E27FC236}">
                <a16:creationId xmlns:a16="http://schemas.microsoft.com/office/drawing/2014/main" id="{C3D2DEF4-DE30-40F4-8F4C-4B31022E739D}"/>
              </a:ext>
            </a:extLst>
          </p:cNvPr>
          <p:cNvSpPr>
            <a:spLocks xmlns:a="http://schemas.openxmlformats.org/drawingml/2006/main" noGrp="1"/>
          </p:cNvSpPr>
          <p:nvPr/>
        </p:nvSpPr>
        <p:spPr>
          <a:xfrm xmlns:a="http://schemas.openxmlformats.org/drawingml/2006/main">
            <a:off x="42386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DESIGN</a:t>
            </a:r>
          </a:p>
        </p:txBody>
      </p:sp>
      <p:sp>
        <p:nvSpPr>
          <p:cNvPr id="111" name="">
            <a:extLst xmlns:a="http://schemas.openxmlformats.org/drawingml/2006/main">
              <a:ext uri="{FF2B5EF4-FFF2-40B4-BE49-F238E27FC236}">
                <a16:creationId xmlns:a16="http://schemas.microsoft.com/office/drawing/2014/main" id="{B6F30C69-1C1E-4451-BC7B-7C5A7CE7CEDA}"/>
              </a:ext>
            </a:extLst>
          </p:cNvPr>
          <p:cNvSpPr>
            <a:spLocks xmlns:a="http://schemas.openxmlformats.org/drawingml/2006/main" noGrp="1"/>
          </p:cNvSpPr>
          <p:nvPr/>
        </p:nvSpPr>
        <p:spPr>
          <a:xfrm xmlns:a="http://schemas.openxmlformats.org/drawingml/2006/main">
            <a:off x="55768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12" name="">
            <a:extLst xmlns:a="http://schemas.openxmlformats.org/drawingml/2006/main">
              <a:ext uri="{FF2B5EF4-FFF2-40B4-BE49-F238E27FC236}">
                <a16:creationId xmlns:a16="http://schemas.microsoft.com/office/drawing/2014/main" id="{CD6CCC44-5489-470F-92F0-5E549335DF3C}"/>
              </a:ext>
            </a:extLst>
          </p:cNvPr>
          <p:cNvSpPr>
            <a:spLocks xmlns:a="http://schemas.openxmlformats.org/drawingml/2006/main" noGrp="1"/>
          </p:cNvSpPr>
          <p:nvPr/>
        </p:nvSpPr>
        <p:spPr>
          <a:xfrm xmlns:a="http://schemas.openxmlformats.org/drawingml/2006/main">
            <a:off x="52101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BUILD</a:t>
            </a:r>
          </a:p>
        </p:txBody>
      </p:sp>
      <p:sp>
        <p:nvSpPr>
          <p:cNvPr id="113" name="">
            <a:extLst xmlns:a="http://schemas.openxmlformats.org/drawingml/2006/main">
              <a:ext uri="{FF2B5EF4-FFF2-40B4-BE49-F238E27FC236}">
                <a16:creationId xmlns:a16="http://schemas.microsoft.com/office/drawing/2014/main" id="{B3138F7D-037F-4D6F-A29E-4DCB48A212A0}"/>
              </a:ext>
            </a:extLst>
          </p:cNvPr>
          <p:cNvSpPr>
            <a:spLocks xmlns:a="http://schemas.openxmlformats.org/drawingml/2006/main" noGrp="1"/>
          </p:cNvSpPr>
          <p:nvPr/>
        </p:nvSpPr>
        <p:spPr>
          <a:xfrm xmlns:a="http://schemas.openxmlformats.org/drawingml/2006/main">
            <a:off x="65484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14" name="">
            <a:extLst xmlns:a="http://schemas.openxmlformats.org/drawingml/2006/main">
              <a:ext uri="{FF2B5EF4-FFF2-40B4-BE49-F238E27FC236}">
                <a16:creationId xmlns:a16="http://schemas.microsoft.com/office/drawing/2014/main" id="{2D478D6F-33B7-4463-A014-D5956FB8E014}"/>
              </a:ext>
            </a:extLst>
          </p:cNvPr>
          <p:cNvSpPr>
            <a:spLocks xmlns:a="http://schemas.openxmlformats.org/drawingml/2006/main" noGrp="1"/>
          </p:cNvSpPr>
          <p:nvPr/>
        </p:nvSpPr>
        <p:spPr>
          <a:xfrm xmlns:a="http://schemas.openxmlformats.org/drawingml/2006/main">
            <a:off x="61817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TEST</a:t>
            </a:r>
          </a:p>
        </p:txBody>
      </p:sp>
      <p:sp>
        <p:nvSpPr>
          <p:cNvPr id="115" name="">
            <a:extLst xmlns:a="http://schemas.openxmlformats.org/drawingml/2006/main">
              <a:ext uri="{FF2B5EF4-FFF2-40B4-BE49-F238E27FC236}">
                <a16:creationId xmlns:a16="http://schemas.microsoft.com/office/drawing/2014/main" id="{5278B185-E81D-463F-8CE4-679259881AA1}"/>
              </a:ext>
            </a:extLst>
          </p:cNvPr>
          <p:cNvSpPr>
            <a:spLocks xmlns:a="http://schemas.openxmlformats.org/drawingml/2006/main" noGrp="1"/>
          </p:cNvSpPr>
          <p:nvPr/>
        </p:nvSpPr>
        <p:spPr>
          <a:xfrm xmlns:a="http://schemas.openxmlformats.org/drawingml/2006/main">
            <a:off x="75199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16" name="">
            <a:extLst xmlns:a="http://schemas.openxmlformats.org/drawingml/2006/main">
              <a:ext uri="{FF2B5EF4-FFF2-40B4-BE49-F238E27FC236}">
                <a16:creationId xmlns:a16="http://schemas.microsoft.com/office/drawing/2014/main" id="{4F41EC7C-0B21-4177-9AFB-3DB32E11F0BD}"/>
              </a:ext>
            </a:extLst>
          </p:cNvPr>
          <p:cNvSpPr>
            <a:spLocks xmlns:a="http://schemas.openxmlformats.org/drawingml/2006/main" noGrp="1"/>
          </p:cNvSpPr>
          <p:nvPr/>
        </p:nvSpPr>
        <p:spPr>
          <a:xfrm xmlns:a="http://schemas.openxmlformats.org/drawingml/2006/main">
            <a:off x="71532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DEPLOY</a:t>
            </a:r>
          </a:p>
        </p:txBody>
      </p:sp>
      <p:sp>
        <p:nvSpPr>
          <p:cNvPr id="117" name="">
            <a:extLst xmlns:a="http://schemas.openxmlformats.org/drawingml/2006/main">
              <a:ext uri="{FF2B5EF4-FFF2-40B4-BE49-F238E27FC236}">
                <a16:creationId xmlns:a16="http://schemas.microsoft.com/office/drawing/2014/main" id="{1062317C-A6DD-40A0-A35E-A29C9D3CF4E3}"/>
              </a:ext>
            </a:extLst>
          </p:cNvPr>
          <p:cNvSpPr>
            <a:spLocks xmlns:a="http://schemas.openxmlformats.org/drawingml/2006/main" noGrp="1"/>
          </p:cNvSpPr>
          <p:nvPr/>
        </p:nvSpPr>
        <p:spPr>
          <a:xfrm xmlns:a="http://schemas.openxmlformats.org/drawingml/2006/main">
            <a:off x="84915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18" name="">
            <a:extLst xmlns:a="http://schemas.openxmlformats.org/drawingml/2006/main">
              <a:ext uri="{FF2B5EF4-FFF2-40B4-BE49-F238E27FC236}">
                <a16:creationId xmlns:a16="http://schemas.microsoft.com/office/drawing/2014/main" id="{591991B4-D076-4AD4-B1B1-6E87E7F560A7}"/>
              </a:ext>
            </a:extLst>
          </p:cNvPr>
          <p:cNvSpPr>
            <a:spLocks xmlns:a="http://schemas.openxmlformats.org/drawingml/2006/main" noGrp="1"/>
          </p:cNvSpPr>
          <p:nvPr/>
        </p:nvSpPr>
        <p:spPr>
          <a:xfrm xmlns:a="http://schemas.openxmlformats.org/drawingml/2006/main">
            <a:off x="81248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MAINTAIN</a:t>
            </a:r>
          </a:p>
        </p:txBody>
      </p:sp>
    </p:spTree>
    <p:extLst>
      <p:ext uri="{BB962C8B-B14F-4D97-AF65-F5344CB8AC3E}">
        <p14:creationId xmlns:p14="http://schemas.microsoft.com/office/powerpoint/2010/main" val="917591689"/>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398F9F97-AA94-4AED-A416-9088C33BD6F5}"/>
              </a:ext>
            </a:extLst>
          </p:cNvPr>
          <p:cNvPicPr>
            <a:picLocks xmlns:a="http://schemas.openxmlformats.org/drawingml/2006/main" noChangeAspect="1"/>
          </p:cNvPicPr>
          <p:nvPr/>
        </p:nvPicPr>
        <p:blipFill>
          <a:blip xmlns:r="http://schemas.openxmlformats.org/officeDocument/2006/relationships" xmlns:a="http://schemas.openxmlformats.org/drawingml/2006/main" r:embed="Re91f9cc90e194568"/>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72249FC2-7B49-4BB4-9C68-16B0DCF70D31}"/>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41 / 63</a:t>
            </a:r>
            <a:endParaRPr sz="900"/>
          </a:p>
        </p:txBody>
      </p:sp>
      <p:sp>
        <p:nvSpPr>
          <p:cNvPr id="37" name="">
            <a:extLst xmlns:a="http://schemas.openxmlformats.org/drawingml/2006/main">
              <a:ext uri="{FF2B5EF4-FFF2-40B4-BE49-F238E27FC236}">
                <a16:creationId xmlns:a16="http://schemas.microsoft.com/office/drawing/2014/main" id="{C1D3C7F0-66A1-401D-8003-69E40376A12B}"/>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EF8B39"/>
                </a:solidFill>
                <a:latin typeface="Montserrat"/>
                <a:ea typeface="Montserrat"/>
                <a:cs typeface="Montserrat"/>
              </a:defRPr>
            </a:defPPr>
            <a:lvl1pPr algn="l">
              <a:defRPr sz="1050" b="1">
                <a:solidFill>
                  <a:srgbClr val="EF8B39"/>
                </a:solidFill>
                <a:latin typeface="Montserrat"/>
                <a:ea typeface="Montserrat"/>
                <a:cs typeface="Montserrat"/>
              </a:defRPr>
            </a:lvl1pPr>
            <a:lvl2pPr algn="l">
              <a:defRPr sz="1050" b="1">
                <a:solidFill>
                  <a:srgbClr val="EF8B39"/>
                </a:solidFill>
                <a:latin typeface="Montserrat"/>
                <a:ea typeface="Montserrat"/>
                <a:cs typeface="Montserrat"/>
              </a:defRPr>
            </a:lvl2pPr>
            <a:lvl3pPr algn="l">
              <a:defRPr sz="1050" b="1">
                <a:solidFill>
                  <a:srgbClr val="EF8B39"/>
                </a:solidFill>
                <a:latin typeface="Montserrat"/>
                <a:ea typeface="Montserrat"/>
                <a:cs typeface="Montserrat"/>
              </a:defRPr>
            </a:lvl3pPr>
            <a:lvl4pPr algn="l">
              <a:defRPr sz="1050" b="1">
                <a:solidFill>
                  <a:srgbClr val="EF8B39"/>
                </a:solidFill>
                <a:latin typeface="Montserrat"/>
                <a:ea typeface="Montserrat"/>
                <a:cs typeface="Montserrat"/>
              </a:defRPr>
            </a:lvl4pPr>
            <a:lvl5pPr algn="l">
              <a:defRPr sz="1050" b="1">
                <a:solidFill>
                  <a:srgbClr val="EF8B39"/>
                </a:solidFill>
                <a:latin typeface="Montserrat"/>
                <a:ea typeface="Montserrat"/>
                <a:cs typeface="Montserrat"/>
              </a:defRPr>
            </a:lvl5pPr>
            <a:lvl6pPr algn="l">
              <a:defRPr sz="1050" b="1">
                <a:solidFill>
                  <a:srgbClr val="EF8B39"/>
                </a:solidFill>
                <a:latin typeface="Montserrat"/>
                <a:ea typeface="Montserrat"/>
                <a:cs typeface="Montserrat"/>
              </a:defRPr>
            </a:lvl6pPr>
            <a:lvl7pPr algn="l">
              <a:defRPr sz="1050" b="1">
                <a:solidFill>
                  <a:srgbClr val="EF8B39"/>
                </a:solidFill>
                <a:latin typeface="Montserrat"/>
                <a:ea typeface="Montserrat"/>
                <a:cs typeface="Montserrat"/>
              </a:defRPr>
            </a:lvl7pPr>
            <a:lvl8pPr algn="l">
              <a:defRPr sz="1050" b="1">
                <a:solidFill>
                  <a:srgbClr val="EF8B39"/>
                </a:solidFill>
                <a:latin typeface="Montserrat"/>
                <a:ea typeface="Montserrat"/>
                <a:cs typeface="Montserrat"/>
              </a:defRPr>
            </a:lvl8pPr>
            <a:lvl9pPr algn="l">
              <a:defRPr sz="1050" b="1">
                <a:solidFill>
                  <a:srgbClr val="EF8B39"/>
                </a:solidFill>
                <a:latin typeface="Montserrat"/>
                <a:ea typeface="Montserrat"/>
                <a:cs typeface="Montserrat"/>
              </a:defRPr>
            </a:lvl9pPr>
          </a:lstStyle>
          <a:p xmlns:a="http://schemas.openxmlformats.org/drawingml/2006/main">
            <a:pPr algn="l">
              <a:defRPr sz="1050" b="1">
                <a:solidFill>
                  <a:srgbClr val="EF8B39"/>
                </a:solidFill>
                <a:latin typeface="Montserrat"/>
                <a:ea typeface="Montserrat"/>
                <a:cs typeface="Montserrat"/>
              </a:defRPr>
            </a:pPr>
            <a:r>
              <a:rPr sz="1050" b="1">
                <a:solidFill>
                  <a:srgbClr val="EF8B39"/>
                </a:solidFill>
                <a:latin typeface="Montserrat"/>
                <a:ea typeface="Montserrat"/>
                <a:cs typeface="Montserrat"/>
              </a:rPr>
              <a:t>// EXERCISE 2 · DESIGN</a:t>
            </a:r>
          </a:p>
        </p:txBody>
      </p:sp>
      <p:sp>
        <p:nvSpPr>
          <p:cNvPr id="38" name="">
            <a:extLst xmlns:a="http://schemas.openxmlformats.org/drawingml/2006/main">
              <a:ext uri="{FF2B5EF4-FFF2-40B4-BE49-F238E27FC236}">
                <a16:creationId xmlns:a16="http://schemas.microsoft.com/office/drawing/2014/main" id="{B33021A6-FBB4-4246-8DD1-46E9EA614DE3}"/>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B93800"/>
                </a:solidFill>
                <a:latin typeface="Montserrat"/>
                <a:ea typeface="Montserrat"/>
                <a:cs typeface="Montserrat"/>
              </a:defRPr>
            </a:defPPr>
            <a:lvl1pPr algn="r">
              <a:defRPr sz="900" b="0">
                <a:solidFill>
                  <a:srgbClr val="B93800"/>
                </a:solidFill>
                <a:latin typeface="Montserrat"/>
                <a:ea typeface="Montserrat"/>
                <a:cs typeface="Montserrat"/>
              </a:defRPr>
            </a:lvl1pPr>
            <a:lvl2pPr algn="r">
              <a:defRPr sz="900" b="0">
                <a:solidFill>
                  <a:srgbClr val="B93800"/>
                </a:solidFill>
                <a:latin typeface="Montserrat"/>
                <a:ea typeface="Montserrat"/>
                <a:cs typeface="Montserrat"/>
              </a:defRPr>
            </a:lvl2pPr>
            <a:lvl3pPr algn="r">
              <a:defRPr sz="900" b="0">
                <a:solidFill>
                  <a:srgbClr val="B93800"/>
                </a:solidFill>
                <a:latin typeface="Montserrat"/>
                <a:ea typeface="Montserrat"/>
                <a:cs typeface="Montserrat"/>
              </a:defRPr>
            </a:lvl3pPr>
            <a:lvl4pPr algn="r">
              <a:defRPr sz="900" b="0">
                <a:solidFill>
                  <a:srgbClr val="B93800"/>
                </a:solidFill>
                <a:latin typeface="Montserrat"/>
                <a:ea typeface="Montserrat"/>
                <a:cs typeface="Montserrat"/>
              </a:defRPr>
            </a:lvl4pPr>
            <a:lvl5pPr algn="r">
              <a:defRPr sz="900" b="0">
                <a:solidFill>
                  <a:srgbClr val="B93800"/>
                </a:solidFill>
                <a:latin typeface="Montserrat"/>
                <a:ea typeface="Montserrat"/>
                <a:cs typeface="Montserrat"/>
              </a:defRPr>
            </a:lvl5pPr>
            <a:lvl6pPr algn="r">
              <a:defRPr sz="900" b="0">
                <a:solidFill>
                  <a:srgbClr val="B93800"/>
                </a:solidFill>
                <a:latin typeface="Montserrat"/>
                <a:ea typeface="Montserrat"/>
                <a:cs typeface="Montserrat"/>
              </a:defRPr>
            </a:lvl6pPr>
            <a:lvl7pPr algn="r">
              <a:defRPr sz="900" b="0">
                <a:solidFill>
                  <a:srgbClr val="B93800"/>
                </a:solidFill>
                <a:latin typeface="Montserrat"/>
                <a:ea typeface="Montserrat"/>
                <a:cs typeface="Montserrat"/>
              </a:defRPr>
            </a:lvl7pPr>
            <a:lvl8pPr algn="r">
              <a:defRPr sz="900" b="0">
                <a:solidFill>
                  <a:srgbClr val="B93800"/>
                </a:solidFill>
                <a:latin typeface="Montserrat"/>
                <a:ea typeface="Montserrat"/>
                <a:cs typeface="Montserrat"/>
              </a:defRPr>
            </a:lvl8pPr>
            <a:lvl9pPr algn="r">
              <a:defRPr sz="900" b="0">
                <a:solidFill>
                  <a:srgbClr val="B93800"/>
                </a:solidFill>
                <a:latin typeface="Montserrat"/>
                <a:ea typeface="Montserrat"/>
                <a:cs typeface="Montserrat"/>
              </a:defRPr>
            </a:lvl9pPr>
          </a:lstStyle>
          <a:p xmlns:a="http://schemas.openxmlformats.org/drawingml/2006/main">
            <a:pPr algn="r">
              <a:defRPr sz="900" b="0">
                <a:solidFill>
                  <a:srgbClr val="B93800"/>
                </a:solidFill>
                <a:latin typeface="Montserrat"/>
                <a:ea typeface="Montserrat"/>
                <a:cs typeface="Montserrat"/>
              </a:defRPr>
            </a:pPr>
            <a:r>
              <a:rPr sz="900" b="0">
                <a:solidFill>
                  <a:srgbClr val="B93800"/>
                </a:solidFill>
                <a:latin typeface="Montserrat"/>
                <a:ea typeface="Montserrat"/>
                <a:cs typeface="Montserrat"/>
              </a:rPr>
              <a:t>3:00–4:30</a:t>
            </a:r>
          </a:p>
        </p:txBody>
      </p:sp>
      <p:sp>
        <p:nvSpPr>
          <p:cNvPr id="39" name="">
            <a:extLst xmlns:a="http://schemas.openxmlformats.org/drawingml/2006/main">
              <a:ext uri="{FF2B5EF4-FFF2-40B4-BE49-F238E27FC236}">
                <a16:creationId xmlns:a16="http://schemas.microsoft.com/office/drawing/2014/main" id="{878D132F-360A-4275-AD3A-1DF238E522BB}"/>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Map the game states</a:t>
            </a:r>
          </a:p>
        </p:txBody>
      </p:sp>
      <p:sp>
        <p:nvSpPr>
          <p:cNvPr id="40" name="">
            <a:extLst xmlns:a="http://schemas.openxmlformats.org/drawingml/2006/main">
              <a:ext uri="{FF2B5EF4-FFF2-40B4-BE49-F238E27FC236}">
                <a16:creationId xmlns:a16="http://schemas.microsoft.com/office/drawing/2014/main" id="{40BF6BC6-F29B-41F0-AA16-B8E4BBE1111E}"/>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WHAT THE PLAYER SEES · WHAT THEY CAN DO NEXT</a:t>
            </a:r>
          </a:p>
        </p:txBody>
      </p:sp>
      <p:sp>
        <p:nvSpPr>
          <p:cNvPr id="41" name="">
            <a:extLst xmlns:a="http://schemas.openxmlformats.org/drawingml/2006/main">
              <a:ext uri="{FF2B5EF4-FFF2-40B4-BE49-F238E27FC236}">
                <a16:creationId xmlns:a16="http://schemas.microsoft.com/office/drawing/2014/main" id="{77A77AC0-2155-4A8B-B67D-47D817C4C5C7}"/>
              </a:ext>
            </a:extLst>
          </p:cNvPr>
          <p:cNvSpPr>
            <a:spLocks xmlns:a="http://schemas.openxmlformats.org/drawingml/2006/main" noGrp="1"/>
          </p:cNvSpPr>
          <p:nvPr/>
        </p:nvSpPr>
        <p:spPr>
          <a:xfrm xmlns:a="http://schemas.openxmlformats.org/drawingml/2006/main">
            <a:off x="2857500" y="2724150"/>
            <a:ext cx="133350" cy="0"/>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42" name="">
            <a:extLst xmlns:a="http://schemas.openxmlformats.org/drawingml/2006/main">
              <a:ext uri="{FF2B5EF4-FFF2-40B4-BE49-F238E27FC236}">
                <a16:creationId xmlns:a16="http://schemas.microsoft.com/office/drawing/2014/main" id="{D48281A6-0945-4F7D-8DDD-4B08245927B3}"/>
              </a:ext>
            </a:extLst>
          </p:cNvPr>
          <p:cNvSpPr>
            <a:spLocks xmlns:a="http://schemas.openxmlformats.org/drawingml/2006/main" noGrp="1"/>
          </p:cNvSpPr>
          <p:nvPr/>
        </p:nvSpPr>
        <p:spPr>
          <a:xfrm xmlns:a="http://schemas.openxmlformats.org/drawingml/2006/main">
            <a:off x="876300" y="2428875"/>
            <a:ext cx="1981200" cy="590550"/>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9525">
            <a:solidFill>
              <a:srgbClr val="D8E2EF"/>
            </a:solidFill>
            <a:prstDash val="solid"/>
          </a:ln>
        </p:spPr>
      </p:sp>
      <p:sp>
        <p:nvSpPr>
          <p:cNvPr id="43" name="">
            <a:extLst xmlns:a="http://schemas.openxmlformats.org/drawingml/2006/main">
              <a:ext uri="{FF2B5EF4-FFF2-40B4-BE49-F238E27FC236}">
                <a16:creationId xmlns:a16="http://schemas.microsoft.com/office/drawing/2014/main" id="{FD3FD620-5963-425B-9A4C-D2568FF7C37D}"/>
              </a:ext>
            </a:extLst>
          </p:cNvPr>
          <p:cNvSpPr>
            <a:spLocks xmlns:a="http://schemas.openxmlformats.org/drawingml/2006/main" noGrp="1"/>
          </p:cNvSpPr>
          <p:nvPr/>
        </p:nvSpPr>
        <p:spPr>
          <a:xfrm xmlns:a="http://schemas.openxmlformats.org/drawingml/2006/main">
            <a:off x="933450" y="2609850"/>
            <a:ext cx="1866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275" b="1">
                <a:solidFill>
                  <a:srgbClr val="0F172A"/>
                </a:solidFill>
                <a:latin typeface="Montserrat"/>
                <a:ea typeface="Montserrat"/>
                <a:cs typeface="Montserrat"/>
              </a:defRPr>
            </a:defPPr>
            <a:lvl1pPr algn="ctr">
              <a:defRPr sz="1275" b="1">
                <a:solidFill>
                  <a:srgbClr val="0F172A"/>
                </a:solidFill>
                <a:latin typeface="Montserrat"/>
                <a:ea typeface="Montserrat"/>
                <a:cs typeface="Montserrat"/>
              </a:defRPr>
            </a:lvl1pPr>
            <a:lvl2pPr algn="ctr">
              <a:defRPr sz="1275" b="1">
                <a:solidFill>
                  <a:srgbClr val="0F172A"/>
                </a:solidFill>
                <a:latin typeface="Montserrat"/>
                <a:ea typeface="Montserrat"/>
                <a:cs typeface="Montserrat"/>
              </a:defRPr>
            </a:lvl2pPr>
            <a:lvl3pPr algn="ctr">
              <a:defRPr sz="1275" b="1">
                <a:solidFill>
                  <a:srgbClr val="0F172A"/>
                </a:solidFill>
                <a:latin typeface="Montserrat"/>
                <a:ea typeface="Montserrat"/>
                <a:cs typeface="Montserrat"/>
              </a:defRPr>
            </a:lvl3pPr>
            <a:lvl4pPr algn="ctr">
              <a:defRPr sz="1275" b="1">
                <a:solidFill>
                  <a:srgbClr val="0F172A"/>
                </a:solidFill>
                <a:latin typeface="Montserrat"/>
                <a:ea typeface="Montserrat"/>
                <a:cs typeface="Montserrat"/>
              </a:defRPr>
            </a:lvl4pPr>
            <a:lvl5pPr algn="ctr">
              <a:defRPr sz="1275" b="1">
                <a:solidFill>
                  <a:srgbClr val="0F172A"/>
                </a:solidFill>
                <a:latin typeface="Montserrat"/>
                <a:ea typeface="Montserrat"/>
                <a:cs typeface="Montserrat"/>
              </a:defRPr>
            </a:lvl5pPr>
            <a:lvl6pPr algn="ctr">
              <a:defRPr sz="1275" b="1">
                <a:solidFill>
                  <a:srgbClr val="0F172A"/>
                </a:solidFill>
                <a:latin typeface="Montserrat"/>
                <a:ea typeface="Montserrat"/>
                <a:cs typeface="Montserrat"/>
              </a:defRPr>
            </a:lvl6pPr>
            <a:lvl7pPr algn="ctr">
              <a:defRPr sz="1275" b="1">
                <a:solidFill>
                  <a:srgbClr val="0F172A"/>
                </a:solidFill>
                <a:latin typeface="Montserrat"/>
                <a:ea typeface="Montserrat"/>
                <a:cs typeface="Montserrat"/>
              </a:defRPr>
            </a:lvl7pPr>
            <a:lvl8pPr algn="ctr">
              <a:defRPr sz="1275" b="1">
                <a:solidFill>
                  <a:srgbClr val="0F172A"/>
                </a:solidFill>
                <a:latin typeface="Montserrat"/>
                <a:ea typeface="Montserrat"/>
                <a:cs typeface="Montserrat"/>
              </a:defRPr>
            </a:lvl8pPr>
            <a:lvl9pPr algn="ctr">
              <a:defRPr sz="1275" b="1">
                <a:solidFill>
                  <a:srgbClr val="0F172A"/>
                </a:solidFill>
                <a:latin typeface="Montserrat"/>
                <a:ea typeface="Montserrat"/>
                <a:cs typeface="Montserrat"/>
              </a:defRPr>
            </a:lvl9pPr>
          </a:lstStyle>
          <a:p xmlns:a="http://schemas.openxmlformats.org/drawingml/2006/main">
            <a:pPr algn="ctr">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Instructions</a:t>
            </a:r>
          </a:p>
        </p:txBody>
      </p:sp>
      <p:sp>
        <p:nvSpPr>
          <p:cNvPr id="44" name="">
            <a:extLst xmlns:a="http://schemas.openxmlformats.org/drawingml/2006/main">
              <a:ext uri="{FF2B5EF4-FFF2-40B4-BE49-F238E27FC236}">
                <a16:creationId xmlns:a16="http://schemas.microsoft.com/office/drawing/2014/main" id="{F3995733-8D4D-4657-89BC-44E358B8990F}"/>
              </a:ext>
            </a:extLst>
          </p:cNvPr>
          <p:cNvSpPr>
            <a:spLocks xmlns:a="http://schemas.openxmlformats.org/drawingml/2006/main" noGrp="1"/>
          </p:cNvSpPr>
          <p:nvPr/>
        </p:nvSpPr>
        <p:spPr>
          <a:xfrm xmlns:a="http://schemas.openxmlformats.org/drawingml/2006/main">
            <a:off x="895350" y="3248025"/>
            <a:ext cx="19431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050" b="0">
                <a:solidFill>
                  <a:srgbClr val="475569"/>
                </a:solidFill>
                <a:latin typeface="Montserrat"/>
                <a:ea typeface="Montserrat"/>
                <a:cs typeface="Montserrat"/>
              </a:defRPr>
            </a:defPPr>
            <a:lvl1pPr algn="ctr">
              <a:defRPr sz="1050" b="0">
                <a:solidFill>
                  <a:srgbClr val="475569"/>
                </a:solidFill>
                <a:latin typeface="Montserrat"/>
                <a:ea typeface="Montserrat"/>
                <a:cs typeface="Montserrat"/>
              </a:defRPr>
            </a:lvl1pPr>
            <a:lvl2pPr algn="ctr">
              <a:defRPr sz="1050" b="0">
                <a:solidFill>
                  <a:srgbClr val="475569"/>
                </a:solidFill>
                <a:latin typeface="Montserrat"/>
                <a:ea typeface="Montserrat"/>
                <a:cs typeface="Montserrat"/>
              </a:defRPr>
            </a:lvl2pPr>
            <a:lvl3pPr algn="ctr">
              <a:defRPr sz="1050" b="0">
                <a:solidFill>
                  <a:srgbClr val="475569"/>
                </a:solidFill>
                <a:latin typeface="Montserrat"/>
                <a:ea typeface="Montserrat"/>
                <a:cs typeface="Montserrat"/>
              </a:defRPr>
            </a:lvl3pPr>
            <a:lvl4pPr algn="ctr">
              <a:defRPr sz="1050" b="0">
                <a:solidFill>
                  <a:srgbClr val="475569"/>
                </a:solidFill>
                <a:latin typeface="Montserrat"/>
                <a:ea typeface="Montserrat"/>
                <a:cs typeface="Montserrat"/>
              </a:defRPr>
            </a:lvl4pPr>
            <a:lvl5pPr algn="ctr">
              <a:defRPr sz="1050" b="0">
                <a:solidFill>
                  <a:srgbClr val="475569"/>
                </a:solidFill>
                <a:latin typeface="Montserrat"/>
                <a:ea typeface="Montserrat"/>
                <a:cs typeface="Montserrat"/>
              </a:defRPr>
            </a:lvl5pPr>
            <a:lvl6pPr algn="ctr">
              <a:defRPr sz="1050" b="0">
                <a:solidFill>
                  <a:srgbClr val="475569"/>
                </a:solidFill>
                <a:latin typeface="Montserrat"/>
                <a:ea typeface="Montserrat"/>
                <a:cs typeface="Montserrat"/>
              </a:defRPr>
            </a:lvl6pPr>
            <a:lvl7pPr algn="ctr">
              <a:defRPr sz="1050" b="0">
                <a:solidFill>
                  <a:srgbClr val="475569"/>
                </a:solidFill>
                <a:latin typeface="Montserrat"/>
                <a:ea typeface="Montserrat"/>
                <a:cs typeface="Montserrat"/>
              </a:defRPr>
            </a:lvl7pPr>
            <a:lvl8pPr algn="ctr">
              <a:defRPr sz="1050" b="0">
                <a:solidFill>
                  <a:srgbClr val="475569"/>
                </a:solidFill>
                <a:latin typeface="Montserrat"/>
                <a:ea typeface="Montserrat"/>
                <a:cs typeface="Montserrat"/>
              </a:defRPr>
            </a:lvl8pPr>
            <a:lvl9pPr algn="ctr">
              <a:defRPr sz="1050" b="0">
                <a:solidFill>
                  <a:srgbClr val="475569"/>
                </a:solidFill>
                <a:latin typeface="Montserrat"/>
                <a:ea typeface="Montserrat"/>
                <a:cs typeface="Montserrat"/>
              </a:defRPr>
            </a:lvl9pPr>
          </a:lstStyle>
          <a:p xmlns:a="http://schemas.openxmlformats.org/drawingml/2006/main">
            <a:pPr algn="ctr">
              <a:defRPr sz="1050" b="0">
                <a:solidFill>
                  <a:srgbClr val="475569"/>
                </a:solidFill>
                <a:latin typeface="Montserrat"/>
                <a:ea typeface="Montserrat"/>
                <a:cs typeface="Montserrat"/>
              </a:defRPr>
            </a:pPr>
            <a:r>
              <a:rPr sz="1050" b="0">
                <a:solidFill>
                  <a:srgbClr val="475569"/>
                </a:solidFill>
                <a:latin typeface="Montserrat"/>
                <a:ea typeface="Montserrat"/>
                <a:cs typeface="Montserrat"/>
              </a:rPr>
              <a:t>Goal and Start. Nothing moves yet.</a:t>
            </a:r>
          </a:p>
        </p:txBody>
      </p:sp>
      <p:sp>
        <p:nvSpPr>
          <p:cNvPr id="45" name="">
            <a:extLst xmlns:a="http://schemas.openxmlformats.org/drawingml/2006/main">
              <a:ext uri="{FF2B5EF4-FFF2-40B4-BE49-F238E27FC236}">
                <a16:creationId xmlns:a16="http://schemas.microsoft.com/office/drawing/2014/main" id="{37E0EA3F-B629-49B0-952E-A4D64AE4E168}"/>
              </a:ext>
            </a:extLst>
          </p:cNvPr>
          <p:cNvSpPr>
            <a:spLocks xmlns:a="http://schemas.openxmlformats.org/drawingml/2006/main" noGrp="1"/>
          </p:cNvSpPr>
          <p:nvPr/>
        </p:nvSpPr>
        <p:spPr>
          <a:xfrm xmlns:a="http://schemas.openxmlformats.org/drawingml/2006/main">
            <a:off x="4972050" y="2724150"/>
            <a:ext cx="133350" cy="0"/>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46" name="">
            <a:extLst xmlns:a="http://schemas.openxmlformats.org/drawingml/2006/main">
              <a:ext uri="{FF2B5EF4-FFF2-40B4-BE49-F238E27FC236}">
                <a16:creationId xmlns:a16="http://schemas.microsoft.com/office/drawing/2014/main" id="{31B5D59B-56E7-4B50-AD02-C7C05DB0AEC0}"/>
              </a:ext>
            </a:extLst>
          </p:cNvPr>
          <p:cNvSpPr>
            <a:spLocks xmlns:a="http://schemas.openxmlformats.org/drawingml/2006/main" noGrp="1"/>
          </p:cNvSpPr>
          <p:nvPr/>
        </p:nvSpPr>
        <p:spPr>
          <a:xfrm xmlns:a="http://schemas.openxmlformats.org/drawingml/2006/main">
            <a:off x="2990850" y="2428875"/>
            <a:ext cx="1981200" cy="590550"/>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9525">
            <a:solidFill>
              <a:srgbClr val="D8E2EF"/>
            </a:solidFill>
            <a:prstDash val="solid"/>
          </a:ln>
        </p:spPr>
      </p:sp>
      <p:sp>
        <p:nvSpPr>
          <p:cNvPr id="47" name="">
            <a:extLst xmlns:a="http://schemas.openxmlformats.org/drawingml/2006/main">
              <a:ext uri="{FF2B5EF4-FFF2-40B4-BE49-F238E27FC236}">
                <a16:creationId xmlns:a16="http://schemas.microsoft.com/office/drawing/2014/main" id="{A86856A2-58F2-4C87-8A85-667EF5A0D746}"/>
              </a:ext>
            </a:extLst>
          </p:cNvPr>
          <p:cNvSpPr>
            <a:spLocks xmlns:a="http://schemas.openxmlformats.org/drawingml/2006/main" noGrp="1"/>
          </p:cNvSpPr>
          <p:nvPr/>
        </p:nvSpPr>
        <p:spPr>
          <a:xfrm xmlns:a="http://schemas.openxmlformats.org/drawingml/2006/main">
            <a:off x="3048000" y="2609850"/>
            <a:ext cx="1866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275" b="1">
                <a:solidFill>
                  <a:srgbClr val="0F172A"/>
                </a:solidFill>
                <a:latin typeface="Montserrat"/>
                <a:ea typeface="Montserrat"/>
                <a:cs typeface="Montserrat"/>
              </a:defRPr>
            </a:defPPr>
            <a:lvl1pPr algn="ctr">
              <a:defRPr sz="1275" b="1">
                <a:solidFill>
                  <a:srgbClr val="0F172A"/>
                </a:solidFill>
                <a:latin typeface="Montserrat"/>
                <a:ea typeface="Montserrat"/>
                <a:cs typeface="Montserrat"/>
              </a:defRPr>
            </a:lvl1pPr>
            <a:lvl2pPr algn="ctr">
              <a:defRPr sz="1275" b="1">
                <a:solidFill>
                  <a:srgbClr val="0F172A"/>
                </a:solidFill>
                <a:latin typeface="Montserrat"/>
                <a:ea typeface="Montserrat"/>
                <a:cs typeface="Montserrat"/>
              </a:defRPr>
            </a:lvl2pPr>
            <a:lvl3pPr algn="ctr">
              <a:defRPr sz="1275" b="1">
                <a:solidFill>
                  <a:srgbClr val="0F172A"/>
                </a:solidFill>
                <a:latin typeface="Montserrat"/>
                <a:ea typeface="Montserrat"/>
                <a:cs typeface="Montserrat"/>
              </a:defRPr>
            </a:lvl3pPr>
            <a:lvl4pPr algn="ctr">
              <a:defRPr sz="1275" b="1">
                <a:solidFill>
                  <a:srgbClr val="0F172A"/>
                </a:solidFill>
                <a:latin typeface="Montserrat"/>
                <a:ea typeface="Montserrat"/>
                <a:cs typeface="Montserrat"/>
              </a:defRPr>
            </a:lvl4pPr>
            <a:lvl5pPr algn="ctr">
              <a:defRPr sz="1275" b="1">
                <a:solidFill>
                  <a:srgbClr val="0F172A"/>
                </a:solidFill>
                <a:latin typeface="Montserrat"/>
                <a:ea typeface="Montserrat"/>
                <a:cs typeface="Montserrat"/>
              </a:defRPr>
            </a:lvl5pPr>
            <a:lvl6pPr algn="ctr">
              <a:defRPr sz="1275" b="1">
                <a:solidFill>
                  <a:srgbClr val="0F172A"/>
                </a:solidFill>
                <a:latin typeface="Montserrat"/>
                <a:ea typeface="Montserrat"/>
                <a:cs typeface="Montserrat"/>
              </a:defRPr>
            </a:lvl6pPr>
            <a:lvl7pPr algn="ctr">
              <a:defRPr sz="1275" b="1">
                <a:solidFill>
                  <a:srgbClr val="0F172A"/>
                </a:solidFill>
                <a:latin typeface="Montserrat"/>
                <a:ea typeface="Montserrat"/>
                <a:cs typeface="Montserrat"/>
              </a:defRPr>
            </a:lvl7pPr>
            <a:lvl8pPr algn="ctr">
              <a:defRPr sz="1275" b="1">
                <a:solidFill>
                  <a:srgbClr val="0F172A"/>
                </a:solidFill>
                <a:latin typeface="Montserrat"/>
                <a:ea typeface="Montserrat"/>
                <a:cs typeface="Montserrat"/>
              </a:defRPr>
            </a:lvl8pPr>
            <a:lvl9pPr algn="ctr">
              <a:defRPr sz="1275" b="1">
                <a:solidFill>
                  <a:srgbClr val="0F172A"/>
                </a:solidFill>
                <a:latin typeface="Montserrat"/>
                <a:ea typeface="Montserrat"/>
                <a:cs typeface="Montserrat"/>
              </a:defRPr>
            </a:lvl9pPr>
          </a:lstStyle>
          <a:p xmlns:a="http://schemas.openxmlformats.org/drawingml/2006/main">
            <a:pPr algn="ctr">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Board</a:t>
            </a:r>
          </a:p>
        </p:txBody>
      </p:sp>
      <p:sp>
        <p:nvSpPr>
          <p:cNvPr id="48" name="">
            <a:extLst xmlns:a="http://schemas.openxmlformats.org/drawingml/2006/main">
              <a:ext uri="{FF2B5EF4-FFF2-40B4-BE49-F238E27FC236}">
                <a16:creationId xmlns:a16="http://schemas.microsoft.com/office/drawing/2014/main" id="{B224E077-124D-49A5-8E88-F4786E9D7DFD}"/>
              </a:ext>
            </a:extLst>
          </p:cNvPr>
          <p:cNvSpPr>
            <a:spLocks xmlns:a="http://schemas.openxmlformats.org/drawingml/2006/main" noGrp="1"/>
          </p:cNvSpPr>
          <p:nvPr/>
        </p:nvSpPr>
        <p:spPr>
          <a:xfrm xmlns:a="http://schemas.openxmlformats.org/drawingml/2006/main">
            <a:off x="3009900" y="3248025"/>
            <a:ext cx="19431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050" b="0">
                <a:solidFill>
                  <a:srgbClr val="475569"/>
                </a:solidFill>
                <a:latin typeface="Montserrat"/>
                <a:ea typeface="Montserrat"/>
                <a:cs typeface="Montserrat"/>
              </a:defRPr>
            </a:defPPr>
            <a:lvl1pPr algn="ctr">
              <a:defRPr sz="1050" b="0">
                <a:solidFill>
                  <a:srgbClr val="475569"/>
                </a:solidFill>
                <a:latin typeface="Montserrat"/>
                <a:ea typeface="Montserrat"/>
                <a:cs typeface="Montserrat"/>
              </a:defRPr>
            </a:lvl1pPr>
            <a:lvl2pPr algn="ctr">
              <a:defRPr sz="1050" b="0">
                <a:solidFill>
                  <a:srgbClr val="475569"/>
                </a:solidFill>
                <a:latin typeface="Montserrat"/>
                <a:ea typeface="Montserrat"/>
                <a:cs typeface="Montserrat"/>
              </a:defRPr>
            </a:lvl2pPr>
            <a:lvl3pPr algn="ctr">
              <a:defRPr sz="1050" b="0">
                <a:solidFill>
                  <a:srgbClr val="475569"/>
                </a:solidFill>
                <a:latin typeface="Montserrat"/>
                <a:ea typeface="Montserrat"/>
                <a:cs typeface="Montserrat"/>
              </a:defRPr>
            </a:lvl3pPr>
            <a:lvl4pPr algn="ctr">
              <a:defRPr sz="1050" b="0">
                <a:solidFill>
                  <a:srgbClr val="475569"/>
                </a:solidFill>
                <a:latin typeface="Montserrat"/>
                <a:ea typeface="Montserrat"/>
                <a:cs typeface="Montserrat"/>
              </a:defRPr>
            </a:lvl4pPr>
            <a:lvl5pPr algn="ctr">
              <a:defRPr sz="1050" b="0">
                <a:solidFill>
                  <a:srgbClr val="475569"/>
                </a:solidFill>
                <a:latin typeface="Montserrat"/>
                <a:ea typeface="Montserrat"/>
                <a:cs typeface="Montserrat"/>
              </a:defRPr>
            </a:lvl5pPr>
            <a:lvl6pPr algn="ctr">
              <a:defRPr sz="1050" b="0">
                <a:solidFill>
                  <a:srgbClr val="475569"/>
                </a:solidFill>
                <a:latin typeface="Montserrat"/>
                <a:ea typeface="Montserrat"/>
                <a:cs typeface="Montserrat"/>
              </a:defRPr>
            </a:lvl6pPr>
            <a:lvl7pPr algn="ctr">
              <a:defRPr sz="1050" b="0">
                <a:solidFill>
                  <a:srgbClr val="475569"/>
                </a:solidFill>
                <a:latin typeface="Montserrat"/>
                <a:ea typeface="Montserrat"/>
                <a:cs typeface="Montserrat"/>
              </a:defRPr>
            </a:lvl7pPr>
            <a:lvl8pPr algn="ctr">
              <a:defRPr sz="1050" b="0">
                <a:solidFill>
                  <a:srgbClr val="475569"/>
                </a:solidFill>
                <a:latin typeface="Montserrat"/>
                <a:ea typeface="Montserrat"/>
                <a:cs typeface="Montserrat"/>
              </a:defRPr>
            </a:lvl8pPr>
            <a:lvl9pPr algn="ctr">
              <a:defRPr sz="1050" b="0">
                <a:solidFill>
                  <a:srgbClr val="475569"/>
                </a:solidFill>
                <a:latin typeface="Montserrat"/>
                <a:ea typeface="Montserrat"/>
                <a:cs typeface="Montserrat"/>
              </a:defRPr>
            </a:lvl9pPr>
          </a:lstStyle>
          <a:p xmlns:a="http://schemas.openxmlformats.org/drawingml/2006/main">
            <a:pPr algn="ctr">
              <a:defRPr sz="1050" b="0">
                <a:solidFill>
                  <a:srgbClr val="475569"/>
                </a:solidFill>
                <a:latin typeface="Montserrat"/>
                <a:ea typeface="Montserrat"/>
                <a:cs typeface="Montserrat"/>
              </a:defRPr>
            </a:pPr>
            <a:r>
              <a:rPr sz="1050" b="0">
                <a:solidFill>
                  <a:srgbClr val="475569"/>
                </a:solidFill>
                <a:latin typeface="Montserrat"/>
                <a:ea typeface="Montserrat"/>
                <a:cs typeface="Montserrat"/>
              </a:rPr>
              <a:t>Choose one empty square.</a:t>
            </a:r>
          </a:p>
        </p:txBody>
      </p:sp>
      <p:sp>
        <p:nvSpPr>
          <p:cNvPr id="49" name="">
            <a:extLst xmlns:a="http://schemas.openxmlformats.org/drawingml/2006/main">
              <a:ext uri="{FF2B5EF4-FFF2-40B4-BE49-F238E27FC236}">
                <a16:creationId xmlns:a16="http://schemas.microsoft.com/office/drawing/2014/main" id="{488D1EE1-79BF-4BE5-9F3B-1D7C249C1175}"/>
              </a:ext>
            </a:extLst>
          </p:cNvPr>
          <p:cNvSpPr>
            <a:spLocks xmlns:a="http://schemas.openxmlformats.org/drawingml/2006/main" noGrp="1"/>
          </p:cNvSpPr>
          <p:nvPr/>
        </p:nvSpPr>
        <p:spPr>
          <a:xfrm xmlns:a="http://schemas.openxmlformats.org/drawingml/2006/main">
            <a:off x="7086600" y="2724150"/>
            <a:ext cx="133350" cy="0"/>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50" name="">
            <a:extLst xmlns:a="http://schemas.openxmlformats.org/drawingml/2006/main">
              <a:ext uri="{FF2B5EF4-FFF2-40B4-BE49-F238E27FC236}">
                <a16:creationId xmlns:a16="http://schemas.microsoft.com/office/drawing/2014/main" id="{4F2307F6-7EF6-4A76-92D5-1AB2D00DCE46}"/>
              </a:ext>
            </a:extLst>
          </p:cNvPr>
          <p:cNvSpPr>
            <a:spLocks xmlns:a="http://schemas.openxmlformats.org/drawingml/2006/main" noGrp="1"/>
          </p:cNvSpPr>
          <p:nvPr/>
        </p:nvSpPr>
        <p:spPr>
          <a:xfrm xmlns:a="http://schemas.openxmlformats.org/drawingml/2006/main">
            <a:off x="5105400" y="2428875"/>
            <a:ext cx="1981200" cy="590550"/>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9525">
            <a:solidFill>
              <a:srgbClr val="D8E2EF"/>
            </a:solidFill>
            <a:prstDash val="solid"/>
          </a:ln>
        </p:spPr>
      </p:sp>
      <p:sp>
        <p:nvSpPr>
          <p:cNvPr id="51" name="">
            <a:extLst xmlns:a="http://schemas.openxmlformats.org/drawingml/2006/main">
              <a:ext uri="{FF2B5EF4-FFF2-40B4-BE49-F238E27FC236}">
                <a16:creationId xmlns:a16="http://schemas.microsoft.com/office/drawing/2014/main" id="{1F6E13A4-8BF8-4983-BC40-CE1CB3DF6CDF}"/>
              </a:ext>
            </a:extLst>
          </p:cNvPr>
          <p:cNvSpPr>
            <a:spLocks xmlns:a="http://schemas.openxmlformats.org/drawingml/2006/main" noGrp="1"/>
          </p:cNvSpPr>
          <p:nvPr/>
        </p:nvSpPr>
        <p:spPr>
          <a:xfrm xmlns:a="http://schemas.openxmlformats.org/drawingml/2006/main">
            <a:off x="5162550" y="2609850"/>
            <a:ext cx="1866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275" b="1">
                <a:solidFill>
                  <a:srgbClr val="0F172A"/>
                </a:solidFill>
                <a:latin typeface="Montserrat"/>
                <a:ea typeface="Montserrat"/>
                <a:cs typeface="Montserrat"/>
              </a:defRPr>
            </a:defPPr>
            <a:lvl1pPr algn="ctr">
              <a:defRPr sz="1275" b="1">
                <a:solidFill>
                  <a:srgbClr val="0F172A"/>
                </a:solidFill>
                <a:latin typeface="Montserrat"/>
                <a:ea typeface="Montserrat"/>
                <a:cs typeface="Montserrat"/>
              </a:defRPr>
            </a:lvl1pPr>
            <a:lvl2pPr algn="ctr">
              <a:defRPr sz="1275" b="1">
                <a:solidFill>
                  <a:srgbClr val="0F172A"/>
                </a:solidFill>
                <a:latin typeface="Montserrat"/>
                <a:ea typeface="Montserrat"/>
                <a:cs typeface="Montserrat"/>
              </a:defRPr>
            </a:lvl2pPr>
            <a:lvl3pPr algn="ctr">
              <a:defRPr sz="1275" b="1">
                <a:solidFill>
                  <a:srgbClr val="0F172A"/>
                </a:solidFill>
                <a:latin typeface="Montserrat"/>
                <a:ea typeface="Montserrat"/>
                <a:cs typeface="Montserrat"/>
              </a:defRPr>
            </a:lvl3pPr>
            <a:lvl4pPr algn="ctr">
              <a:defRPr sz="1275" b="1">
                <a:solidFill>
                  <a:srgbClr val="0F172A"/>
                </a:solidFill>
                <a:latin typeface="Montserrat"/>
                <a:ea typeface="Montserrat"/>
                <a:cs typeface="Montserrat"/>
              </a:defRPr>
            </a:lvl4pPr>
            <a:lvl5pPr algn="ctr">
              <a:defRPr sz="1275" b="1">
                <a:solidFill>
                  <a:srgbClr val="0F172A"/>
                </a:solidFill>
                <a:latin typeface="Montserrat"/>
                <a:ea typeface="Montserrat"/>
                <a:cs typeface="Montserrat"/>
              </a:defRPr>
            </a:lvl5pPr>
            <a:lvl6pPr algn="ctr">
              <a:defRPr sz="1275" b="1">
                <a:solidFill>
                  <a:srgbClr val="0F172A"/>
                </a:solidFill>
                <a:latin typeface="Montserrat"/>
                <a:ea typeface="Montserrat"/>
                <a:cs typeface="Montserrat"/>
              </a:defRPr>
            </a:lvl6pPr>
            <a:lvl7pPr algn="ctr">
              <a:defRPr sz="1275" b="1">
                <a:solidFill>
                  <a:srgbClr val="0F172A"/>
                </a:solidFill>
                <a:latin typeface="Montserrat"/>
                <a:ea typeface="Montserrat"/>
                <a:cs typeface="Montserrat"/>
              </a:defRPr>
            </a:lvl7pPr>
            <a:lvl8pPr algn="ctr">
              <a:defRPr sz="1275" b="1">
                <a:solidFill>
                  <a:srgbClr val="0F172A"/>
                </a:solidFill>
                <a:latin typeface="Montserrat"/>
                <a:ea typeface="Montserrat"/>
                <a:cs typeface="Montserrat"/>
              </a:defRPr>
            </a:lvl8pPr>
            <a:lvl9pPr algn="ctr">
              <a:defRPr sz="1275" b="1">
                <a:solidFill>
                  <a:srgbClr val="0F172A"/>
                </a:solidFill>
                <a:latin typeface="Montserrat"/>
                <a:ea typeface="Montserrat"/>
                <a:cs typeface="Montserrat"/>
              </a:defRPr>
            </a:lvl9pPr>
          </a:lstStyle>
          <a:p xmlns:a="http://schemas.openxmlformats.org/drawingml/2006/main">
            <a:pPr algn="ctr">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Battle</a:t>
            </a:r>
          </a:p>
        </p:txBody>
      </p:sp>
      <p:sp>
        <p:nvSpPr>
          <p:cNvPr id="52" name="">
            <a:extLst xmlns:a="http://schemas.openxmlformats.org/drawingml/2006/main">
              <a:ext uri="{FF2B5EF4-FFF2-40B4-BE49-F238E27FC236}">
                <a16:creationId xmlns:a16="http://schemas.microsoft.com/office/drawing/2014/main" id="{A618899A-1086-4211-A8C9-F3A1A233930A}"/>
              </a:ext>
            </a:extLst>
          </p:cNvPr>
          <p:cNvSpPr>
            <a:spLocks xmlns:a="http://schemas.openxmlformats.org/drawingml/2006/main" noGrp="1"/>
          </p:cNvSpPr>
          <p:nvPr/>
        </p:nvSpPr>
        <p:spPr>
          <a:xfrm xmlns:a="http://schemas.openxmlformats.org/drawingml/2006/main">
            <a:off x="5124450" y="3248025"/>
            <a:ext cx="19431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050" b="0">
                <a:solidFill>
                  <a:srgbClr val="475569"/>
                </a:solidFill>
                <a:latin typeface="Montserrat"/>
                <a:ea typeface="Montserrat"/>
                <a:cs typeface="Montserrat"/>
              </a:defRPr>
            </a:defPPr>
            <a:lvl1pPr algn="ctr">
              <a:defRPr sz="1050" b="0">
                <a:solidFill>
                  <a:srgbClr val="475569"/>
                </a:solidFill>
                <a:latin typeface="Montserrat"/>
                <a:ea typeface="Montserrat"/>
                <a:cs typeface="Montserrat"/>
              </a:defRPr>
            </a:lvl1pPr>
            <a:lvl2pPr algn="ctr">
              <a:defRPr sz="1050" b="0">
                <a:solidFill>
                  <a:srgbClr val="475569"/>
                </a:solidFill>
                <a:latin typeface="Montserrat"/>
                <a:ea typeface="Montserrat"/>
                <a:cs typeface="Montserrat"/>
              </a:defRPr>
            </a:lvl2pPr>
            <a:lvl3pPr algn="ctr">
              <a:defRPr sz="1050" b="0">
                <a:solidFill>
                  <a:srgbClr val="475569"/>
                </a:solidFill>
                <a:latin typeface="Montserrat"/>
                <a:ea typeface="Montserrat"/>
                <a:cs typeface="Montserrat"/>
              </a:defRPr>
            </a:lvl3pPr>
            <a:lvl4pPr algn="ctr">
              <a:defRPr sz="1050" b="0">
                <a:solidFill>
                  <a:srgbClr val="475569"/>
                </a:solidFill>
                <a:latin typeface="Montserrat"/>
                <a:ea typeface="Montserrat"/>
                <a:cs typeface="Montserrat"/>
              </a:defRPr>
            </a:lvl4pPr>
            <a:lvl5pPr algn="ctr">
              <a:defRPr sz="1050" b="0">
                <a:solidFill>
                  <a:srgbClr val="475569"/>
                </a:solidFill>
                <a:latin typeface="Montserrat"/>
                <a:ea typeface="Montserrat"/>
                <a:cs typeface="Montserrat"/>
              </a:defRPr>
            </a:lvl5pPr>
            <a:lvl6pPr algn="ctr">
              <a:defRPr sz="1050" b="0">
                <a:solidFill>
                  <a:srgbClr val="475569"/>
                </a:solidFill>
                <a:latin typeface="Montserrat"/>
                <a:ea typeface="Montserrat"/>
                <a:cs typeface="Montserrat"/>
              </a:defRPr>
            </a:lvl6pPr>
            <a:lvl7pPr algn="ctr">
              <a:defRPr sz="1050" b="0">
                <a:solidFill>
                  <a:srgbClr val="475569"/>
                </a:solidFill>
                <a:latin typeface="Montserrat"/>
                <a:ea typeface="Montserrat"/>
                <a:cs typeface="Montserrat"/>
              </a:defRPr>
            </a:lvl7pPr>
            <a:lvl8pPr algn="ctr">
              <a:defRPr sz="1050" b="0">
                <a:solidFill>
                  <a:srgbClr val="475569"/>
                </a:solidFill>
                <a:latin typeface="Montserrat"/>
                <a:ea typeface="Montserrat"/>
                <a:cs typeface="Montserrat"/>
              </a:defRPr>
            </a:lvl8pPr>
            <a:lvl9pPr algn="ctr">
              <a:defRPr sz="1050" b="0">
                <a:solidFill>
                  <a:srgbClr val="475569"/>
                </a:solidFill>
                <a:latin typeface="Montserrat"/>
                <a:ea typeface="Montserrat"/>
                <a:cs typeface="Montserrat"/>
              </a:defRPr>
            </a:lvl9pPr>
          </a:lstStyle>
          <a:p xmlns:a="http://schemas.openxmlformats.org/drawingml/2006/main">
            <a:pPr algn="ctr">
              <a:defRPr sz="1050" b="0">
                <a:solidFill>
                  <a:srgbClr val="475569"/>
                </a:solidFill>
                <a:latin typeface="Montserrat"/>
                <a:ea typeface="Montserrat"/>
                <a:cs typeface="Montserrat"/>
              </a:defRPr>
            </a:pPr>
            <a:r>
              <a:rPr sz="1050" b="0">
                <a:solidFill>
                  <a:srgbClr val="475569"/>
                </a:solidFill>
                <a:latin typeface="Montserrat"/>
                <a:ea typeface="Montserrat"/>
                <a:cs typeface="Montserrat"/>
              </a:rPr>
              <a:t>One response changes one health value.</a:t>
            </a:r>
          </a:p>
        </p:txBody>
      </p:sp>
      <p:sp>
        <p:nvSpPr>
          <p:cNvPr id="53" name="">
            <a:extLst xmlns:a="http://schemas.openxmlformats.org/drawingml/2006/main">
              <a:ext uri="{FF2B5EF4-FFF2-40B4-BE49-F238E27FC236}">
                <a16:creationId xmlns:a16="http://schemas.microsoft.com/office/drawing/2014/main" id="{41F51A0B-012F-457E-816B-F11552C68068}"/>
              </a:ext>
            </a:extLst>
          </p:cNvPr>
          <p:cNvSpPr>
            <a:spLocks xmlns:a="http://schemas.openxmlformats.org/drawingml/2006/main" noGrp="1"/>
          </p:cNvSpPr>
          <p:nvPr/>
        </p:nvSpPr>
        <p:spPr>
          <a:xfrm xmlns:a="http://schemas.openxmlformats.org/drawingml/2006/main">
            <a:off x="9201150" y="2724150"/>
            <a:ext cx="133350" cy="0"/>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54" name="">
            <a:extLst xmlns:a="http://schemas.openxmlformats.org/drawingml/2006/main">
              <a:ext uri="{FF2B5EF4-FFF2-40B4-BE49-F238E27FC236}">
                <a16:creationId xmlns:a16="http://schemas.microsoft.com/office/drawing/2014/main" id="{2B0B8BC3-3FFE-45D2-9EC8-6005F18CA427}"/>
              </a:ext>
            </a:extLst>
          </p:cNvPr>
          <p:cNvSpPr>
            <a:spLocks xmlns:a="http://schemas.openxmlformats.org/drawingml/2006/main" noGrp="1"/>
          </p:cNvSpPr>
          <p:nvPr/>
        </p:nvSpPr>
        <p:spPr>
          <a:xfrm xmlns:a="http://schemas.openxmlformats.org/drawingml/2006/main">
            <a:off x="7219950" y="2428875"/>
            <a:ext cx="1981200" cy="590550"/>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9525">
            <a:solidFill>
              <a:srgbClr val="D8E2EF"/>
            </a:solidFill>
            <a:prstDash val="solid"/>
          </a:ln>
        </p:spPr>
      </p:sp>
      <p:sp>
        <p:nvSpPr>
          <p:cNvPr id="55" name="">
            <a:extLst xmlns:a="http://schemas.openxmlformats.org/drawingml/2006/main">
              <a:ext uri="{FF2B5EF4-FFF2-40B4-BE49-F238E27FC236}">
                <a16:creationId xmlns:a16="http://schemas.microsoft.com/office/drawing/2014/main" id="{CFF86421-8C2E-4E2D-A16D-70E5A63A071B}"/>
              </a:ext>
            </a:extLst>
          </p:cNvPr>
          <p:cNvSpPr>
            <a:spLocks xmlns:a="http://schemas.openxmlformats.org/drawingml/2006/main" noGrp="1"/>
          </p:cNvSpPr>
          <p:nvPr/>
        </p:nvSpPr>
        <p:spPr>
          <a:xfrm xmlns:a="http://schemas.openxmlformats.org/drawingml/2006/main">
            <a:off x="7277100" y="2609850"/>
            <a:ext cx="1866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275" b="1">
                <a:solidFill>
                  <a:srgbClr val="0F172A"/>
                </a:solidFill>
                <a:latin typeface="Montserrat"/>
                <a:ea typeface="Montserrat"/>
                <a:cs typeface="Montserrat"/>
              </a:defRPr>
            </a:defPPr>
            <a:lvl1pPr algn="ctr">
              <a:defRPr sz="1275" b="1">
                <a:solidFill>
                  <a:srgbClr val="0F172A"/>
                </a:solidFill>
                <a:latin typeface="Montserrat"/>
                <a:ea typeface="Montserrat"/>
                <a:cs typeface="Montserrat"/>
              </a:defRPr>
            </a:lvl1pPr>
            <a:lvl2pPr algn="ctr">
              <a:defRPr sz="1275" b="1">
                <a:solidFill>
                  <a:srgbClr val="0F172A"/>
                </a:solidFill>
                <a:latin typeface="Montserrat"/>
                <a:ea typeface="Montserrat"/>
                <a:cs typeface="Montserrat"/>
              </a:defRPr>
            </a:lvl2pPr>
            <a:lvl3pPr algn="ctr">
              <a:defRPr sz="1275" b="1">
                <a:solidFill>
                  <a:srgbClr val="0F172A"/>
                </a:solidFill>
                <a:latin typeface="Montserrat"/>
                <a:ea typeface="Montserrat"/>
                <a:cs typeface="Montserrat"/>
              </a:defRPr>
            </a:lvl3pPr>
            <a:lvl4pPr algn="ctr">
              <a:defRPr sz="1275" b="1">
                <a:solidFill>
                  <a:srgbClr val="0F172A"/>
                </a:solidFill>
                <a:latin typeface="Montserrat"/>
                <a:ea typeface="Montserrat"/>
                <a:cs typeface="Montserrat"/>
              </a:defRPr>
            </a:lvl4pPr>
            <a:lvl5pPr algn="ctr">
              <a:defRPr sz="1275" b="1">
                <a:solidFill>
                  <a:srgbClr val="0F172A"/>
                </a:solidFill>
                <a:latin typeface="Montserrat"/>
                <a:ea typeface="Montserrat"/>
                <a:cs typeface="Montserrat"/>
              </a:defRPr>
            </a:lvl5pPr>
            <a:lvl6pPr algn="ctr">
              <a:defRPr sz="1275" b="1">
                <a:solidFill>
                  <a:srgbClr val="0F172A"/>
                </a:solidFill>
                <a:latin typeface="Montserrat"/>
                <a:ea typeface="Montserrat"/>
                <a:cs typeface="Montserrat"/>
              </a:defRPr>
            </a:lvl6pPr>
            <a:lvl7pPr algn="ctr">
              <a:defRPr sz="1275" b="1">
                <a:solidFill>
                  <a:srgbClr val="0F172A"/>
                </a:solidFill>
                <a:latin typeface="Montserrat"/>
                <a:ea typeface="Montserrat"/>
                <a:cs typeface="Montserrat"/>
              </a:defRPr>
            </a:lvl7pPr>
            <a:lvl8pPr algn="ctr">
              <a:defRPr sz="1275" b="1">
                <a:solidFill>
                  <a:srgbClr val="0F172A"/>
                </a:solidFill>
                <a:latin typeface="Montserrat"/>
                <a:ea typeface="Montserrat"/>
                <a:cs typeface="Montserrat"/>
              </a:defRPr>
            </a:lvl8pPr>
            <a:lvl9pPr algn="ctr">
              <a:defRPr sz="1275" b="1">
                <a:solidFill>
                  <a:srgbClr val="0F172A"/>
                </a:solidFill>
                <a:latin typeface="Montserrat"/>
                <a:ea typeface="Montserrat"/>
                <a:cs typeface="Montserrat"/>
              </a:defRPr>
            </a:lvl9pPr>
          </a:lstStyle>
          <a:p xmlns:a="http://schemas.openxmlformats.org/drawingml/2006/main">
            <a:pPr algn="ctr">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Result</a:t>
            </a:r>
          </a:p>
        </p:txBody>
      </p:sp>
      <p:sp>
        <p:nvSpPr>
          <p:cNvPr id="56" name="">
            <a:extLst xmlns:a="http://schemas.openxmlformats.org/drawingml/2006/main">
              <a:ext uri="{FF2B5EF4-FFF2-40B4-BE49-F238E27FC236}">
                <a16:creationId xmlns:a16="http://schemas.microsoft.com/office/drawing/2014/main" id="{EBE1CD13-323B-4C06-94A0-BD5889DE4802}"/>
              </a:ext>
            </a:extLst>
          </p:cNvPr>
          <p:cNvSpPr>
            <a:spLocks xmlns:a="http://schemas.openxmlformats.org/drawingml/2006/main" noGrp="1"/>
          </p:cNvSpPr>
          <p:nvPr/>
        </p:nvSpPr>
        <p:spPr>
          <a:xfrm xmlns:a="http://schemas.openxmlformats.org/drawingml/2006/main">
            <a:off x="7239000" y="3248025"/>
            <a:ext cx="19431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050" b="0">
                <a:solidFill>
                  <a:srgbClr val="475569"/>
                </a:solidFill>
                <a:latin typeface="Montserrat"/>
                <a:ea typeface="Montserrat"/>
                <a:cs typeface="Montserrat"/>
              </a:defRPr>
            </a:defPPr>
            <a:lvl1pPr algn="ctr">
              <a:defRPr sz="1050" b="0">
                <a:solidFill>
                  <a:srgbClr val="475569"/>
                </a:solidFill>
                <a:latin typeface="Montserrat"/>
                <a:ea typeface="Montserrat"/>
                <a:cs typeface="Montserrat"/>
              </a:defRPr>
            </a:lvl1pPr>
            <a:lvl2pPr algn="ctr">
              <a:defRPr sz="1050" b="0">
                <a:solidFill>
                  <a:srgbClr val="475569"/>
                </a:solidFill>
                <a:latin typeface="Montserrat"/>
                <a:ea typeface="Montserrat"/>
                <a:cs typeface="Montserrat"/>
              </a:defRPr>
            </a:lvl2pPr>
            <a:lvl3pPr algn="ctr">
              <a:defRPr sz="1050" b="0">
                <a:solidFill>
                  <a:srgbClr val="475569"/>
                </a:solidFill>
                <a:latin typeface="Montserrat"/>
                <a:ea typeface="Montserrat"/>
                <a:cs typeface="Montserrat"/>
              </a:defRPr>
            </a:lvl3pPr>
            <a:lvl4pPr algn="ctr">
              <a:defRPr sz="1050" b="0">
                <a:solidFill>
                  <a:srgbClr val="475569"/>
                </a:solidFill>
                <a:latin typeface="Montserrat"/>
                <a:ea typeface="Montserrat"/>
                <a:cs typeface="Montserrat"/>
              </a:defRPr>
            </a:lvl4pPr>
            <a:lvl5pPr algn="ctr">
              <a:defRPr sz="1050" b="0">
                <a:solidFill>
                  <a:srgbClr val="475569"/>
                </a:solidFill>
                <a:latin typeface="Montserrat"/>
                <a:ea typeface="Montserrat"/>
                <a:cs typeface="Montserrat"/>
              </a:defRPr>
            </a:lvl5pPr>
            <a:lvl6pPr algn="ctr">
              <a:defRPr sz="1050" b="0">
                <a:solidFill>
                  <a:srgbClr val="475569"/>
                </a:solidFill>
                <a:latin typeface="Montserrat"/>
                <a:ea typeface="Montserrat"/>
                <a:cs typeface="Montserrat"/>
              </a:defRPr>
            </a:lvl6pPr>
            <a:lvl7pPr algn="ctr">
              <a:defRPr sz="1050" b="0">
                <a:solidFill>
                  <a:srgbClr val="475569"/>
                </a:solidFill>
                <a:latin typeface="Montserrat"/>
                <a:ea typeface="Montserrat"/>
                <a:cs typeface="Montserrat"/>
              </a:defRPr>
            </a:lvl7pPr>
            <a:lvl8pPr algn="ctr">
              <a:defRPr sz="1050" b="0">
                <a:solidFill>
                  <a:srgbClr val="475569"/>
                </a:solidFill>
                <a:latin typeface="Montserrat"/>
                <a:ea typeface="Montserrat"/>
                <a:cs typeface="Montserrat"/>
              </a:defRPr>
            </a:lvl8pPr>
            <a:lvl9pPr algn="ctr">
              <a:defRPr sz="1050" b="0">
                <a:solidFill>
                  <a:srgbClr val="475569"/>
                </a:solidFill>
                <a:latin typeface="Montserrat"/>
                <a:ea typeface="Montserrat"/>
                <a:cs typeface="Montserrat"/>
              </a:defRPr>
            </a:lvl9pPr>
          </a:lstStyle>
          <a:p xmlns:a="http://schemas.openxmlformats.org/drawingml/2006/main">
            <a:pPr algn="ctr">
              <a:defRPr sz="1050" b="0">
                <a:solidFill>
                  <a:srgbClr val="475569"/>
                </a:solidFill>
                <a:latin typeface="Montserrat"/>
                <a:ea typeface="Montserrat"/>
                <a:cs typeface="Montserrat"/>
              </a:defRPr>
            </a:pPr>
            <a:r>
              <a:rPr sz="1050" b="0">
                <a:solidFill>
                  <a:srgbClr val="475569"/>
                </a:solidFill>
                <a:latin typeface="Montserrat"/>
                <a:ea typeface="Montserrat"/>
                <a:cs typeface="Montserrat"/>
              </a:rPr>
              <a:t>Award the square and check the board.</a:t>
            </a:r>
          </a:p>
        </p:txBody>
      </p:sp>
      <p:sp>
        <p:nvSpPr>
          <p:cNvPr id="57" name="">
            <a:extLst xmlns:a="http://schemas.openxmlformats.org/drawingml/2006/main">
              <a:ext uri="{FF2B5EF4-FFF2-40B4-BE49-F238E27FC236}">
                <a16:creationId xmlns:a16="http://schemas.microsoft.com/office/drawing/2014/main" id="{6B908F67-BF50-4C35-A5EF-E13F8BF35063}"/>
              </a:ext>
            </a:extLst>
          </p:cNvPr>
          <p:cNvSpPr>
            <a:spLocks xmlns:a="http://schemas.openxmlformats.org/drawingml/2006/main" noGrp="1"/>
          </p:cNvSpPr>
          <p:nvPr/>
        </p:nvSpPr>
        <p:spPr>
          <a:xfrm xmlns:a="http://schemas.openxmlformats.org/drawingml/2006/main">
            <a:off x="9334500" y="2428875"/>
            <a:ext cx="1981200" cy="590550"/>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9525">
            <a:solidFill>
              <a:srgbClr val="D8E2EF"/>
            </a:solidFill>
            <a:prstDash val="solid"/>
          </a:ln>
        </p:spPr>
      </p:sp>
      <p:sp>
        <p:nvSpPr>
          <p:cNvPr id="58" name="">
            <a:extLst xmlns:a="http://schemas.openxmlformats.org/drawingml/2006/main">
              <a:ext uri="{FF2B5EF4-FFF2-40B4-BE49-F238E27FC236}">
                <a16:creationId xmlns:a16="http://schemas.microsoft.com/office/drawing/2014/main" id="{59A2B6EA-2E90-44E8-B413-BEFEB25EDD2D}"/>
              </a:ext>
            </a:extLst>
          </p:cNvPr>
          <p:cNvSpPr>
            <a:spLocks xmlns:a="http://schemas.openxmlformats.org/drawingml/2006/main" noGrp="1"/>
          </p:cNvSpPr>
          <p:nvPr/>
        </p:nvSpPr>
        <p:spPr>
          <a:xfrm xmlns:a="http://schemas.openxmlformats.org/drawingml/2006/main">
            <a:off x="9391650" y="2609850"/>
            <a:ext cx="1866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275" b="1">
                <a:solidFill>
                  <a:srgbClr val="0F172A"/>
                </a:solidFill>
                <a:latin typeface="Montserrat"/>
                <a:ea typeface="Montserrat"/>
                <a:cs typeface="Montserrat"/>
              </a:defRPr>
            </a:defPPr>
            <a:lvl1pPr algn="ctr">
              <a:defRPr sz="1275" b="1">
                <a:solidFill>
                  <a:srgbClr val="0F172A"/>
                </a:solidFill>
                <a:latin typeface="Montserrat"/>
                <a:ea typeface="Montserrat"/>
                <a:cs typeface="Montserrat"/>
              </a:defRPr>
            </a:lvl1pPr>
            <a:lvl2pPr algn="ctr">
              <a:defRPr sz="1275" b="1">
                <a:solidFill>
                  <a:srgbClr val="0F172A"/>
                </a:solidFill>
                <a:latin typeface="Montserrat"/>
                <a:ea typeface="Montserrat"/>
                <a:cs typeface="Montserrat"/>
              </a:defRPr>
            </a:lvl2pPr>
            <a:lvl3pPr algn="ctr">
              <a:defRPr sz="1275" b="1">
                <a:solidFill>
                  <a:srgbClr val="0F172A"/>
                </a:solidFill>
                <a:latin typeface="Montserrat"/>
                <a:ea typeface="Montserrat"/>
                <a:cs typeface="Montserrat"/>
              </a:defRPr>
            </a:lvl3pPr>
            <a:lvl4pPr algn="ctr">
              <a:defRPr sz="1275" b="1">
                <a:solidFill>
                  <a:srgbClr val="0F172A"/>
                </a:solidFill>
                <a:latin typeface="Montserrat"/>
                <a:ea typeface="Montserrat"/>
                <a:cs typeface="Montserrat"/>
              </a:defRPr>
            </a:lvl4pPr>
            <a:lvl5pPr algn="ctr">
              <a:defRPr sz="1275" b="1">
                <a:solidFill>
                  <a:srgbClr val="0F172A"/>
                </a:solidFill>
                <a:latin typeface="Montserrat"/>
                <a:ea typeface="Montserrat"/>
                <a:cs typeface="Montserrat"/>
              </a:defRPr>
            </a:lvl5pPr>
            <a:lvl6pPr algn="ctr">
              <a:defRPr sz="1275" b="1">
                <a:solidFill>
                  <a:srgbClr val="0F172A"/>
                </a:solidFill>
                <a:latin typeface="Montserrat"/>
                <a:ea typeface="Montserrat"/>
                <a:cs typeface="Montserrat"/>
              </a:defRPr>
            </a:lvl6pPr>
            <a:lvl7pPr algn="ctr">
              <a:defRPr sz="1275" b="1">
                <a:solidFill>
                  <a:srgbClr val="0F172A"/>
                </a:solidFill>
                <a:latin typeface="Montserrat"/>
                <a:ea typeface="Montserrat"/>
                <a:cs typeface="Montserrat"/>
              </a:defRPr>
            </a:lvl7pPr>
            <a:lvl8pPr algn="ctr">
              <a:defRPr sz="1275" b="1">
                <a:solidFill>
                  <a:srgbClr val="0F172A"/>
                </a:solidFill>
                <a:latin typeface="Montserrat"/>
                <a:ea typeface="Montserrat"/>
                <a:cs typeface="Montserrat"/>
              </a:defRPr>
            </a:lvl8pPr>
            <a:lvl9pPr algn="ctr">
              <a:defRPr sz="1275" b="1">
                <a:solidFill>
                  <a:srgbClr val="0F172A"/>
                </a:solidFill>
                <a:latin typeface="Montserrat"/>
                <a:ea typeface="Montserrat"/>
                <a:cs typeface="Montserrat"/>
              </a:defRPr>
            </a:lvl9pPr>
          </a:lstStyle>
          <a:p xmlns:a="http://schemas.openxmlformats.org/drawingml/2006/main">
            <a:pPr algn="ctr">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Replay</a:t>
            </a:r>
          </a:p>
        </p:txBody>
      </p:sp>
      <p:sp>
        <p:nvSpPr>
          <p:cNvPr id="59" name="">
            <a:extLst xmlns:a="http://schemas.openxmlformats.org/drawingml/2006/main">
              <a:ext uri="{FF2B5EF4-FFF2-40B4-BE49-F238E27FC236}">
                <a16:creationId xmlns:a16="http://schemas.microsoft.com/office/drawing/2014/main" id="{88DE3E27-2348-4E71-A846-FA459FC1AA4F}"/>
              </a:ext>
            </a:extLst>
          </p:cNvPr>
          <p:cNvSpPr>
            <a:spLocks xmlns:a="http://schemas.openxmlformats.org/drawingml/2006/main" noGrp="1"/>
          </p:cNvSpPr>
          <p:nvPr/>
        </p:nvSpPr>
        <p:spPr>
          <a:xfrm xmlns:a="http://schemas.openxmlformats.org/drawingml/2006/main">
            <a:off x="9353550" y="3248025"/>
            <a:ext cx="19431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050" b="0">
                <a:solidFill>
                  <a:srgbClr val="475569"/>
                </a:solidFill>
                <a:latin typeface="Montserrat"/>
                <a:ea typeface="Montserrat"/>
                <a:cs typeface="Montserrat"/>
              </a:defRPr>
            </a:defPPr>
            <a:lvl1pPr algn="ctr">
              <a:defRPr sz="1050" b="0">
                <a:solidFill>
                  <a:srgbClr val="475569"/>
                </a:solidFill>
                <a:latin typeface="Montserrat"/>
                <a:ea typeface="Montserrat"/>
                <a:cs typeface="Montserrat"/>
              </a:defRPr>
            </a:lvl1pPr>
            <a:lvl2pPr algn="ctr">
              <a:defRPr sz="1050" b="0">
                <a:solidFill>
                  <a:srgbClr val="475569"/>
                </a:solidFill>
                <a:latin typeface="Montserrat"/>
                <a:ea typeface="Montserrat"/>
                <a:cs typeface="Montserrat"/>
              </a:defRPr>
            </a:lvl2pPr>
            <a:lvl3pPr algn="ctr">
              <a:defRPr sz="1050" b="0">
                <a:solidFill>
                  <a:srgbClr val="475569"/>
                </a:solidFill>
                <a:latin typeface="Montserrat"/>
                <a:ea typeface="Montserrat"/>
                <a:cs typeface="Montserrat"/>
              </a:defRPr>
            </a:lvl3pPr>
            <a:lvl4pPr algn="ctr">
              <a:defRPr sz="1050" b="0">
                <a:solidFill>
                  <a:srgbClr val="475569"/>
                </a:solidFill>
                <a:latin typeface="Montserrat"/>
                <a:ea typeface="Montserrat"/>
                <a:cs typeface="Montserrat"/>
              </a:defRPr>
            </a:lvl4pPr>
            <a:lvl5pPr algn="ctr">
              <a:defRPr sz="1050" b="0">
                <a:solidFill>
                  <a:srgbClr val="475569"/>
                </a:solidFill>
                <a:latin typeface="Montserrat"/>
                <a:ea typeface="Montserrat"/>
                <a:cs typeface="Montserrat"/>
              </a:defRPr>
            </a:lvl5pPr>
            <a:lvl6pPr algn="ctr">
              <a:defRPr sz="1050" b="0">
                <a:solidFill>
                  <a:srgbClr val="475569"/>
                </a:solidFill>
                <a:latin typeface="Montserrat"/>
                <a:ea typeface="Montserrat"/>
                <a:cs typeface="Montserrat"/>
              </a:defRPr>
            </a:lvl6pPr>
            <a:lvl7pPr algn="ctr">
              <a:defRPr sz="1050" b="0">
                <a:solidFill>
                  <a:srgbClr val="475569"/>
                </a:solidFill>
                <a:latin typeface="Montserrat"/>
                <a:ea typeface="Montserrat"/>
                <a:cs typeface="Montserrat"/>
              </a:defRPr>
            </a:lvl7pPr>
            <a:lvl8pPr algn="ctr">
              <a:defRPr sz="1050" b="0">
                <a:solidFill>
                  <a:srgbClr val="475569"/>
                </a:solidFill>
                <a:latin typeface="Montserrat"/>
                <a:ea typeface="Montserrat"/>
                <a:cs typeface="Montserrat"/>
              </a:defRPr>
            </a:lvl8pPr>
            <a:lvl9pPr algn="ctr">
              <a:defRPr sz="1050" b="0">
                <a:solidFill>
                  <a:srgbClr val="475569"/>
                </a:solidFill>
                <a:latin typeface="Montserrat"/>
                <a:ea typeface="Montserrat"/>
                <a:cs typeface="Montserrat"/>
              </a:defRPr>
            </a:lvl9pPr>
          </a:lstStyle>
          <a:p xmlns:a="http://schemas.openxmlformats.org/drawingml/2006/main">
            <a:pPr algn="ctr">
              <a:defRPr sz="1050" b="0">
                <a:solidFill>
                  <a:srgbClr val="475569"/>
                </a:solidFill>
                <a:latin typeface="Montserrat"/>
                <a:ea typeface="Montserrat"/>
                <a:cs typeface="Montserrat"/>
              </a:defRPr>
            </a:pPr>
            <a:r>
              <a:rPr sz="1050" b="0">
                <a:solidFill>
                  <a:srgbClr val="475569"/>
                </a:solidFill>
                <a:latin typeface="Montserrat"/>
                <a:ea typeface="Montserrat"/>
                <a:cs typeface="Montserrat"/>
              </a:rPr>
              <a:t>Clear every old value and begin again.</a:t>
            </a:r>
          </a:p>
        </p:txBody>
      </p:sp>
      <p:sp>
        <p:nvSpPr>
          <p:cNvPr id="60" name="">
            <a:extLst xmlns:a="http://schemas.openxmlformats.org/drawingml/2006/main">
              <a:ext uri="{FF2B5EF4-FFF2-40B4-BE49-F238E27FC236}">
                <a16:creationId xmlns:a16="http://schemas.microsoft.com/office/drawing/2014/main" id="{7AB4ECB9-7328-426D-AE8E-36AD15E53A15}"/>
              </a:ext>
            </a:extLst>
          </p:cNvPr>
          <p:cNvSpPr>
            <a:spLocks xmlns:a="http://schemas.openxmlformats.org/drawingml/2006/main" noGrp="1"/>
          </p:cNvSpPr>
          <p:nvPr/>
        </p:nvSpPr>
        <p:spPr>
          <a:xfrm xmlns:a="http://schemas.openxmlformats.org/drawingml/2006/main">
            <a:off x="647700" y="470535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61" name="">
            <a:extLst xmlns:a="http://schemas.openxmlformats.org/drawingml/2006/main">
              <a:ext uri="{FF2B5EF4-FFF2-40B4-BE49-F238E27FC236}">
                <a16:creationId xmlns:a16="http://schemas.microsoft.com/office/drawing/2014/main" id="{F9BD1529-6F78-4ACA-8DF6-F826E524E3A5}"/>
              </a:ext>
            </a:extLst>
          </p:cNvPr>
          <p:cNvSpPr>
            <a:spLocks xmlns:a="http://schemas.openxmlformats.org/drawingml/2006/main" noGrp="1"/>
          </p:cNvSpPr>
          <p:nvPr/>
        </p:nvSpPr>
        <p:spPr>
          <a:xfrm xmlns:a="http://schemas.openxmlformats.org/drawingml/2006/main">
            <a:off x="742950" y="49530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The next action should be obvious in every state.</a:t>
            </a:r>
          </a:p>
        </p:txBody>
      </p:sp>
      <p:sp>
        <p:nvSpPr>
          <p:cNvPr id="62" name="">
            <a:extLst xmlns:a="http://schemas.openxmlformats.org/drawingml/2006/main">
              <a:ext uri="{FF2B5EF4-FFF2-40B4-BE49-F238E27FC236}">
                <a16:creationId xmlns:a16="http://schemas.microsoft.com/office/drawing/2014/main" id="{AAB487B3-7D0D-408D-A8DA-92FF7AEC08C0}"/>
              </a:ext>
            </a:extLst>
          </p:cNvPr>
          <p:cNvSpPr>
            <a:spLocks xmlns:a="http://schemas.openxmlformats.org/drawingml/2006/main" noGrp="1"/>
          </p:cNvSpPr>
          <p:nvPr/>
        </p:nvSpPr>
        <p:spPr>
          <a:xfrm xmlns:a="http://schemas.openxmlformats.org/drawingml/2006/main">
            <a:off x="3667125" y="6381750"/>
            <a:ext cx="4857750" cy="0"/>
          </a:xfrm>
          <a:prstGeom xmlns:a="http://schemas.openxmlformats.org/drawingml/2006/main" prst="line">
            <a:avLst/>
          </a:prstGeom>
          <a:noFill xmlns:a="http://schemas.openxmlformats.org/drawingml/2006/main"/>
          <a:ln xmlns:a="http://schemas.openxmlformats.org/drawingml/2006/main" w="5715">
            <a:solidFill>
              <a:srgbClr val="D8E2EF"/>
            </a:solidFill>
            <a:prstDash val="solid"/>
          </a:ln>
        </p:spPr>
      </p:sp>
      <p:sp>
        <p:nvSpPr>
          <p:cNvPr id="63" name="">
            <a:extLst xmlns:a="http://schemas.openxmlformats.org/drawingml/2006/main">
              <a:ext uri="{FF2B5EF4-FFF2-40B4-BE49-F238E27FC236}">
                <a16:creationId xmlns:a16="http://schemas.microsoft.com/office/drawing/2014/main" id="{0E08982A-8068-43BA-863F-540C69F7327A}"/>
              </a:ext>
            </a:extLst>
          </p:cNvPr>
          <p:cNvSpPr>
            <a:spLocks xmlns:a="http://schemas.openxmlformats.org/drawingml/2006/main" noGrp="1"/>
          </p:cNvSpPr>
          <p:nvPr/>
        </p:nvSpPr>
        <p:spPr>
          <a:xfrm xmlns:a="http://schemas.openxmlformats.org/drawingml/2006/main">
            <a:off x="4276725" y="6381750"/>
            <a:ext cx="723900" cy="0"/>
          </a:xfrm>
          <a:prstGeom xmlns:a="http://schemas.openxmlformats.org/drawingml/2006/main" prst="line">
            <a:avLst/>
          </a:prstGeom>
          <a:noFill xmlns:a="http://schemas.openxmlformats.org/drawingml/2006/main"/>
          <a:ln xmlns:a="http://schemas.openxmlformats.org/drawingml/2006/main" w="28575">
            <a:solidFill>
              <a:srgbClr val="EF8B39"/>
            </a:solidFill>
            <a:prstDash val="solid"/>
          </a:ln>
        </p:spPr>
      </p:sp>
      <p:sp>
        <p:nvSpPr>
          <p:cNvPr id="64" name="">
            <a:extLst xmlns:a="http://schemas.openxmlformats.org/drawingml/2006/main">
              <a:ext uri="{FF2B5EF4-FFF2-40B4-BE49-F238E27FC236}">
                <a16:creationId xmlns:a16="http://schemas.microsoft.com/office/drawing/2014/main" id="{4910DDB1-C51E-4639-9A5A-347772CF689B}"/>
              </a:ext>
            </a:extLst>
          </p:cNvPr>
          <p:cNvSpPr>
            <a:spLocks xmlns:a="http://schemas.openxmlformats.org/drawingml/2006/main" noGrp="1"/>
          </p:cNvSpPr>
          <p:nvPr/>
        </p:nvSpPr>
        <p:spPr>
          <a:xfrm xmlns:a="http://schemas.openxmlformats.org/drawingml/2006/main">
            <a:off x="36337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65" name="">
            <a:extLst xmlns:a="http://schemas.openxmlformats.org/drawingml/2006/main">
              <a:ext uri="{FF2B5EF4-FFF2-40B4-BE49-F238E27FC236}">
                <a16:creationId xmlns:a16="http://schemas.microsoft.com/office/drawing/2014/main" id="{299FF64A-0C89-43FB-BE28-2B8F0E00E14E}"/>
              </a:ext>
            </a:extLst>
          </p:cNvPr>
          <p:cNvSpPr>
            <a:spLocks xmlns:a="http://schemas.openxmlformats.org/drawingml/2006/main" noGrp="1"/>
          </p:cNvSpPr>
          <p:nvPr/>
        </p:nvSpPr>
        <p:spPr>
          <a:xfrm xmlns:a="http://schemas.openxmlformats.org/drawingml/2006/main">
            <a:off x="32670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PLAN</a:t>
            </a:r>
          </a:p>
        </p:txBody>
      </p:sp>
      <p:sp>
        <p:nvSpPr>
          <p:cNvPr id="66" name="">
            <a:extLst xmlns:a="http://schemas.openxmlformats.org/drawingml/2006/main">
              <a:ext uri="{FF2B5EF4-FFF2-40B4-BE49-F238E27FC236}">
                <a16:creationId xmlns:a16="http://schemas.microsoft.com/office/drawing/2014/main" id="{85A3E6BB-0012-4526-9D48-C6B2B7A382CB}"/>
              </a:ext>
            </a:extLst>
          </p:cNvPr>
          <p:cNvSpPr>
            <a:spLocks xmlns:a="http://schemas.openxmlformats.org/drawingml/2006/main" noGrp="1"/>
          </p:cNvSpPr>
          <p:nvPr/>
        </p:nvSpPr>
        <p:spPr>
          <a:xfrm xmlns:a="http://schemas.openxmlformats.org/drawingml/2006/main">
            <a:off x="4591050" y="6334125"/>
            <a:ext cx="95250" cy="95250"/>
          </a:xfrm>
          <a:prstGeom xmlns:a="http://schemas.openxmlformats.org/drawingml/2006/main" prst="ellipse">
            <a:avLst/>
          </a:prstGeom>
          <a:solidFill xmlns:a="http://schemas.openxmlformats.org/drawingml/2006/main">
            <a:srgbClr val="EF8B39"/>
          </a:solidFill>
          <a:ln xmlns:a="http://schemas.openxmlformats.org/drawingml/2006/main" w="9525">
            <a:solidFill>
              <a:srgbClr val="EF8B39"/>
            </a:solidFill>
            <a:prstDash val="solid"/>
          </a:ln>
        </p:spPr>
      </p:sp>
      <p:sp>
        <p:nvSpPr>
          <p:cNvPr id="67" name="">
            <a:extLst xmlns:a="http://schemas.openxmlformats.org/drawingml/2006/main">
              <a:ext uri="{FF2B5EF4-FFF2-40B4-BE49-F238E27FC236}">
                <a16:creationId xmlns:a16="http://schemas.microsoft.com/office/drawing/2014/main" id="{0B210BC3-12A3-4ED1-A0DB-4B3C4BB1696B}"/>
              </a:ext>
            </a:extLst>
          </p:cNvPr>
          <p:cNvSpPr>
            <a:spLocks xmlns:a="http://schemas.openxmlformats.org/drawingml/2006/main" noGrp="1"/>
          </p:cNvSpPr>
          <p:nvPr/>
        </p:nvSpPr>
        <p:spPr>
          <a:xfrm xmlns:a="http://schemas.openxmlformats.org/drawingml/2006/main">
            <a:off x="42386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1">
                <a:solidFill>
                  <a:srgbClr val="B93800"/>
                </a:solidFill>
                <a:latin typeface="Montserrat"/>
                <a:ea typeface="Montserrat"/>
                <a:cs typeface="Montserrat"/>
              </a:defRPr>
            </a:defPPr>
            <a:lvl1pPr algn="ctr">
              <a:defRPr sz="675" b="1">
                <a:solidFill>
                  <a:srgbClr val="B93800"/>
                </a:solidFill>
                <a:latin typeface="Montserrat"/>
                <a:ea typeface="Montserrat"/>
                <a:cs typeface="Montserrat"/>
              </a:defRPr>
            </a:lvl1pPr>
            <a:lvl2pPr algn="ctr">
              <a:defRPr sz="675" b="1">
                <a:solidFill>
                  <a:srgbClr val="B93800"/>
                </a:solidFill>
                <a:latin typeface="Montserrat"/>
                <a:ea typeface="Montserrat"/>
                <a:cs typeface="Montserrat"/>
              </a:defRPr>
            </a:lvl2pPr>
            <a:lvl3pPr algn="ctr">
              <a:defRPr sz="675" b="1">
                <a:solidFill>
                  <a:srgbClr val="B93800"/>
                </a:solidFill>
                <a:latin typeface="Montserrat"/>
                <a:ea typeface="Montserrat"/>
                <a:cs typeface="Montserrat"/>
              </a:defRPr>
            </a:lvl3pPr>
            <a:lvl4pPr algn="ctr">
              <a:defRPr sz="675" b="1">
                <a:solidFill>
                  <a:srgbClr val="B93800"/>
                </a:solidFill>
                <a:latin typeface="Montserrat"/>
                <a:ea typeface="Montserrat"/>
                <a:cs typeface="Montserrat"/>
              </a:defRPr>
            </a:lvl4pPr>
            <a:lvl5pPr algn="ctr">
              <a:defRPr sz="675" b="1">
                <a:solidFill>
                  <a:srgbClr val="B93800"/>
                </a:solidFill>
                <a:latin typeface="Montserrat"/>
                <a:ea typeface="Montserrat"/>
                <a:cs typeface="Montserrat"/>
              </a:defRPr>
            </a:lvl5pPr>
            <a:lvl6pPr algn="ctr">
              <a:defRPr sz="675" b="1">
                <a:solidFill>
                  <a:srgbClr val="B93800"/>
                </a:solidFill>
                <a:latin typeface="Montserrat"/>
                <a:ea typeface="Montserrat"/>
                <a:cs typeface="Montserrat"/>
              </a:defRPr>
            </a:lvl6pPr>
            <a:lvl7pPr algn="ctr">
              <a:defRPr sz="675" b="1">
                <a:solidFill>
                  <a:srgbClr val="B93800"/>
                </a:solidFill>
                <a:latin typeface="Montserrat"/>
                <a:ea typeface="Montserrat"/>
                <a:cs typeface="Montserrat"/>
              </a:defRPr>
            </a:lvl7pPr>
            <a:lvl8pPr algn="ctr">
              <a:defRPr sz="675" b="1">
                <a:solidFill>
                  <a:srgbClr val="B93800"/>
                </a:solidFill>
                <a:latin typeface="Montserrat"/>
                <a:ea typeface="Montserrat"/>
                <a:cs typeface="Montserrat"/>
              </a:defRPr>
            </a:lvl8pPr>
            <a:lvl9pPr algn="ctr">
              <a:defRPr sz="675" b="1">
                <a:solidFill>
                  <a:srgbClr val="B93800"/>
                </a:solidFill>
                <a:latin typeface="Montserrat"/>
                <a:ea typeface="Montserrat"/>
                <a:cs typeface="Montserrat"/>
              </a:defRPr>
            </a:lvl9pPr>
          </a:lstStyle>
          <a:p xmlns:a="http://schemas.openxmlformats.org/drawingml/2006/main">
            <a:pPr algn="ctr">
              <a:defRPr sz="675" b="1">
                <a:solidFill>
                  <a:srgbClr val="B93800"/>
                </a:solidFill>
                <a:latin typeface="Montserrat"/>
                <a:ea typeface="Montserrat"/>
                <a:cs typeface="Montserrat"/>
              </a:defRPr>
            </a:pPr>
            <a:r>
              <a:rPr sz="675" b="1">
                <a:solidFill>
                  <a:srgbClr val="B93800"/>
                </a:solidFill>
                <a:latin typeface="Montserrat"/>
                <a:ea typeface="Montserrat"/>
                <a:cs typeface="Montserrat"/>
              </a:rPr>
              <a:t>DESIGN</a:t>
            </a:r>
          </a:p>
        </p:txBody>
      </p:sp>
      <p:sp>
        <p:nvSpPr>
          <p:cNvPr id="68" name="">
            <a:extLst xmlns:a="http://schemas.openxmlformats.org/drawingml/2006/main">
              <a:ext uri="{FF2B5EF4-FFF2-40B4-BE49-F238E27FC236}">
                <a16:creationId xmlns:a16="http://schemas.microsoft.com/office/drawing/2014/main" id="{14D11310-389B-49F6-BC1F-C337022FE1B8}"/>
              </a:ext>
            </a:extLst>
          </p:cNvPr>
          <p:cNvSpPr>
            <a:spLocks xmlns:a="http://schemas.openxmlformats.org/drawingml/2006/main" noGrp="1"/>
          </p:cNvSpPr>
          <p:nvPr/>
        </p:nvSpPr>
        <p:spPr>
          <a:xfrm xmlns:a="http://schemas.openxmlformats.org/drawingml/2006/main">
            <a:off x="55768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69" name="">
            <a:extLst xmlns:a="http://schemas.openxmlformats.org/drawingml/2006/main">
              <a:ext uri="{FF2B5EF4-FFF2-40B4-BE49-F238E27FC236}">
                <a16:creationId xmlns:a16="http://schemas.microsoft.com/office/drawing/2014/main" id="{61413D08-40AA-47FA-8A6B-A53E3767FF0F}"/>
              </a:ext>
            </a:extLst>
          </p:cNvPr>
          <p:cNvSpPr>
            <a:spLocks xmlns:a="http://schemas.openxmlformats.org/drawingml/2006/main" noGrp="1"/>
          </p:cNvSpPr>
          <p:nvPr/>
        </p:nvSpPr>
        <p:spPr>
          <a:xfrm xmlns:a="http://schemas.openxmlformats.org/drawingml/2006/main">
            <a:off x="52101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BUILD</a:t>
            </a:r>
          </a:p>
        </p:txBody>
      </p:sp>
      <p:sp>
        <p:nvSpPr>
          <p:cNvPr id="70" name="">
            <a:extLst xmlns:a="http://schemas.openxmlformats.org/drawingml/2006/main">
              <a:ext uri="{FF2B5EF4-FFF2-40B4-BE49-F238E27FC236}">
                <a16:creationId xmlns:a16="http://schemas.microsoft.com/office/drawing/2014/main" id="{8963AFBD-B6CB-41C9-8011-0E0116297CA6}"/>
              </a:ext>
            </a:extLst>
          </p:cNvPr>
          <p:cNvSpPr>
            <a:spLocks xmlns:a="http://schemas.openxmlformats.org/drawingml/2006/main" noGrp="1"/>
          </p:cNvSpPr>
          <p:nvPr/>
        </p:nvSpPr>
        <p:spPr>
          <a:xfrm xmlns:a="http://schemas.openxmlformats.org/drawingml/2006/main">
            <a:off x="65484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71" name="">
            <a:extLst xmlns:a="http://schemas.openxmlformats.org/drawingml/2006/main">
              <a:ext uri="{FF2B5EF4-FFF2-40B4-BE49-F238E27FC236}">
                <a16:creationId xmlns:a16="http://schemas.microsoft.com/office/drawing/2014/main" id="{1A88F1D1-A331-4D31-AD9E-E2B78BBB5681}"/>
              </a:ext>
            </a:extLst>
          </p:cNvPr>
          <p:cNvSpPr>
            <a:spLocks xmlns:a="http://schemas.openxmlformats.org/drawingml/2006/main" noGrp="1"/>
          </p:cNvSpPr>
          <p:nvPr/>
        </p:nvSpPr>
        <p:spPr>
          <a:xfrm xmlns:a="http://schemas.openxmlformats.org/drawingml/2006/main">
            <a:off x="61817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TEST</a:t>
            </a:r>
          </a:p>
        </p:txBody>
      </p:sp>
      <p:sp>
        <p:nvSpPr>
          <p:cNvPr id="72" name="">
            <a:extLst xmlns:a="http://schemas.openxmlformats.org/drawingml/2006/main">
              <a:ext uri="{FF2B5EF4-FFF2-40B4-BE49-F238E27FC236}">
                <a16:creationId xmlns:a16="http://schemas.microsoft.com/office/drawing/2014/main" id="{9397B582-0D73-46F4-8FCC-3A35C83FA1C1}"/>
              </a:ext>
            </a:extLst>
          </p:cNvPr>
          <p:cNvSpPr>
            <a:spLocks xmlns:a="http://schemas.openxmlformats.org/drawingml/2006/main" noGrp="1"/>
          </p:cNvSpPr>
          <p:nvPr/>
        </p:nvSpPr>
        <p:spPr>
          <a:xfrm xmlns:a="http://schemas.openxmlformats.org/drawingml/2006/main">
            <a:off x="75199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73" name="">
            <a:extLst xmlns:a="http://schemas.openxmlformats.org/drawingml/2006/main">
              <a:ext uri="{FF2B5EF4-FFF2-40B4-BE49-F238E27FC236}">
                <a16:creationId xmlns:a16="http://schemas.microsoft.com/office/drawing/2014/main" id="{8D6B5086-000B-43AB-BF35-F9013CCBE815}"/>
              </a:ext>
            </a:extLst>
          </p:cNvPr>
          <p:cNvSpPr>
            <a:spLocks xmlns:a="http://schemas.openxmlformats.org/drawingml/2006/main" noGrp="1"/>
          </p:cNvSpPr>
          <p:nvPr/>
        </p:nvSpPr>
        <p:spPr>
          <a:xfrm xmlns:a="http://schemas.openxmlformats.org/drawingml/2006/main">
            <a:off x="71532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DEPLOY</a:t>
            </a:r>
          </a:p>
        </p:txBody>
      </p:sp>
      <p:sp>
        <p:nvSpPr>
          <p:cNvPr id="74" name="">
            <a:extLst xmlns:a="http://schemas.openxmlformats.org/drawingml/2006/main">
              <a:ext uri="{FF2B5EF4-FFF2-40B4-BE49-F238E27FC236}">
                <a16:creationId xmlns:a16="http://schemas.microsoft.com/office/drawing/2014/main" id="{3F8A59A8-3F17-405D-AB85-16BF28E411C9}"/>
              </a:ext>
            </a:extLst>
          </p:cNvPr>
          <p:cNvSpPr>
            <a:spLocks xmlns:a="http://schemas.openxmlformats.org/drawingml/2006/main" noGrp="1"/>
          </p:cNvSpPr>
          <p:nvPr/>
        </p:nvSpPr>
        <p:spPr>
          <a:xfrm xmlns:a="http://schemas.openxmlformats.org/drawingml/2006/main">
            <a:off x="84915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75" name="">
            <a:extLst xmlns:a="http://schemas.openxmlformats.org/drawingml/2006/main">
              <a:ext uri="{FF2B5EF4-FFF2-40B4-BE49-F238E27FC236}">
                <a16:creationId xmlns:a16="http://schemas.microsoft.com/office/drawing/2014/main" id="{1BEBB673-E5D8-405D-AD36-88B22764C0A9}"/>
              </a:ext>
            </a:extLst>
          </p:cNvPr>
          <p:cNvSpPr>
            <a:spLocks xmlns:a="http://schemas.openxmlformats.org/drawingml/2006/main" noGrp="1"/>
          </p:cNvSpPr>
          <p:nvPr/>
        </p:nvSpPr>
        <p:spPr>
          <a:xfrm xmlns:a="http://schemas.openxmlformats.org/drawingml/2006/main">
            <a:off x="81248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MAINTAIN</a:t>
            </a:r>
          </a:p>
        </p:txBody>
      </p:sp>
    </p:spTree>
    <p:extLst>
      <p:ext uri="{BB962C8B-B14F-4D97-AF65-F5344CB8AC3E}">
        <p14:creationId xmlns:p14="http://schemas.microsoft.com/office/powerpoint/2010/main" val="1327178201"/>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A017721C-441B-4543-80DA-D209EEC42D55}"/>
              </a:ext>
            </a:extLst>
          </p:cNvPr>
          <p:cNvPicPr>
            <a:picLocks xmlns:a="http://schemas.openxmlformats.org/drawingml/2006/main" noChangeAspect="1"/>
          </p:cNvPicPr>
          <p:nvPr/>
        </p:nvPicPr>
        <p:blipFill>
          <a:blip xmlns:r="http://schemas.openxmlformats.org/officeDocument/2006/relationships" xmlns:a="http://schemas.openxmlformats.org/drawingml/2006/main" r:embed="R0eacf8d282c043db"/>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D71AD7ED-F5C5-40FF-BF31-821327A2CD34}"/>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42 / 63</a:t>
            </a:r>
            <a:endParaRPr sz="900"/>
          </a:p>
        </p:txBody>
      </p:sp>
      <p:sp>
        <p:nvSpPr>
          <p:cNvPr id="78" name="">
            <a:extLst xmlns:a="http://schemas.openxmlformats.org/drawingml/2006/main">
              <a:ext uri="{FF2B5EF4-FFF2-40B4-BE49-F238E27FC236}">
                <a16:creationId xmlns:a16="http://schemas.microsoft.com/office/drawing/2014/main" id="{45B43F8F-B3FA-4FA2-A618-563CC5025F5F}"/>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EF8B39"/>
                </a:solidFill>
                <a:latin typeface="Montserrat"/>
                <a:ea typeface="Montserrat"/>
                <a:cs typeface="Montserrat"/>
              </a:defRPr>
            </a:defPPr>
            <a:lvl1pPr algn="l">
              <a:defRPr sz="1050" b="1">
                <a:solidFill>
                  <a:srgbClr val="EF8B39"/>
                </a:solidFill>
                <a:latin typeface="Montserrat"/>
                <a:ea typeface="Montserrat"/>
                <a:cs typeface="Montserrat"/>
              </a:defRPr>
            </a:lvl1pPr>
            <a:lvl2pPr algn="l">
              <a:defRPr sz="1050" b="1">
                <a:solidFill>
                  <a:srgbClr val="EF8B39"/>
                </a:solidFill>
                <a:latin typeface="Montserrat"/>
                <a:ea typeface="Montserrat"/>
                <a:cs typeface="Montserrat"/>
              </a:defRPr>
            </a:lvl2pPr>
            <a:lvl3pPr algn="l">
              <a:defRPr sz="1050" b="1">
                <a:solidFill>
                  <a:srgbClr val="EF8B39"/>
                </a:solidFill>
                <a:latin typeface="Montserrat"/>
                <a:ea typeface="Montserrat"/>
                <a:cs typeface="Montserrat"/>
              </a:defRPr>
            </a:lvl3pPr>
            <a:lvl4pPr algn="l">
              <a:defRPr sz="1050" b="1">
                <a:solidFill>
                  <a:srgbClr val="EF8B39"/>
                </a:solidFill>
                <a:latin typeface="Montserrat"/>
                <a:ea typeface="Montserrat"/>
                <a:cs typeface="Montserrat"/>
              </a:defRPr>
            </a:lvl4pPr>
            <a:lvl5pPr algn="l">
              <a:defRPr sz="1050" b="1">
                <a:solidFill>
                  <a:srgbClr val="EF8B39"/>
                </a:solidFill>
                <a:latin typeface="Montserrat"/>
                <a:ea typeface="Montserrat"/>
                <a:cs typeface="Montserrat"/>
              </a:defRPr>
            </a:lvl5pPr>
            <a:lvl6pPr algn="l">
              <a:defRPr sz="1050" b="1">
                <a:solidFill>
                  <a:srgbClr val="EF8B39"/>
                </a:solidFill>
                <a:latin typeface="Montserrat"/>
                <a:ea typeface="Montserrat"/>
                <a:cs typeface="Montserrat"/>
              </a:defRPr>
            </a:lvl6pPr>
            <a:lvl7pPr algn="l">
              <a:defRPr sz="1050" b="1">
                <a:solidFill>
                  <a:srgbClr val="EF8B39"/>
                </a:solidFill>
                <a:latin typeface="Montserrat"/>
                <a:ea typeface="Montserrat"/>
                <a:cs typeface="Montserrat"/>
              </a:defRPr>
            </a:lvl7pPr>
            <a:lvl8pPr algn="l">
              <a:defRPr sz="1050" b="1">
                <a:solidFill>
                  <a:srgbClr val="EF8B39"/>
                </a:solidFill>
                <a:latin typeface="Montserrat"/>
                <a:ea typeface="Montserrat"/>
                <a:cs typeface="Montserrat"/>
              </a:defRPr>
            </a:lvl8pPr>
            <a:lvl9pPr algn="l">
              <a:defRPr sz="1050" b="1">
                <a:solidFill>
                  <a:srgbClr val="EF8B39"/>
                </a:solidFill>
                <a:latin typeface="Montserrat"/>
                <a:ea typeface="Montserrat"/>
                <a:cs typeface="Montserrat"/>
              </a:defRPr>
            </a:lvl9pPr>
          </a:lstStyle>
          <a:p xmlns:a="http://schemas.openxmlformats.org/drawingml/2006/main">
            <a:pPr algn="l">
              <a:defRPr sz="1050" b="1">
                <a:solidFill>
                  <a:srgbClr val="EF8B39"/>
                </a:solidFill>
                <a:latin typeface="Montserrat"/>
                <a:ea typeface="Montserrat"/>
                <a:cs typeface="Montserrat"/>
              </a:defRPr>
            </a:pPr>
            <a:r>
              <a:rPr sz="1050" b="1">
                <a:solidFill>
                  <a:srgbClr val="EF8B39"/>
                </a:solidFill>
                <a:latin typeface="Montserrat"/>
                <a:ea typeface="Montserrat"/>
                <a:cs typeface="Montserrat"/>
              </a:rPr>
              <a:t>// EXERCISE 2 · BUILD</a:t>
            </a:r>
          </a:p>
        </p:txBody>
      </p:sp>
      <p:sp>
        <p:nvSpPr>
          <p:cNvPr id="79" name="">
            <a:extLst xmlns:a="http://schemas.openxmlformats.org/drawingml/2006/main">
              <a:ext uri="{FF2B5EF4-FFF2-40B4-BE49-F238E27FC236}">
                <a16:creationId xmlns:a16="http://schemas.microsoft.com/office/drawing/2014/main" id="{64089178-84C4-464D-B88D-BE573151CF49}"/>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B93800"/>
                </a:solidFill>
                <a:latin typeface="Montserrat"/>
                <a:ea typeface="Montserrat"/>
                <a:cs typeface="Montserrat"/>
              </a:defRPr>
            </a:defPPr>
            <a:lvl1pPr algn="r">
              <a:defRPr sz="900" b="0">
                <a:solidFill>
                  <a:srgbClr val="B93800"/>
                </a:solidFill>
                <a:latin typeface="Montserrat"/>
                <a:ea typeface="Montserrat"/>
                <a:cs typeface="Montserrat"/>
              </a:defRPr>
            </a:lvl1pPr>
            <a:lvl2pPr algn="r">
              <a:defRPr sz="900" b="0">
                <a:solidFill>
                  <a:srgbClr val="B93800"/>
                </a:solidFill>
                <a:latin typeface="Montserrat"/>
                <a:ea typeface="Montserrat"/>
                <a:cs typeface="Montserrat"/>
              </a:defRPr>
            </a:lvl2pPr>
            <a:lvl3pPr algn="r">
              <a:defRPr sz="900" b="0">
                <a:solidFill>
                  <a:srgbClr val="B93800"/>
                </a:solidFill>
                <a:latin typeface="Montserrat"/>
                <a:ea typeface="Montserrat"/>
                <a:cs typeface="Montserrat"/>
              </a:defRPr>
            </a:lvl3pPr>
            <a:lvl4pPr algn="r">
              <a:defRPr sz="900" b="0">
                <a:solidFill>
                  <a:srgbClr val="B93800"/>
                </a:solidFill>
                <a:latin typeface="Montserrat"/>
                <a:ea typeface="Montserrat"/>
                <a:cs typeface="Montserrat"/>
              </a:defRPr>
            </a:lvl4pPr>
            <a:lvl5pPr algn="r">
              <a:defRPr sz="900" b="0">
                <a:solidFill>
                  <a:srgbClr val="B93800"/>
                </a:solidFill>
                <a:latin typeface="Montserrat"/>
                <a:ea typeface="Montserrat"/>
                <a:cs typeface="Montserrat"/>
              </a:defRPr>
            </a:lvl5pPr>
            <a:lvl6pPr algn="r">
              <a:defRPr sz="900" b="0">
                <a:solidFill>
                  <a:srgbClr val="B93800"/>
                </a:solidFill>
                <a:latin typeface="Montserrat"/>
                <a:ea typeface="Montserrat"/>
                <a:cs typeface="Montserrat"/>
              </a:defRPr>
            </a:lvl6pPr>
            <a:lvl7pPr algn="r">
              <a:defRPr sz="900" b="0">
                <a:solidFill>
                  <a:srgbClr val="B93800"/>
                </a:solidFill>
                <a:latin typeface="Montserrat"/>
                <a:ea typeface="Montserrat"/>
                <a:cs typeface="Montserrat"/>
              </a:defRPr>
            </a:lvl7pPr>
            <a:lvl8pPr algn="r">
              <a:defRPr sz="900" b="0">
                <a:solidFill>
                  <a:srgbClr val="B93800"/>
                </a:solidFill>
                <a:latin typeface="Montserrat"/>
                <a:ea typeface="Montserrat"/>
                <a:cs typeface="Montserrat"/>
              </a:defRPr>
            </a:lvl8pPr>
            <a:lvl9pPr algn="r">
              <a:defRPr sz="900" b="0">
                <a:solidFill>
                  <a:srgbClr val="B93800"/>
                </a:solidFill>
                <a:latin typeface="Montserrat"/>
                <a:ea typeface="Montserrat"/>
                <a:cs typeface="Montserrat"/>
              </a:defRPr>
            </a:lvl9pPr>
          </a:lstStyle>
          <a:p xmlns:a="http://schemas.openxmlformats.org/drawingml/2006/main">
            <a:pPr algn="r">
              <a:defRPr sz="900" b="0">
                <a:solidFill>
                  <a:srgbClr val="B93800"/>
                </a:solidFill>
                <a:latin typeface="Montserrat"/>
                <a:ea typeface="Montserrat"/>
                <a:cs typeface="Montserrat"/>
              </a:defRPr>
            </a:pPr>
            <a:r>
              <a:rPr sz="900" b="0">
                <a:solidFill>
                  <a:srgbClr val="B93800"/>
                </a:solidFill>
                <a:latin typeface="Montserrat"/>
                <a:ea typeface="Montserrat"/>
                <a:cs typeface="Montserrat"/>
              </a:rPr>
              <a:t>3:00–4:30</a:t>
            </a:r>
          </a:p>
        </p:txBody>
      </p:sp>
      <p:sp>
        <p:nvSpPr>
          <p:cNvPr id="80" name="">
            <a:extLst xmlns:a="http://schemas.openxmlformats.org/drawingml/2006/main">
              <a:ext uri="{FF2B5EF4-FFF2-40B4-BE49-F238E27FC236}">
                <a16:creationId xmlns:a16="http://schemas.microsoft.com/office/drawing/2014/main" id="{64034B34-D1A9-4A0C-9AC2-76DEE1ED9E59}"/>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Build the board</a:t>
            </a:r>
          </a:p>
        </p:txBody>
      </p:sp>
      <p:sp>
        <p:nvSpPr>
          <p:cNvPr id="81" name="">
            <a:extLst xmlns:a="http://schemas.openxmlformats.org/drawingml/2006/main">
              <a:ext uri="{FF2B5EF4-FFF2-40B4-BE49-F238E27FC236}">
                <a16:creationId xmlns:a16="http://schemas.microsoft.com/office/drawing/2014/main" id="{607A0D4C-E68C-4DF0-BD82-154C0FE70F93}"/>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BOARD FIRST · BATTLE SECOND</a:t>
            </a:r>
          </a:p>
        </p:txBody>
      </p:sp>
      <p:sp>
        <p:nvSpPr>
          <p:cNvPr id="82" name="">
            <a:extLst xmlns:a="http://schemas.openxmlformats.org/drawingml/2006/main">
              <a:ext uri="{FF2B5EF4-FFF2-40B4-BE49-F238E27FC236}">
                <a16:creationId xmlns:a16="http://schemas.microsoft.com/office/drawing/2014/main" id="{96E97A1A-0714-466C-BB7A-1D1B82DBED74}"/>
              </a:ext>
            </a:extLst>
          </p:cNvPr>
          <p:cNvSpPr>
            <a:spLocks xmlns:a="http://schemas.openxmlformats.org/drawingml/2006/main" noGrp="1"/>
          </p:cNvSpPr>
          <p:nvPr/>
        </p:nvSpPr>
        <p:spPr>
          <a:xfrm xmlns:a="http://schemas.openxmlformats.org/drawingml/2006/main">
            <a:off x="1638300" y="2266950"/>
            <a:ext cx="819150" cy="819150"/>
          </a:xfrm>
          <a:prstGeom xmlns:a="http://schemas.openxmlformats.org/drawingml/2006/main" prst="roundRect">
            <a:avLst>
              <a:gd name="adj" fmla="val 11628"/>
            </a:avLst>
          </a:prstGeom>
          <a:solidFill xmlns:a="http://schemas.openxmlformats.org/drawingml/2006/main">
            <a:srgbClr val="FFFFFF"/>
          </a:solidFill>
          <a:ln xmlns:a="http://schemas.openxmlformats.org/drawingml/2006/main" w="9525">
            <a:solidFill>
              <a:srgbClr val="307FE2"/>
            </a:solidFill>
            <a:prstDash val="solid"/>
          </a:ln>
        </p:spPr>
      </p:sp>
      <p:sp>
        <p:nvSpPr>
          <p:cNvPr id="83" name="">
            <a:extLst xmlns:a="http://schemas.openxmlformats.org/drawingml/2006/main">
              <a:ext uri="{FF2B5EF4-FFF2-40B4-BE49-F238E27FC236}">
                <a16:creationId xmlns:a16="http://schemas.microsoft.com/office/drawing/2014/main" id="{929F4EAB-9C27-4B24-8212-5FD64B6DFC34}"/>
              </a:ext>
            </a:extLst>
          </p:cNvPr>
          <p:cNvSpPr>
            <a:spLocks xmlns:a="http://schemas.openxmlformats.org/drawingml/2006/main" noGrp="1"/>
          </p:cNvSpPr>
          <p:nvPr/>
        </p:nvSpPr>
        <p:spPr>
          <a:xfrm xmlns:a="http://schemas.openxmlformats.org/drawingml/2006/main">
            <a:off x="1638300" y="2533650"/>
            <a:ext cx="819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0">
                <a:solidFill>
                  <a:srgbClr val="94A3B8"/>
                </a:solidFill>
                <a:latin typeface="Montserrat"/>
                <a:ea typeface="Montserrat"/>
                <a:cs typeface="Montserrat"/>
              </a:defRPr>
            </a:defPPr>
            <a:lvl1pPr algn="ctr">
              <a:defRPr sz="1350" b="0">
                <a:solidFill>
                  <a:srgbClr val="94A3B8"/>
                </a:solidFill>
                <a:latin typeface="Montserrat"/>
                <a:ea typeface="Montserrat"/>
                <a:cs typeface="Montserrat"/>
              </a:defRPr>
            </a:lvl1pPr>
            <a:lvl2pPr algn="ctr">
              <a:defRPr sz="1350" b="0">
                <a:solidFill>
                  <a:srgbClr val="94A3B8"/>
                </a:solidFill>
                <a:latin typeface="Montserrat"/>
                <a:ea typeface="Montserrat"/>
                <a:cs typeface="Montserrat"/>
              </a:defRPr>
            </a:lvl2pPr>
            <a:lvl3pPr algn="ctr">
              <a:defRPr sz="1350" b="0">
                <a:solidFill>
                  <a:srgbClr val="94A3B8"/>
                </a:solidFill>
                <a:latin typeface="Montserrat"/>
                <a:ea typeface="Montserrat"/>
                <a:cs typeface="Montserrat"/>
              </a:defRPr>
            </a:lvl3pPr>
            <a:lvl4pPr algn="ctr">
              <a:defRPr sz="1350" b="0">
                <a:solidFill>
                  <a:srgbClr val="94A3B8"/>
                </a:solidFill>
                <a:latin typeface="Montserrat"/>
                <a:ea typeface="Montserrat"/>
                <a:cs typeface="Montserrat"/>
              </a:defRPr>
            </a:lvl4pPr>
            <a:lvl5pPr algn="ctr">
              <a:defRPr sz="1350" b="0">
                <a:solidFill>
                  <a:srgbClr val="94A3B8"/>
                </a:solidFill>
                <a:latin typeface="Montserrat"/>
                <a:ea typeface="Montserrat"/>
                <a:cs typeface="Montserrat"/>
              </a:defRPr>
            </a:lvl5pPr>
            <a:lvl6pPr algn="ctr">
              <a:defRPr sz="1350" b="0">
                <a:solidFill>
                  <a:srgbClr val="94A3B8"/>
                </a:solidFill>
                <a:latin typeface="Montserrat"/>
                <a:ea typeface="Montserrat"/>
                <a:cs typeface="Montserrat"/>
              </a:defRPr>
            </a:lvl6pPr>
            <a:lvl7pPr algn="ctr">
              <a:defRPr sz="1350" b="0">
                <a:solidFill>
                  <a:srgbClr val="94A3B8"/>
                </a:solidFill>
                <a:latin typeface="Montserrat"/>
                <a:ea typeface="Montserrat"/>
                <a:cs typeface="Montserrat"/>
              </a:defRPr>
            </a:lvl7pPr>
            <a:lvl8pPr algn="ctr">
              <a:defRPr sz="1350" b="0">
                <a:solidFill>
                  <a:srgbClr val="94A3B8"/>
                </a:solidFill>
                <a:latin typeface="Montserrat"/>
                <a:ea typeface="Montserrat"/>
                <a:cs typeface="Montserrat"/>
              </a:defRPr>
            </a:lvl8pPr>
            <a:lvl9pPr algn="ctr">
              <a:defRPr sz="1350" b="0">
                <a:solidFill>
                  <a:srgbClr val="94A3B8"/>
                </a:solidFill>
                <a:latin typeface="Montserrat"/>
                <a:ea typeface="Montserrat"/>
                <a:cs typeface="Montserrat"/>
              </a:defRPr>
            </a:lvl9pPr>
          </a:lstStyle>
          <a:p xmlns:a="http://schemas.openxmlformats.org/drawingml/2006/main">
            <a:pPr algn="ctr">
              <a:defRPr sz="1350" b="0">
                <a:solidFill>
                  <a:srgbClr val="94A3B8"/>
                </a:solidFill>
                <a:latin typeface="Montserrat"/>
                <a:ea typeface="Montserrat"/>
                <a:cs typeface="Montserrat"/>
              </a:defRPr>
            </a:pPr>
            <a:r>
              <a:rPr sz="1350" b="0">
                <a:solidFill>
                  <a:srgbClr val="94A3B8"/>
                </a:solidFill>
                <a:latin typeface="Montserrat"/>
                <a:ea typeface="Montserrat"/>
                <a:cs typeface="Montserrat"/>
              </a:rPr>
              <a:t>1</a:t>
            </a:r>
          </a:p>
        </p:txBody>
      </p:sp>
      <p:sp>
        <p:nvSpPr>
          <p:cNvPr id="84" name="">
            <a:extLst xmlns:a="http://schemas.openxmlformats.org/drawingml/2006/main">
              <a:ext uri="{FF2B5EF4-FFF2-40B4-BE49-F238E27FC236}">
                <a16:creationId xmlns:a16="http://schemas.microsoft.com/office/drawing/2014/main" id="{D647DC1A-97E0-425E-9A0C-8B46581190CA}"/>
              </a:ext>
            </a:extLst>
          </p:cNvPr>
          <p:cNvSpPr>
            <a:spLocks xmlns:a="http://schemas.openxmlformats.org/drawingml/2006/main" noGrp="1"/>
          </p:cNvSpPr>
          <p:nvPr/>
        </p:nvSpPr>
        <p:spPr>
          <a:xfrm xmlns:a="http://schemas.openxmlformats.org/drawingml/2006/main">
            <a:off x="2552700" y="2266950"/>
            <a:ext cx="819150" cy="819150"/>
          </a:xfrm>
          <a:prstGeom xmlns:a="http://schemas.openxmlformats.org/drawingml/2006/main" prst="roundRect">
            <a:avLst>
              <a:gd name="adj" fmla="val 11628"/>
            </a:avLst>
          </a:prstGeom>
          <a:solidFill xmlns:a="http://schemas.openxmlformats.org/drawingml/2006/main">
            <a:srgbClr val="FFFFFF"/>
          </a:solidFill>
          <a:ln xmlns:a="http://schemas.openxmlformats.org/drawingml/2006/main" w="9525">
            <a:solidFill>
              <a:srgbClr val="307FE2"/>
            </a:solidFill>
            <a:prstDash val="solid"/>
          </a:ln>
        </p:spPr>
      </p:sp>
      <p:sp>
        <p:nvSpPr>
          <p:cNvPr id="85" name="">
            <a:extLst xmlns:a="http://schemas.openxmlformats.org/drawingml/2006/main">
              <a:ext uri="{FF2B5EF4-FFF2-40B4-BE49-F238E27FC236}">
                <a16:creationId xmlns:a16="http://schemas.microsoft.com/office/drawing/2014/main" id="{B4432374-7CCC-46FD-94AE-C8D15B47F64F}"/>
              </a:ext>
            </a:extLst>
          </p:cNvPr>
          <p:cNvSpPr>
            <a:spLocks xmlns:a="http://schemas.openxmlformats.org/drawingml/2006/main" noGrp="1"/>
          </p:cNvSpPr>
          <p:nvPr/>
        </p:nvSpPr>
        <p:spPr>
          <a:xfrm xmlns:a="http://schemas.openxmlformats.org/drawingml/2006/main">
            <a:off x="2552700" y="2533650"/>
            <a:ext cx="819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0">
                <a:solidFill>
                  <a:srgbClr val="94A3B8"/>
                </a:solidFill>
                <a:latin typeface="Montserrat"/>
                <a:ea typeface="Montserrat"/>
                <a:cs typeface="Montserrat"/>
              </a:defRPr>
            </a:defPPr>
            <a:lvl1pPr algn="ctr">
              <a:defRPr sz="1350" b="0">
                <a:solidFill>
                  <a:srgbClr val="94A3B8"/>
                </a:solidFill>
                <a:latin typeface="Montserrat"/>
                <a:ea typeface="Montserrat"/>
                <a:cs typeface="Montserrat"/>
              </a:defRPr>
            </a:lvl1pPr>
            <a:lvl2pPr algn="ctr">
              <a:defRPr sz="1350" b="0">
                <a:solidFill>
                  <a:srgbClr val="94A3B8"/>
                </a:solidFill>
                <a:latin typeface="Montserrat"/>
                <a:ea typeface="Montserrat"/>
                <a:cs typeface="Montserrat"/>
              </a:defRPr>
            </a:lvl2pPr>
            <a:lvl3pPr algn="ctr">
              <a:defRPr sz="1350" b="0">
                <a:solidFill>
                  <a:srgbClr val="94A3B8"/>
                </a:solidFill>
                <a:latin typeface="Montserrat"/>
                <a:ea typeface="Montserrat"/>
                <a:cs typeface="Montserrat"/>
              </a:defRPr>
            </a:lvl3pPr>
            <a:lvl4pPr algn="ctr">
              <a:defRPr sz="1350" b="0">
                <a:solidFill>
                  <a:srgbClr val="94A3B8"/>
                </a:solidFill>
                <a:latin typeface="Montserrat"/>
                <a:ea typeface="Montserrat"/>
                <a:cs typeface="Montserrat"/>
              </a:defRPr>
            </a:lvl4pPr>
            <a:lvl5pPr algn="ctr">
              <a:defRPr sz="1350" b="0">
                <a:solidFill>
                  <a:srgbClr val="94A3B8"/>
                </a:solidFill>
                <a:latin typeface="Montserrat"/>
                <a:ea typeface="Montserrat"/>
                <a:cs typeface="Montserrat"/>
              </a:defRPr>
            </a:lvl5pPr>
            <a:lvl6pPr algn="ctr">
              <a:defRPr sz="1350" b="0">
                <a:solidFill>
                  <a:srgbClr val="94A3B8"/>
                </a:solidFill>
                <a:latin typeface="Montserrat"/>
                <a:ea typeface="Montserrat"/>
                <a:cs typeface="Montserrat"/>
              </a:defRPr>
            </a:lvl6pPr>
            <a:lvl7pPr algn="ctr">
              <a:defRPr sz="1350" b="0">
                <a:solidFill>
                  <a:srgbClr val="94A3B8"/>
                </a:solidFill>
                <a:latin typeface="Montserrat"/>
                <a:ea typeface="Montserrat"/>
                <a:cs typeface="Montserrat"/>
              </a:defRPr>
            </a:lvl7pPr>
            <a:lvl8pPr algn="ctr">
              <a:defRPr sz="1350" b="0">
                <a:solidFill>
                  <a:srgbClr val="94A3B8"/>
                </a:solidFill>
                <a:latin typeface="Montserrat"/>
                <a:ea typeface="Montserrat"/>
                <a:cs typeface="Montserrat"/>
              </a:defRPr>
            </a:lvl8pPr>
            <a:lvl9pPr algn="ctr">
              <a:defRPr sz="1350" b="0">
                <a:solidFill>
                  <a:srgbClr val="94A3B8"/>
                </a:solidFill>
                <a:latin typeface="Montserrat"/>
                <a:ea typeface="Montserrat"/>
                <a:cs typeface="Montserrat"/>
              </a:defRPr>
            </a:lvl9pPr>
          </a:lstStyle>
          <a:p xmlns:a="http://schemas.openxmlformats.org/drawingml/2006/main">
            <a:pPr algn="ctr">
              <a:defRPr sz="1350" b="0">
                <a:solidFill>
                  <a:srgbClr val="94A3B8"/>
                </a:solidFill>
                <a:latin typeface="Montserrat"/>
                <a:ea typeface="Montserrat"/>
                <a:cs typeface="Montserrat"/>
              </a:defRPr>
            </a:pPr>
            <a:r>
              <a:rPr sz="1350" b="0">
                <a:solidFill>
                  <a:srgbClr val="94A3B8"/>
                </a:solidFill>
                <a:latin typeface="Montserrat"/>
                <a:ea typeface="Montserrat"/>
                <a:cs typeface="Montserrat"/>
              </a:rPr>
              <a:t>2</a:t>
            </a:r>
          </a:p>
        </p:txBody>
      </p:sp>
      <p:sp>
        <p:nvSpPr>
          <p:cNvPr id="86" name="">
            <a:extLst xmlns:a="http://schemas.openxmlformats.org/drawingml/2006/main">
              <a:ext uri="{FF2B5EF4-FFF2-40B4-BE49-F238E27FC236}">
                <a16:creationId xmlns:a16="http://schemas.microsoft.com/office/drawing/2014/main" id="{130FA0E1-9E2A-4C97-9723-DD7A6141E557}"/>
              </a:ext>
            </a:extLst>
          </p:cNvPr>
          <p:cNvSpPr>
            <a:spLocks xmlns:a="http://schemas.openxmlformats.org/drawingml/2006/main" noGrp="1"/>
          </p:cNvSpPr>
          <p:nvPr/>
        </p:nvSpPr>
        <p:spPr>
          <a:xfrm xmlns:a="http://schemas.openxmlformats.org/drawingml/2006/main">
            <a:off x="3467100" y="2266950"/>
            <a:ext cx="819150" cy="819150"/>
          </a:xfrm>
          <a:prstGeom xmlns:a="http://schemas.openxmlformats.org/drawingml/2006/main" prst="roundRect">
            <a:avLst>
              <a:gd name="adj" fmla="val 11628"/>
            </a:avLst>
          </a:prstGeom>
          <a:solidFill xmlns:a="http://schemas.openxmlformats.org/drawingml/2006/main">
            <a:srgbClr val="FFFFFF"/>
          </a:solidFill>
          <a:ln xmlns:a="http://schemas.openxmlformats.org/drawingml/2006/main" w="9525">
            <a:solidFill>
              <a:srgbClr val="307FE2"/>
            </a:solidFill>
            <a:prstDash val="solid"/>
          </a:ln>
        </p:spPr>
      </p:sp>
      <p:sp>
        <p:nvSpPr>
          <p:cNvPr id="87" name="">
            <a:extLst xmlns:a="http://schemas.openxmlformats.org/drawingml/2006/main">
              <a:ext uri="{FF2B5EF4-FFF2-40B4-BE49-F238E27FC236}">
                <a16:creationId xmlns:a16="http://schemas.microsoft.com/office/drawing/2014/main" id="{C871A15C-41A2-40FC-AF7E-EDE10E0DF807}"/>
              </a:ext>
            </a:extLst>
          </p:cNvPr>
          <p:cNvSpPr>
            <a:spLocks xmlns:a="http://schemas.openxmlformats.org/drawingml/2006/main" noGrp="1"/>
          </p:cNvSpPr>
          <p:nvPr/>
        </p:nvSpPr>
        <p:spPr>
          <a:xfrm xmlns:a="http://schemas.openxmlformats.org/drawingml/2006/main">
            <a:off x="3467100" y="2533650"/>
            <a:ext cx="819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0">
                <a:solidFill>
                  <a:srgbClr val="94A3B8"/>
                </a:solidFill>
                <a:latin typeface="Montserrat"/>
                <a:ea typeface="Montserrat"/>
                <a:cs typeface="Montserrat"/>
              </a:defRPr>
            </a:defPPr>
            <a:lvl1pPr algn="ctr">
              <a:defRPr sz="1350" b="0">
                <a:solidFill>
                  <a:srgbClr val="94A3B8"/>
                </a:solidFill>
                <a:latin typeface="Montserrat"/>
                <a:ea typeface="Montserrat"/>
                <a:cs typeface="Montserrat"/>
              </a:defRPr>
            </a:lvl1pPr>
            <a:lvl2pPr algn="ctr">
              <a:defRPr sz="1350" b="0">
                <a:solidFill>
                  <a:srgbClr val="94A3B8"/>
                </a:solidFill>
                <a:latin typeface="Montserrat"/>
                <a:ea typeface="Montserrat"/>
                <a:cs typeface="Montserrat"/>
              </a:defRPr>
            </a:lvl2pPr>
            <a:lvl3pPr algn="ctr">
              <a:defRPr sz="1350" b="0">
                <a:solidFill>
                  <a:srgbClr val="94A3B8"/>
                </a:solidFill>
                <a:latin typeface="Montserrat"/>
                <a:ea typeface="Montserrat"/>
                <a:cs typeface="Montserrat"/>
              </a:defRPr>
            </a:lvl3pPr>
            <a:lvl4pPr algn="ctr">
              <a:defRPr sz="1350" b="0">
                <a:solidFill>
                  <a:srgbClr val="94A3B8"/>
                </a:solidFill>
                <a:latin typeface="Montserrat"/>
                <a:ea typeface="Montserrat"/>
                <a:cs typeface="Montserrat"/>
              </a:defRPr>
            </a:lvl4pPr>
            <a:lvl5pPr algn="ctr">
              <a:defRPr sz="1350" b="0">
                <a:solidFill>
                  <a:srgbClr val="94A3B8"/>
                </a:solidFill>
                <a:latin typeface="Montserrat"/>
                <a:ea typeface="Montserrat"/>
                <a:cs typeface="Montserrat"/>
              </a:defRPr>
            </a:lvl5pPr>
            <a:lvl6pPr algn="ctr">
              <a:defRPr sz="1350" b="0">
                <a:solidFill>
                  <a:srgbClr val="94A3B8"/>
                </a:solidFill>
                <a:latin typeface="Montserrat"/>
                <a:ea typeface="Montserrat"/>
                <a:cs typeface="Montserrat"/>
              </a:defRPr>
            </a:lvl6pPr>
            <a:lvl7pPr algn="ctr">
              <a:defRPr sz="1350" b="0">
                <a:solidFill>
                  <a:srgbClr val="94A3B8"/>
                </a:solidFill>
                <a:latin typeface="Montserrat"/>
                <a:ea typeface="Montserrat"/>
                <a:cs typeface="Montserrat"/>
              </a:defRPr>
            </a:lvl7pPr>
            <a:lvl8pPr algn="ctr">
              <a:defRPr sz="1350" b="0">
                <a:solidFill>
                  <a:srgbClr val="94A3B8"/>
                </a:solidFill>
                <a:latin typeface="Montserrat"/>
                <a:ea typeface="Montserrat"/>
                <a:cs typeface="Montserrat"/>
              </a:defRPr>
            </a:lvl8pPr>
            <a:lvl9pPr algn="ctr">
              <a:defRPr sz="1350" b="0">
                <a:solidFill>
                  <a:srgbClr val="94A3B8"/>
                </a:solidFill>
                <a:latin typeface="Montserrat"/>
                <a:ea typeface="Montserrat"/>
                <a:cs typeface="Montserrat"/>
              </a:defRPr>
            </a:lvl9pPr>
          </a:lstStyle>
          <a:p xmlns:a="http://schemas.openxmlformats.org/drawingml/2006/main">
            <a:pPr algn="ctr">
              <a:defRPr sz="1350" b="0">
                <a:solidFill>
                  <a:srgbClr val="94A3B8"/>
                </a:solidFill>
                <a:latin typeface="Montserrat"/>
                <a:ea typeface="Montserrat"/>
                <a:cs typeface="Montserrat"/>
              </a:defRPr>
            </a:pPr>
            <a:r>
              <a:rPr sz="1350" b="0">
                <a:solidFill>
                  <a:srgbClr val="94A3B8"/>
                </a:solidFill>
                <a:latin typeface="Montserrat"/>
                <a:ea typeface="Montserrat"/>
                <a:cs typeface="Montserrat"/>
              </a:rPr>
              <a:t>3</a:t>
            </a:r>
          </a:p>
        </p:txBody>
      </p:sp>
      <p:sp>
        <p:nvSpPr>
          <p:cNvPr id="88" name="">
            <a:extLst xmlns:a="http://schemas.openxmlformats.org/drawingml/2006/main">
              <a:ext uri="{FF2B5EF4-FFF2-40B4-BE49-F238E27FC236}">
                <a16:creationId xmlns:a16="http://schemas.microsoft.com/office/drawing/2014/main" id="{3C10B05D-3939-4C12-BFC4-1C31DD98057F}"/>
              </a:ext>
            </a:extLst>
          </p:cNvPr>
          <p:cNvSpPr>
            <a:spLocks xmlns:a="http://schemas.openxmlformats.org/drawingml/2006/main" noGrp="1"/>
          </p:cNvSpPr>
          <p:nvPr/>
        </p:nvSpPr>
        <p:spPr>
          <a:xfrm xmlns:a="http://schemas.openxmlformats.org/drawingml/2006/main">
            <a:off x="1638300" y="3181350"/>
            <a:ext cx="819150" cy="819150"/>
          </a:xfrm>
          <a:prstGeom xmlns:a="http://schemas.openxmlformats.org/drawingml/2006/main" prst="roundRect">
            <a:avLst>
              <a:gd name="adj" fmla="val 11628"/>
            </a:avLst>
          </a:prstGeom>
          <a:solidFill xmlns:a="http://schemas.openxmlformats.org/drawingml/2006/main">
            <a:srgbClr val="FFFFFF"/>
          </a:solidFill>
          <a:ln xmlns:a="http://schemas.openxmlformats.org/drawingml/2006/main" w="9525">
            <a:solidFill>
              <a:srgbClr val="307FE2"/>
            </a:solidFill>
            <a:prstDash val="solid"/>
          </a:ln>
        </p:spPr>
      </p:sp>
      <p:sp>
        <p:nvSpPr>
          <p:cNvPr id="89" name="">
            <a:extLst xmlns:a="http://schemas.openxmlformats.org/drawingml/2006/main">
              <a:ext uri="{FF2B5EF4-FFF2-40B4-BE49-F238E27FC236}">
                <a16:creationId xmlns:a16="http://schemas.microsoft.com/office/drawing/2014/main" id="{121A29B4-76A7-4216-B10F-7383E7969E47}"/>
              </a:ext>
            </a:extLst>
          </p:cNvPr>
          <p:cNvSpPr>
            <a:spLocks xmlns:a="http://schemas.openxmlformats.org/drawingml/2006/main" noGrp="1"/>
          </p:cNvSpPr>
          <p:nvPr/>
        </p:nvSpPr>
        <p:spPr>
          <a:xfrm xmlns:a="http://schemas.openxmlformats.org/drawingml/2006/main">
            <a:off x="1638300" y="3448050"/>
            <a:ext cx="819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0">
                <a:solidFill>
                  <a:srgbClr val="94A3B8"/>
                </a:solidFill>
                <a:latin typeface="Montserrat"/>
                <a:ea typeface="Montserrat"/>
                <a:cs typeface="Montserrat"/>
              </a:defRPr>
            </a:defPPr>
            <a:lvl1pPr algn="ctr">
              <a:defRPr sz="1350" b="0">
                <a:solidFill>
                  <a:srgbClr val="94A3B8"/>
                </a:solidFill>
                <a:latin typeface="Montserrat"/>
                <a:ea typeface="Montserrat"/>
                <a:cs typeface="Montserrat"/>
              </a:defRPr>
            </a:lvl1pPr>
            <a:lvl2pPr algn="ctr">
              <a:defRPr sz="1350" b="0">
                <a:solidFill>
                  <a:srgbClr val="94A3B8"/>
                </a:solidFill>
                <a:latin typeface="Montserrat"/>
                <a:ea typeface="Montserrat"/>
                <a:cs typeface="Montserrat"/>
              </a:defRPr>
            </a:lvl2pPr>
            <a:lvl3pPr algn="ctr">
              <a:defRPr sz="1350" b="0">
                <a:solidFill>
                  <a:srgbClr val="94A3B8"/>
                </a:solidFill>
                <a:latin typeface="Montserrat"/>
                <a:ea typeface="Montserrat"/>
                <a:cs typeface="Montserrat"/>
              </a:defRPr>
            </a:lvl3pPr>
            <a:lvl4pPr algn="ctr">
              <a:defRPr sz="1350" b="0">
                <a:solidFill>
                  <a:srgbClr val="94A3B8"/>
                </a:solidFill>
                <a:latin typeface="Montserrat"/>
                <a:ea typeface="Montserrat"/>
                <a:cs typeface="Montserrat"/>
              </a:defRPr>
            </a:lvl4pPr>
            <a:lvl5pPr algn="ctr">
              <a:defRPr sz="1350" b="0">
                <a:solidFill>
                  <a:srgbClr val="94A3B8"/>
                </a:solidFill>
                <a:latin typeface="Montserrat"/>
                <a:ea typeface="Montserrat"/>
                <a:cs typeface="Montserrat"/>
              </a:defRPr>
            </a:lvl5pPr>
            <a:lvl6pPr algn="ctr">
              <a:defRPr sz="1350" b="0">
                <a:solidFill>
                  <a:srgbClr val="94A3B8"/>
                </a:solidFill>
                <a:latin typeface="Montserrat"/>
                <a:ea typeface="Montserrat"/>
                <a:cs typeface="Montserrat"/>
              </a:defRPr>
            </a:lvl6pPr>
            <a:lvl7pPr algn="ctr">
              <a:defRPr sz="1350" b="0">
                <a:solidFill>
                  <a:srgbClr val="94A3B8"/>
                </a:solidFill>
                <a:latin typeface="Montserrat"/>
                <a:ea typeface="Montserrat"/>
                <a:cs typeface="Montserrat"/>
              </a:defRPr>
            </a:lvl7pPr>
            <a:lvl8pPr algn="ctr">
              <a:defRPr sz="1350" b="0">
                <a:solidFill>
                  <a:srgbClr val="94A3B8"/>
                </a:solidFill>
                <a:latin typeface="Montserrat"/>
                <a:ea typeface="Montserrat"/>
                <a:cs typeface="Montserrat"/>
              </a:defRPr>
            </a:lvl8pPr>
            <a:lvl9pPr algn="ctr">
              <a:defRPr sz="1350" b="0">
                <a:solidFill>
                  <a:srgbClr val="94A3B8"/>
                </a:solidFill>
                <a:latin typeface="Montserrat"/>
                <a:ea typeface="Montserrat"/>
                <a:cs typeface="Montserrat"/>
              </a:defRPr>
            </a:lvl9pPr>
          </a:lstStyle>
          <a:p xmlns:a="http://schemas.openxmlformats.org/drawingml/2006/main">
            <a:pPr algn="ctr">
              <a:defRPr sz="1350" b="0">
                <a:solidFill>
                  <a:srgbClr val="94A3B8"/>
                </a:solidFill>
                <a:latin typeface="Montserrat"/>
                <a:ea typeface="Montserrat"/>
                <a:cs typeface="Montserrat"/>
              </a:defRPr>
            </a:pPr>
            <a:r>
              <a:rPr sz="1350" b="0">
                <a:solidFill>
                  <a:srgbClr val="94A3B8"/>
                </a:solidFill>
                <a:latin typeface="Montserrat"/>
                <a:ea typeface="Montserrat"/>
                <a:cs typeface="Montserrat"/>
              </a:rPr>
              <a:t>4</a:t>
            </a:r>
          </a:p>
        </p:txBody>
      </p:sp>
      <p:sp>
        <p:nvSpPr>
          <p:cNvPr id="90" name="">
            <a:extLst xmlns:a="http://schemas.openxmlformats.org/drawingml/2006/main">
              <a:ext uri="{FF2B5EF4-FFF2-40B4-BE49-F238E27FC236}">
                <a16:creationId xmlns:a16="http://schemas.microsoft.com/office/drawing/2014/main" id="{730053A8-459C-4A2D-AB5D-6B7E894A233D}"/>
              </a:ext>
            </a:extLst>
          </p:cNvPr>
          <p:cNvSpPr>
            <a:spLocks xmlns:a="http://schemas.openxmlformats.org/drawingml/2006/main" noGrp="1"/>
          </p:cNvSpPr>
          <p:nvPr/>
        </p:nvSpPr>
        <p:spPr>
          <a:xfrm xmlns:a="http://schemas.openxmlformats.org/drawingml/2006/main">
            <a:off x="2552700" y="3181350"/>
            <a:ext cx="819150" cy="819150"/>
          </a:xfrm>
          <a:prstGeom xmlns:a="http://schemas.openxmlformats.org/drawingml/2006/main" prst="roundRect">
            <a:avLst>
              <a:gd name="adj" fmla="val 11628"/>
            </a:avLst>
          </a:prstGeom>
          <a:solidFill xmlns:a="http://schemas.openxmlformats.org/drawingml/2006/main">
            <a:srgbClr val="FFFFFF"/>
          </a:solidFill>
          <a:ln xmlns:a="http://schemas.openxmlformats.org/drawingml/2006/main" w="9525">
            <a:solidFill>
              <a:srgbClr val="307FE2"/>
            </a:solidFill>
            <a:prstDash val="solid"/>
          </a:ln>
        </p:spPr>
      </p:sp>
      <p:sp>
        <p:nvSpPr>
          <p:cNvPr id="91" name="">
            <a:extLst xmlns:a="http://schemas.openxmlformats.org/drawingml/2006/main">
              <a:ext uri="{FF2B5EF4-FFF2-40B4-BE49-F238E27FC236}">
                <a16:creationId xmlns:a16="http://schemas.microsoft.com/office/drawing/2014/main" id="{13BDC230-AF72-4B35-9361-E262D4348408}"/>
              </a:ext>
            </a:extLst>
          </p:cNvPr>
          <p:cNvSpPr>
            <a:spLocks xmlns:a="http://schemas.openxmlformats.org/drawingml/2006/main" noGrp="1"/>
          </p:cNvSpPr>
          <p:nvPr/>
        </p:nvSpPr>
        <p:spPr>
          <a:xfrm xmlns:a="http://schemas.openxmlformats.org/drawingml/2006/main">
            <a:off x="2552700" y="3448050"/>
            <a:ext cx="819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0">
                <a:solidFill>
                  <a:srgbClr val="94A3B8"/>
                </a:solidFill>
                <a:latin typeface="Montserrat"/>
                <a:ea typeface="Montserrat"/>
                <a:cs typeface="Montserrat"/>
              </a:defRPr>
            </a:defPPr>
            <a:lvl1pPr algn="ctr">
              <a:defRPr sz="1350" b="0">
                <a:solidFill>
                  <a:srgbClr val="94A3B8"/>
                </a:solidFill>
                <a:latin typeface="Montserrat"/>
                <a:ea typeface="Montserrat"/>
                <a:cs typeface="Montserrat"/>
              </a:defRPr>
            </a:lvl1pPr>
            <a:lvl2pPr algn="ctr">
              <a:defRPr sz="1350" b="0">
                <a:solidFill>
                  <a:srgbClr val="94A3B8"/>
                </a:solidFill>
                <a:latin typeface="Montserrat"/>
                <a:ea typeface="Montserrat"/>
                <a:cs typeface="Montserrat"/>
              </a:defRPr>
            </a:lvl2pPr>
            <a:lvl3pPr algn="ctr">
              <a:defRPr sz="1350" b="0">
                <a:solidFill>
                  <a:srgbClr val="94A3B8"/>
                </a:solidFill>
                <a:latin typeface="Montserrat"/>
                <a:ea typeface="Montserrat"/>
                <a:cs typeface="Montserrat"/>
              </a:defRPr>
            </a:lvl3pPr>
            <a:lvl4pPr algn="ctr">
              <a:defRPr sz="1350" b="0">
                <a:solidFill>
                  <a:srgbClr val="94A3B8"/>
                </a:solidFill>
                <a:latin typeface="Montserrat"/>
                <a:ea typeface="Montserrat"/>
                <a:cs typeface="Montserrat"/>
              </a:defRPr>
            </a:lvl4pPr>
            <a:lvl5pPr algn="ctr">
              <a:defRPr sz="1350" b="0">
                <a:solidFill>
                  <a:srgbClr val="94A3B8"/>
                </a:solidFill>
                <a:latin typeface="Montserrat"/>
                <a:ea typeface="Montserrat"/>
                <a:cs typeface="Montserrat"/>
              </a:defRPr>
            </a:lvl5pPr>
            <a:lvl6pPr algn="ctr">
              <a:defRPr sz="1350" b="0">
                <a:solidFill>
                  <a:srgbClr val="94A3B8"/>
                </a:solidFill>
                <a:latin typeface="Montserrat"/>
                <a:ea typeface="Montserrat"/>
                <a:cs typeface="Montserrat"/>
              </a:defRPr>
            </a:lvl6pPr>
            <a:lvl7pPr algn="ctr">
              <a:defRPr sz="1350" b="0">
                <a:solidFill>
                  <a:srgbClr val="94A3B8"/>
                </a:solidFill>
                <a:latin typeface="Montserrat"/>
                <a:ea typeface="Montserrat"/>
                <a:cs typeface="Montserrat"/>
              </a:defRPr>
            </a:lvl7pPr>
            <a:lvl8pPr algn="ctr">
              <a:defRPr sz="1350" b="0">
                <a:solidFill>
                  <a:srgbClr val="94A3B8"/>
                </a:solidFill>
                <a:latin typeface="Montserrat"/>
                <a:ea typeface="Montserrat"/>
                <a:cs typeface="Montserrat"/>
              </a:defRPr>
            </a:lvl8pPr>
            <a:lvl9pPr algn="ctr">
              <a:defRPr sz="1350" b="0">
                <a:solidFill>
                  <a:srgbClr val="94A3B8"/>
                </a:solidFill>
                <a:latin typeface="Montserrat"/>
                <a:ea typeface="Montserrat"/>
                <a:cs typeface="Montserrat"/>
              </a:defRPr>
            </a:lvl9pPr>
          </a:lstStyle>
          <a:p xmlns:a="http://schemas.openxmlformats.org/drawingml/2006/main">
            <a:pPr algn="ctr">
              <a:defRPr sz="1350" b="0">
                <a:solidFill>
                  <a:srgbClr val="94A3B8"/>
                </a:solidFill>
                <a:latin typeface="Montserrat"/>
                <a:ea typeface="Montserrat"/>
                <a:cs typeface="Montserrat"/>
              </a:defRPr>
            </a:pPr>
            <a:r>
              <a:rPr sz="1350" b="0">
                <a:solidFill>
                  <a:srgbClr val="94A3B8"/>
                </a:solidFill>
                <a:latin typeface="Montserrat"/>
                <a:ea typeface="Montserrat"/>
                <a:cs typeface="Montserrat"/>
              </a:rPr>
              <a:t>5</a:t>
            </a:r>
          </a:p>
        </p:txBody>
      </p:sp>
      <p:sp>
        <p:nvSpPr>
          <p:cNvPr id="92" name="">
            <a:extLst xmlns:a="http://schemas.openxmlformats.org/drawingml/2006/main">
              <a:ext uri="{FF2B5EF4-FFF2-40B4-BE49-F238E27FC236}">
                <a16:creationId xmlns:a16="http://schemas.microsoft.com/office/drawing/2014/main" id="{28727938-B23D-4172-9A28-5A5FD8956477}"/>
              </a:ext>
            </a:extLst>
          </p:cNvPr>
          <p:cNvSpPr>
            <a:spLocks xmlns:a="http://schemas.openxmlformats.org/drawingml/2006/main" noGrp="1"/>
          </p:cNvSpPr>
          <p:nvPr/>
        </p:nvSpPr>
        <p:spPr>
          <a:xfrm xmlns:a="http://schemas.openxmlformats.org/drawingml/2006/main">
            <a:off x="3467100" y="3181350"/>
            <a:ext cx="819150" cy="819150"/>
          </a:xfrm>
          <a:prstGeom xmlns:a="http://schemas.openxmlformats.org/drawingml/2006/main" prst="roundRect">
            <a:avLst>
              <a:gd name="adj" fmla="val 11628"/>
            </a:avLst>
          </a:prstGeom>
          <a:solidFill xmlns:a="http://schemas.openxmlformats.org/drawingml/2006/main">
            <a:srgbClr val="FFFFFF"/>
          </a:solidFill>
          <a:ln xmlns:a="http://schemas.openxmlformats.org/drawingml/2006/main" w="9525">
            <a:solidFill>
              <a:srgbClr val="307FE2"/>
            </a:solidFill>
            <a:prstDash val="solid"/>
          </a:ln>
        </p:spPr>
      </p:sp>
      <p:sp>
        <p:nvSpPr>
          <p:cNvPr id="93" name="">
            <a:extLst xmlns:a="http://schemas.openxmlformats.org/drawingml/2006/main">
              <a:ext uri="{FF2B5EF4-FFF2-40B4-BE49-F238E27FC236}">
                <a16:creationId xmlns:a16="http://schemas.microsoft.com/office/drawing/2014/main" id="{D12C821B-49C7-4361-8464-EB19DE90860E}"/>
              </a:ext>
            </a:extLst>
          </p:cNvPr>
          <p:cNvSpPr>
            <a:spLocks xmlns:a="http://schemas.openxmlformats.org/drawingml/2006/main" noGrp="1"/>
          </p:cNvSpPr>
          <p:nvPr/>
        </p:nvSpPr>
        <p:spPr>
          <a:xfrm xmlns:a="http://schemas.openxmlformats.org/drawingml/2006/main">
            <a:off x="3467100" y="3448050"/>
            <a:ext cx="819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0">
                <a:solidFill>
                  <a:srgbClr val="94A3B8"/>
                </a:solidFill>
                <a:latin typeface="Montserrat"/>
                <a:ea typeface="Montserrat"/>
                <a:cs typeface="Montserrat"/>
              </a:defRPr>
            </a:defPPr>
            <a:lvl1pPr algn="ctr">
              <a:defRPr sz="1350" b="0">
                <a:solidFill>
                  <a:srgbClr val="94A3B8"/>
                </a:solidFill>
                <a:latin typeface="Montserrat"/>
                <a:ea typeface="Montserrat"/>
                <a:cs typeface="Montserrat"/>
              </a:defRPr>
            </a:lvl1pPr>
            <a:lvl2pPr algn="ctr">
              <a:defRPr sz="1350" b="0">
                <a:solidFill>
                  <a:srgbClr val="94A3B8"/>
                </a:solidFill>
                <a:latin typeface="Montserrat"/>
                <a:ea typeface="Montserrat"/>
                <a:cs typeface="Montserrat"/>
              </a:defRPr>
            </a:lvl2pPr>
            <a:lvl3pPr algn="ctr">
              <a:defRPr sz="1350" b="0">
                <a:solidFill>
                  <a:srgbClr val="94A3B8"/>
                </a:solidFill>
                <a:latin typeface="Montserrat"/>
                <a:ea typeface="Montserrat"/>
                <a:cs typeface="Montserrat"/>
              </a:defRPr>
            </a:lvl3pPr>
            <a:lvl4pPr algn="ctr">
              <a:defRPr sz="1350" b="0">
                <a:solidFill>
                  <a:srgbClr val="94A3B8"/>
                </a:solidFill>
                <a:latin typeface="Montserrat"/>
                <a:ea typeface="Montserrat"/>
                <a:cs typeface="Montserrat"/>
              </a:defRPr>
            </a:lvl4pPr>
            <a:lvl5pPr algn="ctr">
              <a:defRPr sz="1350" b="0">
                <a:solidFill>
                  <a:srgbClr val="94A3B8"/>
                </a:solidFill>
                <a:latin typeface="Montserrat"/>
                <a:ea typeface="Montserrat"/>
                <a:cs typeface="Montserrat"/>
              </a:defRPr>
            </a:lvl5pPr>
            <a:lvl6pPr algn="ctr">
              <a:defRPr sz="1350" b="0">
                <a:solidFill>
                  <a:srgbClr val="94A3B8"/>
                </a:solidFill>
                <a:latin typeface="Montserrat"/>
                <a:ea typeface="Montserrat"/>
                <a:cs typeface="Montserrat"/>
              </a:defRPr>
            </a:lvl6pPr>
            <a:lvl7pPr algn="ctr">
              <a:defRPr sz="1350" b="0">
                <a:solidFill>
                  <a:srgbClr val="94A3B8"/>
                </a:solidFill>
                <a:latin typeface="Montserrat"/>
                <a:ea typeface="Montserrat"/>
                <a:cs typeface="Montserrat"/>
              </a:defRPr>
            </a:lvl7pPr>
            <a:lvl8pPr algn="ctr">
              <a:defRPr sz="1350" b="0">
                <a:solidFill>
                  <a:srgbClr val="94A3B8"/>
                </a:solidFill>
                <a:latin typeface="Montserrat"/>
                <a:ea typeface="Montserrat"/>
                <a:cs typeface="Montserrat"/>
              </a:defRPr>
            </a:lvl8pPr>
            <a:lvl9pPr algn="ctr">
              <a:defRPr sz="1350" b="0">
                <a:solidFill>
                  <a:srgbClr val="94A3B8"/>
                </a:solidFill>
                <a:latin typeface="Montserrat"/>
                <a:ea typeface="Montserrat"/>
                <a:cs typeface="Montserrat"/>
              </a:defRPr>
            </a:lvl9pPr>
          </a:lstStyle>
          <a:p xmlns:a="http://schemas.openxmlformats.org/drawingml/2006/main">
            <a:pPr algn="ctr">
              <a:defRPr sz="1350" b="0">
                <a:solidFill>
                  <a:srgbClr val="94A3B8"/>
                </a:solidFill>
                <a:latin typeface="Montserrat"/>
                <a:ea typeface="Montserrat"/>
                <a:cs typeface="Montserrat"/>
              </a:defRPr>
            </a:pPr>
            <a:r>
              <a:rPr sz="1350" b="0">
                <a:solidFill>
                  <a:srgbClr val="94A3B8"/>
                </a:solidFill>
                <a:latin typeface="Montserrat"/>
                <a:ea typeface="Montserrat"/>
                <a:cs typeface="Montserrat"/>
              </a:rPr>
              <a:t>6</a:t>
            </a:r>
          </a:p>
        </p:txBody>
      </p:sp>
      <p:sp>
        <p:nvSpPr>
          <p:cNvPr id="94" name="">
            <a:extLst xmlns:a="http://schemas.openxmlformats.org/drawingml/2006/main">
              <a:ext uri="{FF2B5EF4-FFF2-40B4-BE49-F238E27FC236}">
                <a16:creationId xmlns:a16="http://schemas.microsoft.com/office/drawing/2014/main" id="{07949811-3BC9-4A24-9E81-15993CF8ECB2}"/>
              </a:ext>
            </a:extLst>
          </p:cNvPr>
          <p:cNvSpPr>
            <a:spLocks xmlns:a="http://schemas.openxmlformats.org/drawingml/2006/main" noGrp="1"/>
          </p:cNvSpPr>
          <p:nvPr/>
        </p:nvSpPr>
        <p:spPr>
          <a:xfrm xmlns:a="http://schemas.openxmlformats.org/drawingml/2006/main">
            <a:off x="1638300" y="4095750"/>
            <a:ext cx="819150" cy="819150"/>
          </a:xfrm>
          <a:prstGeom xmlns:a="http://schemas.openxmlformats.org/drawingml/2006/main" prst="roundRect">
            <a:avLst>
              <a:gd name="adj" fmla="val 11628"/>
            </a:avLst>
          </a:prstGeom>
          <a:solidFill xmlns:a="http://schemas.openxmlformats.org/drawingml/2006/main">
            <a:srgbClr val="FFFFFF"/>
          </a:solidFill>
          <a:ln xmlns:a="http://schemas.openxmlformats.org/drawingml/2006/main" w="9525">
            <a:solidFill>
              <a:srgbClr val="307FE2"/>
            </a:solidFill>
            <a:prstDash val="solid"/>
          </a:ln>
        </p:spPr>
      </p:sp>
      <p:sp>
        <p:nvSpPr>
          <p:cNvPr id="95" name="">
            <a:extLst xmlns:a="http://schemas.openxmlformats.org/drawingml/2006/main">
              <a:ext uri="{FF2B5EF4-FFF2-40B4-BE49-F238E27FC236}">
                <a16:creationId xmlns:a16="http://schemas.microsoft.com/office/drawing/2014/main" id="{678F832E-0C0A-47BD-A733-98860A207A3C}"/>
              </a:ext>
            </a:extLst>
          </p:cNvPr>
          <p:cNvSpPr>
            <a:spLocks xmlns:a="http://schemas.openxmlformats.org/drawingml/2006/main" noGrp="1"/>
          </p:cNvSpPr>
          <p:nvPr/>
        </p:nvSpPr>
        <p:spPr>
          <a:xfrm xmlns:a="http://schemas.openxmlformats.org/drawingml/2006/main">
            <a:off x="1638300" y="4362450"/>
            <a:ext cx="819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0">
                <a:solidFill>
                  <a:srgbClr val="94A3B8"/>
                </a:solidFill>
                <a:latin typeface="Montserrat"/>
                <a:ea typeface="Montserrat"/>
                <a:cs typeface="Montserrat"/>
              </a:defRPr>
            </a:defPPr>
            <a:lvl1pPr algn="ctr">
              <a:defRPr sz="1350" b="0">
                <a:solidFill>
                  <a:srgbClr val="94A3B8"/>
                </a:solidFill>
                <a:latin typeface="Montserrat"/>
                <a:ea typeface="Montserrat"/>
                <a:cs typeface="Montserrat"/>
              </a:defRPr>
            </a:lvl1pPr>
            <a:lvl2pPr algn="ctr">
              <a:defRPr sz="1350" b="0">
                <a:solidFill>
                  <a:srgbClr val="94A3B8"/>
                </a:solidFill>
                <a:latin typeface="Montserrat"/>
                <a:ea typeface="Montserrat"/>
                <a:cs typeface="Montserrat"/>
              </a:defRPr>
            </a:lvl2pPr>
            <a:lvl3pPr algn="ctr">
              <a:defRPr sz="1350" b="0">
                <a:solidFill>
                  <a:srgbClr val="94A3B8"/>
                </a:solidFill>
                <a:latin typeface="Montserrat"/>
                <a:ea typeface="Montserrat"/>
                <a:cs typeface="Montserrat"/>
              </a:defRPr>
            </a:lvl3pPr>
            <a:lvl4pPr algn="ctr">
              <a:defRPr sz="1350" b="0">
                <a:solidFill>
                  <a:srgbClr val="94A3B8"/>
                </a:solidFill>
                <a:latin typeface="Montserrat"/>
                <a:ea typeface="Montserrat"/>
                <a:cs typeface="Montserrat"/>
              </a:defRPr>
            </a:lvl4pPr>
            <a:lvl5pPr algn="ctr">
              <a:defRPr sz="1350" b="0">
                <a:solidFill>
                  <a:srgbClr val="94A3B8"/>
                </a:solidFill>
                <a:latin typeface="Montserrat"/>
                <a:ea typeface="Montserrat"/>
                <a:cs typeface="Montserrat"/>
              </a:defRPr>
            </a:lvl5pPr>
            <a:lvl6pPr algn="ctr">
              <a:defRPr sz="1350" b="0">
                <a:solidFill>
                  <a:srgbClr val="94A3B8"/>
                </a:solidFill>
                <a:latin typeface="Montserrat"/>
                <a:ea typeface="Montserrat"/>
                <a:cs typeface="Montserrat"/>
              </a:defRPr>
            </a:lvl6pPr>
            <a:lvl7pPr algn="ctr">
              <a:defRPr sz="1350" b="0">
                <a:solidFill>
                  <a:srgbClr val="94A3B8"/>
                </a:solidFill>
                <a:latin typeface="Montserrat"/>
                <a:ea typeface="Montserrat"/>
                <a:cs typeface="Montserrat"/>
              </a:defRPr>
            </a:lvl7pPr>
            <a:lvl8pPr algn="ctr">
              <a:defRPr sz="1350" b="0">
                <a:solidFill>
                  <a:srgbClr val="94A3B8"/>
                </a:solidFill>
                <a:latin typeface="Montserrat"/>
                <a:ea typeface="Montserrat"/>
                <a:cs typeface="Montserrat"/>
              </a:defRPr>
            </a:lvl8pPr>
            <a:lvl9pPr algn="ctr">
              <a:defRPr sz="1350" b="0">
                <a:solidFill>
                  <a:srgbClr val="94A3B8"/>
                </a:solidFill>
                <a:latin typeface="Montserrat"/>
                <a:ea typeface="Montserrat"/>
                <a:cs typeface="Montserrat"/>
              </a:defRPr>
            </a:lvl9pPr>
          </a:lstStyle>
          <a:p xmlns:a="http://schemas.openxmlformats.org/drawingml/2006/main">
            <a:pPr algn="ctr">
              <a:defRPr sz="1350" b="0">
                <a:solidFill>
                  <a:srgbClr val="94A3B8"/>
                </a:solidFill>
                <a:latin typeface="Montserrat"/>
                <a:ea typeface="Montserrat"/>
                <a:cs typeface="Montserrat"/>
              </a:defRPr>
            </a:pPr>
            <a:r>
              <a:rPr sz="1350" b="0">
                <a:solidFill>
                  <a:srgbClr val="94A3B8"/>
                </a:solidFill>
                <a:latin typeface="Montserrat"/>
                <a:ea typeface="Montserrat"/>
                <a:cs typeface="Montserrat"/>
              </a:rPr>
              <a:t>7</a:t>
            </a:r>
          </a:p>
        </p:txBody>
      </p:sp>
      <p:sp>
        <p:nvSpPr>
          <p:cNvPr id="96" name="">
            <a:extLst xmlns:a="http://schemas.openxmlformats.org/drawingml/2006/main">
              <a:ext uri="{FF2B5EF4-FFF2-40B4-BE49-F238E27FC236}">
                <a16:creationId xmlns:a16="http://schemas.microsoft.com/office/drawing/2014/main" id="{F5D8BCBD-2DDF-43EA-985D-46693644A09C}"/>
              </a:ext>
            </a:extLst>
          </p:cNvPr>
          <p:cNvSpPr>
            <a:spLocks xmlns:a="http://schemas.openxmlformats.org/drawingml/2006/main" noGrp="1"/>
          </p:cNvSpPr>
          <p:nvPr/>
        </p:nvSpPr>
        <p:spPr>
          <a:xfrm xmlns:a="http://schemas.openxmlformats.org/drawingml/2006/main">
            <a:off x="2552700" y="4095750"/>
            <a:ext cx="819150" cy="819150"/>
          </a:xfrm>
          <a:prstGeom xmlns:a="http://schemas.openxmlformats.org/drawingml/2006/main" prst="roundRect">
            <a:avLst>
              <a:gd name="adj" fmla="val 11628"/>
            </a:avLst>
          </a:prstGeom>
          <a:solidFill xmlns:a="http://schemas.openxmlformats.org/drawingml/2006/main">
            <a:srgbClr val="FFFFFF"/>
          </a:solidFill>
          <a:ln xmlns:a="http://schemas.openxmlformats.org/drawingml/2006/main" w="9525">
            <a:solidFill>
              <a:srgbClr val="307FE2"/>
            </a:solidFill>
            <a:prstDash val="solid"/>
          </a:ln>
        </p:spPr>
      </p:sp>
      <p:sp>
        <p:nvSpPr>
          <p:cNvPr id="97" name="">
            <a:extLst xmlns:a="http://schemas.openxmlformats.org/drawingml/2006/main">
              <a:ext uri="{FF2B5EF4-FFF2-40B4-BE49-F238E27FC236}">
                <a16:creationId xmlns:a16="http://schemas.microsoft.com/office/drawing/2014/main" id="{DDC0A553-EA18-4046-A3AC-B024AE98B16B}"/>
              </a:ext>
            </a:extLst>
          </p:cNvPr>
          <p:cNvSpPr>
            <a:spLocks xmlns:a="http://schemas.openxmlformats.org/drawingml/2006/main" noGrp="1"/>
          </p:cNvSpPr>
          <p:nvPr/>
        </p:nvSpPr>
        <p:spPr>
          <a:xfrm xmlns:a="http://schemas.openxmlformats.org/drawingml/2006/main">
            <a:off x="2552700" y="4362450"/>
            <a:ext cx="819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0">
                <a:solidFill>
                  <a:srgbClr val="94A3B8"/>
                </a:solidFill>
                <a:latin typeface="Montserrat"/>
                <a:ea typeface="Montserrat"/>
                <a:cs typeface="Montserrat"/>
              </a:defRPr>
            </a:defPPr>
            <a:lvl1pPr algn="ctr">
              <a:defRPr sz="1350" b="0">
                <a:solidFill>
                  <a:srgbClr val="94A3B8"/>
                </a:solidFill>
                <a:latin typeface="Montserrat"/>
                <a:ea typeface="Montserrat"/>
                <a:cs typeface="Montserrat"/>
              </a:defRPr>
            </a:lvl1pPr>
            <a:lvl2pPr algn="ctr">
              <a:defRPr sz="1350" b="0">
                <a:solidFill>
                  <a:srgbClr val="94A3B8"/>
                </a:solidFill>
                <a:latin typeface="Montserrat"/>
                <a:ea typeface="Montserrat"/>
                <a:cs typeface="Montserrat"/>
              </a:defRPr>
            </a:lvl2pPr>
            <a:lvl3pPr algn="ctr">
              <a:defRPr sz="1350" b="0">
                <a:solidFill>
                  <a:srgbClr val="94A3B8"/>
                </a:solidFill>
                <a:latin typeface="Montserrat"/>
                <a:ea typeface="Montserrat"/>
                <a:cs typeface="Montserrat"/>
              </a:defRPr>
            </a:lvl3pPr>
            <a:lvl4pPr algn="ctr">
              <a:defRPr sz="1350" b="0">
                <a:solidFill>
                  <a:srgbClr val="94A3B8"/>
                </a:solidFill>
                <a:latin typeface="Montserrat"/>
                <a:ea typeface="Montserrat"/>
                <a:cs typeface="Montserrat"/>
              </a:defRPr>
            </a:lvl4pPr>
            <a:lvl5pPr algn="ctr">
              <a:defRPr sz="1350" b="0">
                <a:solidFill>
                  <a:srgbClr val="94A3B8"/>
                </a:solidFill>
                <a:latin typeface="Montserrat"/>
                <a:ea typeface="Montserrat"/>
                <a:cs typeface="Montserrat"/>
              </a:defRPr>
            </a:lvl5pPr>
            <a:lvl6pPr algn="ctr">
              <a:defRPr sz="1350" b="0">
                <a:solidFill>
                  <a:srgbClr val="94A3B8"/>
                </a:solidFill>
                <a:latin typeface="Montserrat"/>
                <a:ea typeface="Montserrat"/>
                <a:cs typeface="Montserrat"/>
              </a:defRPr>
            </a:lvl6pPr>
            <a:lvl7pPr algn="ctr">
              <a:defRPr sz="1350" b="0">
                <a:solidFill>
                  <a:srgbClr val="94A3B8"/>
                </a:solidFill>
                <a:latin typeface="Montserrat"/>
                <a:ea typeface="Montserrat"/>
                <a:cs typeface="Montserrat"/>
              </a:defRPr>
            </a:lvl7pPr>
            <a:lvl8pPr algn="ctr">
              <a:defRPr sz="1350" b="0">
                <a:solidFill>
                  <a:srgbClr val="94A3B8"/>
                </a:solidFill>
                <a:latin typeface="Montserrat"/>
                <a:ea typeface="Montserrat"/>
                <a:cs typeface="Montserrat"/>
              </a:defRPr>
            </a:lvl8pPr>
            <a:lvl9pPr algn="ctr">
              <a:defRPr sz="1350" b="0">
                <a:solidFill>
                  <a:srgbClr val="94A3B8"/>
                </a:solidFill>
                <a:latin typeface="Montserrat"/>
                <a:ea typeface="Montserrat"/>
                <a:cs typeface="Montserrat"/>
              </a:defRPr>
            </a:lvl9pPr>
          </a:lstStyle>
          <a:p xmlns:a="http://schemas.openxmlformats.org/drawingml/2006/main">
            <a:pPr algn="ctr">
              <a:defRPr sz="1350" b="0">
                <a:solidFill>
                  <a:srgbClr val="94A3B8"/>
                </a:solidFill>
                <a:latin typeface="Montserrat"/>
                <a:ea typeface="Montserrat"/>
                <a:cs typeface="Montserrat"/>
              </a:defRPr>
            </a:pPr>
            <a:r>
              <a:rPr sz="1350" b="0">
                <a:solidFill>
                  <a:srgbClr val="94A3B8"/>
                </a:solidFill>
                <a:latin typeface="Montserrat"/>
                <a:ea typeface="Montserrat"/>
                <a:cs typeface="Montserrat"/>
              </a:rPr>
              <a:t>8</a:t>
            </a:r>
          </a:p>
        </p:txBody>
      </p:sp>
      <p:sp>
        <p:nvSpPr>
          <p:cNvPr id="98" name="">
            <a:extLst xmlns:a="http://schemas.openxmlformats.org/drawingml/2006/main">
              <a:ext uri="{FF2B5EF4-FFF2-40B4-BE49-F238E27FC236}">
                <a16:creationId xmlns:a16="http://schemas.microsoft.com/office/drawing/2014/main" id="{1508042B-9ABB-4F9A-A0B6-49C36953B410}"/>
              </a:ext>
            </a:extLst>
          </p:cNvPr>
          <p:cNvSpPr>
            <a:spLocks xmlns:a="http://schemas.openxmlformats.org/drawingml/2006/main" noGrp="1"/>
          </p:cNvSpPr>
          <p:nvPr/>
        </p:nvSpPr>
        <p:spPr>
          <a:xfrm xmlns:a="http://schemas.openxmlformats.org/drawingml/2006/main">
            <a:off x="3467100" y="4095750"/>
            <a:ext cx="819150" cy="819150"/>
          </a:xfrm>
          <a:prstGeom xmlns:a="http://schemas.openxmlformats.org/drawingml/2006/main" prst="roundRect">
            <a:avLst>
              <a:gd name="adj" fmla="val 11628"/>
            </a:avLst>
          </a:prstGeom>
          <a:solidFill xmlns:a="http://schemas.openxmlformats.org/drawingml/2006/main">
            <a:srgbClr val="FFFFFF"/>
          </a:solidFill>
          <a:ln xmlns:a="http://schemas.openxmlformats.org/drawingml/2006/main" w="9525">
            <a:solidFill>
              <a:srgbClr val="307FE2"/>
            </a:solidFill>
            <a:prstDash val="solid"/>
          </a:ln>
        </p:spPr>
      </p:sp>
      <p:sp>
        <p:nvSpPr>
          <p:cNvPr id="99" name="">
            <a:extLst xmlns:a="http://schemas.openxmlformats.org/drawingml/2006/main">
              <a:ext uri="{FF2B5EF4-FFF2-40B4-BE49-F238E27FC236}">
                <a16:creationId xmlns:a16="http://schemas.microsoft.com/office/drawing/2014/main" id="{2F2FE0F8-A69A-47B5-8941-E30A063A59BA}"/>
              </a:ext>
            </a:extLst>
          </p:cNvPr>
          <p:cNvSpPr>
            <a:spLocks xmlns:a="http://schemas.openxmlformats.org/drawingml/2006/main" noGrp="1"/>
          </p:cNvSpPr>
          <p:nvPr/>
        </p:nvSpPr>
        <p:spPr>
          <a:xfrm xmlns:a="http://schemas.openxmlformats.org/drawingml/2006/main">
            <a:off x="3467100" y="4362450"/>
            <a:ext cx="819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0">
                <a:solidFill>
                  <a:srgbClr val="94A3B8"/>
                </a:solidFill>
                <a:latin typeface="Montserrat"/>
                <a:ea typeface="Montserrat"/>
                <a:cs typeface="Montserrat"/>
              </a:defRPr>
            </a:defPPr>
            <a:lvl1pPr algn="ctr">
              <a:defRPr sz="1350" b="0">
                <a:solidFill>
                  <a:srgbClr val="94A3B8"/>
                </a:solidFill>
                <a:latin typeface="Montserrat"/>
                <a:ea typeface="Montserrat"/>
                <a:cs typeface="Montserrat"/>
              </a:defRPr>
            </a:lvl1pPr>
            <a:lvl2pPr algn="ctr">
              <a:defRPr sz="1350" b="0">
                <a:solidFill>
                  <a:srgbClr val="94A3B8"/>
                </a:solidFill>
                <a:latin typeface="Montserrat"/>
                <a:ea typeface="Montserrat"/>
                <a:cs typeface="Montserrat"/>
              </a:defRPr>
            </a:lvl2pPr>
            <a:lvl3pPr algn="ctr">
              <a:defRPr sz="1350" b="0">
                <a:solidFill>
                  <a:srgbClr val="94A3B8"/>
                </a:solidFill>
                <a:latin typeface="Montserrat"/>
                <a:ea typeface="Montserrat"/>
                <a:cs typeface="Montserrat"/>
              </a:defRPr>
            </a:lvl3pPr>
            <a:lvl4pPr algn="ctr">
              <a:defRPr sz="1350" b="0">
                <a:solidFill>
                  <a:srgbClr val="94A3B8"/>
                </a:solidFill>
                <a:latin typeface="Montserrat"/>
                <a:ea typeface="Montserrat"/>
                <a:cs typeface="Montserrat"/>
              </a:defRPr>
            </a:lvl4pPr>
            <a:lvl5pPr algn="ctr">
              <a:defRPr sz="1350" b="0">
                <a:solidFill>
                  <a:srgbClr val="94A3B8"/>
                </a:solidFill>
                <a:latin typeface="Montserrat"/>
                <a:ea typeface="Montserrat"/>
                <a:cs typeface="Montserrat"/>
              </a:defRPr>
            </a:lvl5pPr>
            <a:lvl6pPr algn="ctr">
              <a:defRPr sz="1350" b="0">
                <a:solidFill>
                  <a:srgbClr val="94A3B8"/>
                </a:solidFill>
                <a:latin typeface="Montserrat"/>
                <a:ea typeface="Montserrat"/>
                <a:cs typeface="Montserrat"/>
              </a:defRPr>
            </a:lvl6pPr>
            <a:lvl7pPr algn="ctr">
              <a:defRPr sz="1350" b="0">
                <a:solidFill>
                  <a:srgbClr val="94A3B8"/>
                </a:solidFill>
                <a:latin typeface="Montserrat"/>
                <a:ea typeface="Montserrat"/>
                <a:cs typeface="Montserrat"/>
              </a:defRPr>
            </a:lvl7pPr>
            <a:lvl8pPr algn="ctr">
              <a:defRPr sz="1350" b="0">
                <a:solidFill>
                  <a:srgbClr val="94A3B8"/>
                </a:solidFill>
                <a:latin typeface="Montserrat"/>
                <a:ea typeface="Montserrat"/>
                <a:cs typeface="Montserrat"/>
              </a:defRPr>
            </a:lvl8pPr>
            <a:lvl9pPr algn="ctr">
              <a:defRPr sz="1350" b="0">
                <a:solidFill>
                  <a:srgbClr val="94A3B8"/>
                </a:solidFill>
                <a:latin typeface="Montserrat"/>
                <a:ea typeface="Montserrat"/>
                <a:cs typeface="Montserrat"/>
              </a:defRPr>
            </a:lvl9pPr>
          </a:lstStyle>
          <a:p xmlns:a="http://schemas.openxmlformats.org/drawingml/2006/main">
            <a:pPr algn="ctr">
              <a:defRPr sz="1350" b="0">
                <a:solidFill>
                  <a:srgbClr val="94A3B8"/>
                </a:solidFill>
                <a:latin typeface="Montserrat"/>
                <a:ea typeface="Montserrat"/>
                <a:cs typeface="Montserrat"/>
              </a:defRPr>
            </a:pPr>
            <a:r>
              <a:rPr sz="1350" b="0">
                <a:solidFill>
                  <a:srgbClr val="94A3B8"/>
                </a:solidFill>
                <a:latin typeface="Montserrat"/>
                <a:ea typeface="Montserrat"/>
                <a:cs typeface="Montserrat"/>
              </a:rPr>
              <a:t>9</a:t>
            </a:r>
          </a:p>
        </p:txBody>
      </p:sp>
      <p:sp>
        <p:nvSpPr>
          <p:cNvPr id="100" name="">
            <a:extLst xmlns:a="http://schemas.openxmlformats.org/drawingml/2006/main">
              <a:ext uri="{FF2B5EF4-FFF2-40B4-BE49-F238E27FC236}">
                <a16:creationId xmlns:a16="http://schemas.microsoft.com/office/drawing/2014/main" id="{AED2A482-0918-4F23-9DA9-458D24DA99C1}"/>
              </a:ext>
            </a:extLst>
          </p:cNvPr>
          <p:cNvSpPr>
            <a:spLocks xmlns:a="http://schemas.openxmlformats.org/drawingml/2006/main" noGrp="1"/>
          </p:cNvSpPr>
          <p:nvPr/>
        </p:nvSpPr>
        <p:spPr>
          <a:xfrm xmlns:a="http://schemas.openxmlformats.org/drawingml/2006/main">
            <a:off x="5429250" y="224790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0F172A"/>
                </a:solidFill>
                <a:latin typeface="Montserrat"/>
                <a:ea typeface="Montserrat"/>
                <a:cs typeface="Montserrat"/>
              </a:defRPr>
            </a:defPPr>
            <a:lvl1pPr algn="l">
              <a:defRPr sz="1650" b="1">
                <a:solidFill>
                  <a:srgbClr val="0F172A"/>
                </a:solidFill>
                <a:latin typeface="Montserrat"/>
                <a:ea typeface="Montserrat"/>
                <a:cs typeface="Montserrat"/>
              </a:defRPr>
            </a:lvl1pPr>
            <a:lvl2pPr algn="l">
              <a:defRPr sz="1650" b="1">
                <a:solidFill>
                  <a:srgbClr val="0F172A"/>
                </a:solidFill>
                <a:latin typeface="Montserrat"/>
                <a:ea typeface="Montserrat"/>
                <a:cs typeface="Montserrat"/>
              </a:defRPr>
            </a:lvl2pPr>
            <a:lvl3pPr algn="l">
              <a:defRPr sz="1650" b="1">
                <a:solidFill>
                  <a:srgbClr val="0F172A"/>
                </a:solidFill>
                <a:latin typeface="Montserrat"/>
                <a:ea typeface="Montserrat"/>
                <a:cs typeface="Montserrat"/>
              </a:defRPr>
            </a:lvl3pPr>
            <a:lvl4pPr algn="l">
              <a:defRPr sz="1650" b="1">
                <a:solidFill>
                  <a:srgbClr val="0F172A"/>
                </a:solidFill>
                <a:latin typeface="Montserrat"/>
                <a:ea typeface="Montserrat"/>
                <a:cs typeface="Montserrat"/>
              </a:defRPr>
            </a:lvl4pPr>
            <a:lvl5pPr algn="l">
              <a:defRPr sz="1650" b="1">
                <a:solidFill>
                  <a:srgbClr val="0F172A"/>
                </a:solidFill>
                <a:latin typeface="Montserrat"/>
                <a:ea typeface="Montserrat"/>
                <a:cs typeface="Montserrat"/>
              </a:defRPr>
            </a:lvl5pPr>
            <a:lvl6pPr algn="l">
              <a:defRPr sz="1650" b="1">
                <a:solidFill>
                  <a:srgbClr val="0F172A"/>
                </a:solidFill>
                <a:latin typeface="Montserrat"/>
                <a:ea typeface="Montserrat"/>
                <a:cs typeface="Montserrat"/>
              </a:defRPr>
            </a:lvl6pPr>
            <a:lvl7pPr algn="l">
              <a:defRPr sz="1650" b="1">
                <a:solidFill>
                  <a:srgbClr val="0F172A"/>
                </a:solidFill>
                <a:latin typeface="Montserrat"/>
                <a:ea typeface="Montserrat"/>
                <a:cs typeface="Montserrat"/>
              </a:defRPr>
            </a:lvl7pPr>
            <a:lvl8pPr algn="l">
              <a:defRPr sz="1650" b="1">
                <a:solidFill>
                  <a:srgbClr val="0F172A"/>
                </a:solidFill>
                <a:latin typeface="Montserrat"/>
                <a:ea typeface="Montserrat"/>
                <a:cs typeface="Montserrat"/>
              </a:defRPr>
            </a:lvl8pPr>
            <a:lvl9pPr algn="l">
              <a:defRPr sz="1650" b="1">
                <a:solidFill>
                  <a:srgbClr val="0F172A"/>
                </a:solidFill>
                <a:latin typeface="Montserrat"/>
                <a:ea typeface="Montserrat"/>
                <a:cs typeface="Montserrat"/>
              </a:defRPr>
            </a:lvl9pPr>
          </a:lstStyle>
          <a:p xmlns:a="http://schemas.openxmlformats.org/drawingml/2006/main">
            <a:pPr algn="l">
              <a:defRPr sz="1650" b="1">
                <a:solidFill>
                  <a:srgbClr val="0F172A"/>
                </a:solidFill>
                <a:latin typeface="Montserrat"/>
                <a:ea typeface="Montserrat"/>
                <a:cs typeface="Montserrat"/>
              </a:defRPr>
            </a:pPr>
            <a:r>
              <a:rPr sz="1650" b="1">
                <a:solidFill>
                  <a:srgbClr val="0F172A"/>
                </a:solidFill>
                <a:latin typeface="Montserrat"/>
                <a:ea typeface="Montserrat"/>
                <a:cs typeface="Montserrat"/>
              </a:rPr>
              <a:t>The board prototype proves four things</a:t>
            </a:r>
          </a:p>
        </p:txBody>
      </p:sp>
      <p:sp>
        <p:nvSpPr>
          <p:cNvPr id="101" name="">
            <a:extLst xmlns:a="http://schemas.openxmlformats.org/drawingml/2006/main">
              <a:ext uri="{FF2B5EF4-FFF2-40B4-BE49-F238E27FC236}">
                <a16:creationId xmlns:a16="http://schemas.microsoft.com/office/drawing/2014/main" id="{A1231FC6-6265-4B5E-9718-51BD8E6E43BB}"/>
              </a:ext>
            </a:extLst>
          </p:cNvPr>
          <p:cNvSpPr>
            <a:spLocks xmlns:a="http://schemas.openxmlformats.org/drawingml/2006/main" noGrp="1"/>
          </p:cNvSpPr>
          <p:nvPr/>
        </p:nvSpPr>
        <p:spPr>
          <a:xfrm xmlns:a="http://schemas.openxmlformats.org/drawingml/2006/main">
            <a:off x="5429250" y="2876550"/>
            <a:ext cx="533400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0">
                <a:solidFill>
                  <a:srgbClr val="475569"/>
                </a:solidFill>
                <a:latin typeface="Montserrat"/>
                <a:ea typeface="Montserrat"/>
                <a:cs typeface="Montserrat"/>
              </a:defRPr>
            </a:defPPr>
            <a:lvl1pPr algn="l">
              <a:defRPr sz="1350" b="0">
                <a:solidFill>
                  <a:srgbClr val="475569"/>
                </a:solidFill>
                <a:latin typeface="Montserrat"/>
                <a:ea typeface="Montserrat"/>
                <a:cs typeface="Montserrat"/>
              </a:defRPr>
            </a:lvl1pPr>
            <a:lvl2pPr algn="l">
              <a:defRPr sz="1350" b="0">
                <a:solidFill>
                  <a:srgbClr val="475569"/>
                </a:solidFill>
                <a:latin typeface="Montserrat"/>
                <a:ea typeface="Montserrat"/>
                <a:cs typeface="Montserrat"/>
              </a:defRPr>
            </a:lvl2pPr>
            <a:lvl3pPr algn="l">
              <a:defRPr sz="1350" b="0">
                <a:solidFill>
                  <a:srgbClr val="475569"/>
                </a:solidFill>
                <a:latin typeface="Montserrat"/>
                <a:ea typeface="Montserrat"/>
                <a:cs typeface="Montserrat"/>
              </a:defRPr>
            </a:lvl3pPr>
            <a:lvl4pPr algn="l">
              <a:defRPr sz="1350" b="0">
                <a:solidFill>
                  <a:srgbClr val="475569"/>
                </a:solidFill>
                <a:latin typeface="Montserrat"/>
                <a:ea typeface="Montserrat"/>
                <a:cs typeface="Montserrat"/>
              </a:defRPr>
            </a:lvl4pPr>
            <a:lvl5pPr algn="l">
              <a:defRPr sz="1350" b="0">
                <a:solidFill>
                  <a:srgbClr val="475569"/>
                </a:solidFill>
                <a:latin typeface="Montserrat"/>
                <a:ea typeface="Montserrat"/>
                <a:cs typeface="Montserrat"/>
              </a:defRPr>
            </a:lvl5pPr>
            <a:lvl6pPr algn="l">
              <a:defRPr sz="1350" b="0">
                <a:solidFill>
                  <a:srgbClr val="475569"/>
                </a:solidFill>
                <a:latin typeface="Montserrat"/>
                <a:ea typeface="Montserrat"/>
                <a:cs typeface="Montserrat"/>
              </a:defRPr>
            </a:lvl6pPr>
            <a:lvl7pPr algn="l">
              <a:defRPr sz="1350" b="0">
                <a:solidFill>
                  <a:srgbClr val="475569"/>
                </a:solidFill>
                <a:latin typeface="Montserrat"/>
                <a:ea typeface="Montserrat"/>
                <a:cs typeface="Montserrat"/>
              </a:defRPr>
            </a:lvl7pPr>
            <a:lvl8pPr algn="l">
              <a:defRPr sz="1350" b="0">
                <a:solidFill>
                  <a:srgbClr val="475569"/>
                </a:solidFill>
                <a:latin typeface="Montserrat"/>
                <a:ea typeface="Montserrat"/>
                <a:cs typeface="Montserrat"/>
              </a:defRPr>
            </a:lvl8pPr>
            <a:lvl9pPr algn="l">
              <a:defRPr sz="1350" b="0">
                <a:solidFill>
                  <a:srgbClr val="475569"/>
                </a:solidFill>
                <a:latin typeface="Montserrat"/>
                <a:ea typeface="Montserrat"/>
                <a:cs typeface="Montserrat"/>
              </a:defRPr>
            </a:lvl9pPr>
          </a:lstStyle>
          <a:p xmlns:a="http://schemas.openxmlformats.org/drawingml/2006/main">
            <a:pPr algn="l">
              <a:defRPr sz="1350" b="0">
                <a:solidFill>
                  <a:srgbClr val="475569"/>
                </a:solidFill>
                <a:latin typeface="Montserrat"/>
                <a:ea typeface="Montserrat"/>
                <a:cs typeface="Montserrat"/>
              </a:defRPr>
            </a:pPr>
            <a:r>
              <a:rPr sz="1350" b="0">
                <a:solidFill>
                  <a:srgbClr val="475569"/>
                </a:solidFill>
                <a:latin typeface="Montserrat"/>
                <a:ea typeface="Montserrat"/>
                <a:cs typeface="Montserrat"/>
              </a:rPr>
              <a:t>• Only an empty square can be selected</a:t>
            </a:r>
          </a:p>
          <a:p xmlns:a="http://schemas.openxmlformats.org/drawingml/2006/main">
            <a:r>
              <a:t/>
            </a:r>
          </a:p>
          <a:p xmlns:a="http://schemas.openxmlformats.org/drawingml/2006/main">
            <a:pPr algn="l">
              <a:defRPr sz="1350" b="0">
                <a:solidFill>
                  <a:srgbClr val="475569"/>
                </a:solidFill>
                <a:latin typeface="Montserrat"/>
                <a:ea typeface="Montserrat"/>
                <a:cs typeface="Montserrat"/>
              </a:defRPr>
            </a:pPr>
            <a:r>
              <a:rPr sz="1350" b="0">
                <a:solidFill>
                  <a:srgbClr val="475569"/>
                </a:solidFill>
                <a:latin typeface="Montserrat"/>
                <a:ea typeface="Montserrat"/>
                <a:cs typeface="Montserrat"/>
              </a:rPr>
              <a:t>• The board locks while a battle is open</a:t>
            </a:r>
          </a:p>
          <a:p xmlns:a="http://schemas.openxmlformats.org/drawingml/2006/main">
            <a:r>
              <a:t/>
            </a:r>
          </a:p>
          <a:p xmlns:a="http://schemas.openxmlformats.org/drawingml/2006/main">
            <a:pPr algn="l">
              <a:defRPr sz="1350" b="0">
                <a:solidFill>
                  <a:srgbClr val="475569"/>
                </a:solidFill>
                <a:latin typeface="Montserrat"/>
                <a:ea typeface="Montserrat"/>
                <a:cs typeface="Montserrat"/>
              </a:defRPr>
            </a:pPr>
            <a:r>
              <a:rPr sz="1350" b="0">
                <a:solidFill>
                  <a:srgbClr val="475569"/>
                </a:solidFill>
                <a:latin typeface="Montserrat"/>
                <a:ea typeface="Montserrat"/>
                <a:cs typeface="Montserrat"/>
              </a:rPr>
              <a:t>• X and O lines end the board correctly</a:t>
            </a:r>
          </a:p>
          <a:p xmlns:a="http://schemas.openxmlformats.org/drawingml/2006/main">
            <a:r>
              <a:t/>
            </a:r>
          </a:p>
          <a:p xmlns:a="http://schemas.openxmlformats.org/drawingml/2006/main">
            <a:pPr algn="l">
              <a:defRPr sz="1350" b="0">
                <a:solidFill>
                  <a:srgbClr val="475569"/>
                </a:solidFill>
                <a:latin typeface="Montserrat"/>
                <a:ea typeface="Montserrat"/>
                <a:cs typeface="Montserrat"/>
              </a:defRPr>
            </a:pPr>
            <a:r>
              <a:rPr sz="1350" b="0">
                <a:solidFill>
                  <a:srgbClr val="475569"/>
                </a:solidFill>
                <a:latin typeface="Montserrat"/>
                <a:ea typeface="Montserrat"/>
                <a:cs typeface="Montserrat"/>
              </a:rPr>
              <a:t>• Play again clears all nine squares</a:t>
            </a:r>
          </a:p>
        </p:txBody>
      </p:sp>
      <p:sp>
        <p:nvSpPr>
          <p:cNvPr id="102" name="">
            <a:extLst xmlns:a="http://schemas.openxmlformats.org/drawingml/2006/main">
              <a:ext uri="{FF2B5EF4-FFF2-40B4-BE49-F238E27FC236}">
                <a16:creationId xmlns:a16="http://schemas.microsoft.com/office/drawing/2014/main" id="{20A917B9-D5CB-41F6-8F5D-42382294CE8B}"/>
              </a:ext>
            </a:extLst>
          </p:cNvPr>
          <p:cNvSpPr>
            <a:spLocks xmlns:a="http://schemas.openxmlformats.org/drawingml/2006/main" noGrp="1"/>
          </p:cNvSpPr>
          <p:nvPr/>
        </p:nvSpPr>
        <p:spPr>
          <a:xfrm xmlns:a="http://schemas.openxmlformats.org/drawingml/2006/main">
            <a:off x="647700" y="489585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103" name="">
            <a:extLst xmlns:a="http://schemas.openxmlformats.org/drawingml/2006/main">
              <a:ext uri="{FF2B5EF4-FFF2-40B4-BE49-F238E27FC236}">
                <a16:creationId xmlns:a16="http://schemas.microsoft.com/office/drawing/2014/main" id="{31A06C8B-41C2-4441-BAEB-CBAF5CF4F967}"/>
              </a:ext>
            </a:extLst>
          </p:cNvPr>
          <p:cNvSpPr>
            <a:spLocks xmlns:a="http://schemas.openxmlformats.org/drawingml/2006/main" noGrp="1"/>
          </p:cNvSpPr>
          <p:nvPr/>
        </p:nvSpPr>
        <p:spPr>
          <a:xfrm xmlns:a="http://schemas.openxmlformats.org/drawingml/2006/main">
            <a:off x="742950" y="51435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Keep the working board checkpoint before connecting the battle.</a:t>
            </a:r>
          </a:p>
        </p:txBody>
      </p:sp>
      <p:sp>
        <p:nvSpPr>
          <p:cNvPr id="104" name="">
            <a:extLst xmlns:a="http://schemas.openxmlformats.org/drawingml/2006/main">
              <a:ext uri="{FF2B5EF4-FFF2-40B4-BE49-F238E27FC236}">
                <a16:creationId xmlns:a16="http://schemas.microsoft.com/office/drawing/2014/main" id="{ABC3507E-4911-4655-9217-0332EA0E7D7D}"/>
              </a:ext>
            </a:extLst>
          </p:cNvPr>
          <p:cNvSpPr>
            <a:spLocks xmlns:a="http://schemas.openxmlformats.org/drawingml/2006/main" noGrp="1"/>
          </p:cNvSpPr>
          <p:nvPr/>
        </p:nvSpPr>
        <p:spPr>
          <a:xfrm xmlns:a="http://schemas.openxmlformats.org/drawingml/2006/main">
            <a:off x="3667125" y="6381750"/>
            <a:ext cx="4857750" cy="0"/>
          </a:xfrm>
          <a:prstGeom xmlns:a="http://schemas.openxmlformats.org/drawingml/2006/main" prst="line">
            <a:avLst/>
          </a:prstGeom>
          <a:noFill xmlns:a="http://schemas.openxmlformats.org/drawingml/2006/main"/>
          <a:ln xmlns:a="http://schemas.openxmlformats.org/drawingml/2006/main" w="5715">
            <a:solidFill>
              <a:srgbClr val="D8E2EF"/>
            </a:solidFill>
            <a:prstDash val="solid"/>
          </a:ln>
        </p:spPr>
      </p:sp>
      <p:sp>
        <p:nvSpPr>
          <p:cNvPr id="105" name="">
            <a:extLst xmlns:a="http://schemas.openxmlformats.org/drawingml/2006/main">
              <a:ext uri="{FF2B5EF4-FFF2-40B4-BE49-F238E27FC236}">
                <a16:creationId xmlns:a16="http://schemas.microsoft.com/office/drawing/2014/main" id="{7C3897E3-7356-4555-B07F-A33FA8F21D15}"/>
              </a:ext>
            </a:extLst>
          </p:cNvPr>
          <p:cNvSpPr>
            <a:spLocks xmlns:a="http://schemas.openxmlformats.org/drawingml/2006/main" noGrp="1"/>
          </p:cNvSpPr>
          <p:nvPr/>
        </p:nvSpPr>
        <p:spPr>
          <a:xfrm xmlns:a="http://schemas.openxmlformats.org/drawingml/2006/main">
            <a:off x="5248275" y="6381750"/>
            <a:ext cx="723900" cy="0"/>
          </a:xfrm>
          <a:prstGeom xmlns:a="http://schemas.openxmlformats.org/drawingml/2006/main" prst="line">
            <a:avLst/>
          </a:prstGeom>
          <a:noFill xmlns:a="http://schemas.openxmlformats.org/drawingml/2006/main"/>
          <a:ln xmlns:a="http://schemas.openxmlformats.org/drawingml/2006/main" w="28575">
            <a:solidFill>
              <a:srgbClr val="EF8B39"/>
            </a:solidFill>
            <a:prstDash val="solid"/>
          </a:ln>
        </p:spPr>
      </p:sp>
      <p:sp>
        <p:nvSpPr>
          <p:cNvPr id="106" name="">
            <a:extLst xmlns:a="http://schemas.openxmlformats.org/drawingml/2006/main">
              <a:ext uri="{FF2B5EF4-FFF2-40B4-BE49-F238E27FC236}">
                <a16:creationId xmlns:a16="http://schemas.microsoft.com/office/drawing/2014/main" id="{A70FE0DA-B3D1-4C0A-BBC5-1EA1710906B1}"/>
              </a:ext>
            </a:extLst>
          </p:cNvPr>
          <p:cNvSpPr>
            <a:spLocks xmlns:a="http://schemas.openxmlformats.org/drawingml/2006/main" noGrp="1"/>
          </p:cNvSpPr>
          <p:nvPr/>
        </p:nvSpPr>
        <p:spPr>
          <a:xfrm xmlns:a="http://schemas.openxmlformats.org/drawingml/2006/main">
            <a:off x="36337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07" name="">
            <a:extLst xmlns:a="http://schemas.openxmlformats.org/drawingml/2006/main">
              <a:ext uri="{FF2B5EF4-FFF2-40B4-BE49-F238E27FC236}">
                <a16:creationId xmlns:a16="http://schemas.microsoft.com/office/drawing/2014/main" id="{354DB7DA-92D4-4201-B4F3-8A720E3D83FD}"/>
              </a:ext>
            </a:extLst>
          </p:cNvPr>
          <p:cNvSpPr>
            <a:spLocks xmlns:a="http://schemas.openxmlformats.org/drawingml/2006/main" noGrp="1"/>
          </p:cNvSpPr>
          <p:nvPr/>
        </p:nvSpPr>
        <p:spPr>
          <a:xfrm xmlns:a="http://schemas.openxmlformats.org/drawingml/2006/main">
            <a:off x="32670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PLAN</a:t>
            </a:r>
          </a:p>
        </p:txBody>
      </p:sp>
      <p:sp>
        <p:nvSpPr>
          <p:cNvPr id="108" name="">
            <a:extLst xmlns:a="http://schemas.openxmlformats.org/drawingml/2006/main">
              <a:ext uri="{FF2B5EF4-FFF2-40B4-BE49-F238E27FC236}">
                <a16:creationId xmlns:a16="http://schemas.microsoft.com/office/drawing/2014/main" id="{B25484D0-2490-49F4-B3A8-C4D9B858C827}"/>
              </a:ext>
            </a:extLst>
          </p:cNvPr>
          <p:cNvSpPr>
            <a:spLocks xmlns:a="http://schemas.openxmlformats.org/drawingml/2006/main" noGrp="1"/>
          </p:cNvSpPr>
          <p:nvPr/>
        </p:nvSpPr>
        <p:spPr>
          <a:xfrm xmlns:a="http://schemas.openxmlformats.org/drawingml/2006/main">
            <a:off x="46053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09" name="">
            <a:extLst xmlns:a="http://schemas.openxmlformats.org/drawingml/2006/main">
              <a:ext uri="{FF2B5EF4-FFF2-40B4-BE49-F238E27FC236}">
                <a16:creationId xmlns:a16="http://schemas.microsoft.com/office/drawing/2014/main" id="{C34A425A-28E1-4215-B7B9-704C3522C278}"/>
              </a:ext>
            </a:extLst>
          </p:cNvPr>
          <p:cNvSpPr>
            <a:spLocks xmlns:a="http://schemas.openxmlformats.org/drawingml/2006/main" noGrp="1"/>
          </p:cNvSpPr>
          <p:nvPr/>
        </p:nvSpPr>
        <p:spPr>
          <a:xfrm xmlns:a="http://schemas.openxmlformats.org/drawingml/2006/main">
            <a:off x="42386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DESIGN</a:t>
            </a:r>
          </a:p>
        </p:txBody>
      </p:sp>
      <p:sp>
        <p:nvSpPr>
          <p:cNvPr id="110" name="">
            <a:extLst xmlns:a="http://schemas.openxmlformats.org/drawingml/2006/main">
              <a:ext uri="{FF2B5EF4-FFF2-40B4-BE49-F238E27FC236}">
                <a16:creationId xmlns:a16="http://schemas.microsoft.com/office/drawing/2014/main" id="{70AC76D3-3E9F-4C18-8D7F-2762339185F6}"/>
              </a:ext>
            </a:extLst>
          </p:cNvPr>
          <p:cNvSpPr>
            <a:spLocks xmlns:a="http://schemas.openxmlformats.org/drawingml/2006/main" noGrp="1"/>
          </p:cNvSpPr>
          <p:nvPr/>
        </p:nvSpPr>
        <p:spPr>
          <a:xfrm xmlns:a="http://schemas.openxmlformats.org/drawingml/2006/main">
            <a:off x="5562600" y="6334125"/>
            <a:ext cx="95250" cy="95250"/>
          </a:xfrm>
          <a:prstGeom xmlns:a="http://schemas.openxmlformats.org/drawingml/2006/main" prst="ellipse">
            <a:avLst/>
          </a:prstGeom>
          <a:solidFill xmlns:a="http://schemas.openxmlformats.org/drawingml/2006/main">
            <a:srgbClr val="EF8B39"/>
          </a:solidFill>
          <a:ln xmlns:a="http://schemas.openxmlformats.org/drawingml/2006/main" w="9525">
            <a:solidFill>
              <a:srgbClr val="EF8B39"/>
            </a:solidFill>
            <a:prstDash val="solid"/>
          </a:ln>
        </p:spPr>
      </p:sp>
      <p:sp>
        <p:nvSpPr>
          <p:cNvPr id="111" name="">
            <a:extLst xmlns:a="http://schemas.openxmlformats.org/drawingml/2006/main">
              <a:ext uri="{FF2B5EF4-FFF2-40B4-BE49-F238E27FC236}">
                <a16:creationId xmlns:a16="http://schemas.microsoft.com/office/drawing/2014/main" id="{8BE7178B-8A22-43D1-9FFE-9C656D572869}"/>
              </a:ext>
            </a:extLst>
          </p:cNvPr>
          <p:cNvSpPr>
            <a:spLocks xmlns:a="http://schemas.openxmlformats.org/drawingml/2006/main" noGrp="1"/>
          </p:cNvSpPr>
          <p:nvPr/>
        </p:nvSpPr>
        <p:spPr>
          <a:xfrm xmlns:a="http://schemas.openxmlformats.org/drawingml/2006/main">
            <a:off x="52101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1">
                <a:solidFill>
                  <a:srgbClr val="B93800"/>
                </a:solidFill>
                <a:latin typeface="Montserrat"/>
                <a:ea typeface="Montserrat"/>
                <a:cs typeface="Montserrat"/>
              </a:defRPr>
            </a:defPPr>
            <a:lvl1pPr algn="ctr">
              <a:defRPr sz="675" b="1">
                <a:solidFill>
                  <a:srgbClr val="B93800"/>
                </a:solidFill>
                <a:latin typeface="Montserrat"/>
                <a:ea typeface="Montserrat"/>
                <a:cs typeface="Montserrat"/>
              </a:defRPr>
            </a:lvl1pPr>
            <a:lvl2pPr algn="ctr">
              <a:defRPr sz="675" b="1">
                <a:solidFill>
                  <a:srgbClr val="B93800"/>
                </a:solidFill>
                <a:latin typeface="Montserrat"/>
                <a:ea typeface="Montserrat"/>
                <a:cs typeface="Montserrat"/>
              </a:defRPr>
            </a:lvl2pPr>
            <a:lvl3pPr algn="ctr">
              <a:defRPr sz="675" b="1">
                <a:solidFill>
                  <a:srgbClr val="B93800"/>
                </a:solidFill>
                <a:latin typeface="Montserrat"/>
                <a:ea typeface="Montserrat"/>
                <a:cs typeface="Montserrat"/>
              </a:defRPr>
            </a:lvl3pPr>
            <a:lvl4pPr algn="ctr">
              <a:defRPr sz="675" b="1">
                <a:solidFill>
                  <a:srgbClr val="B93800"/>
                </a:solidFill>
                <a:latin typeface="Montserrat"/>
                <a:ea typeface="Montserrat"/>
                <a:cs typeface="Montserrat"/>
              </a:defRPr>
            </a:lvl4pPr>
            <a:lvl5pPr algn="ctr">
              <a:defRPr sz="675" b="1">
                <a:solidFill>
                  <a:srgbClr val="B93800"/>
                </a:solidFill>
                <a:latin typeface="Montserrat"/>
                <a:ea typeface="Montserrat"/>
                <a:cs typeface="Montserrat"/>
              </a:defRPr>
            </a:lvl5pPr>
            <a:lvl6pPr algn="ctr">
              <a:defRPr sz="675" b="1">
                <a:solidFill>
                  <a:srgbClr val="B93800"/>
                </a:solidFill>
                <a:latin typeface="Montserrat"/>
                <a:ea typeface="Montserrat"/>
                <a:cs typeface="Montserrat"/>
              </a:defRPr>
            </a:lvl6pPr>
            <a:lvl7pPr algn="ctr">
              <a:defRPr sz="675" b="1">
                <a:solidFill>
                  <a:srgbClr val="B93800"/>
                </a:solidFill>
                <a:latin typeface="Montserrat"/>
                <a:ea typeface="Montserrat"/>
                <a:cs typeface="Montserrat"/>
              </a:defRPr>
            </a:lvl7pPr>
            <a:lvl8pPr algn="ctr">
              <a:defRPr sz="675" b="1">
                <a:solidFill>
                  <a:srgbClr val="B93800"/>
                </a:solidFill>
                <a:latin typeface="Montserrat"/>
                <a:ea typeface="Montserrat"/>
                <a:cs typeface="Montserrat"/>
              </a:defRPr>
            </a:lvl8pPr>
            <a:lvl9pPr algn="ctr">
              <a:defRPr sz="675" b="1">
                <a:solidFill>
                  <a:srgbClr val="B93800"/>
                </a:solidFill>
                <a:latin typeface="Montserrat"/>
                <a:ea typeface="Montserrat"/>
                <a:cs typeface="Montserrat"/>
              </a:defRPr>
            </a:lvl9pPr>
          </a:lstStyle>
          <a:p xmlns:a="http://schemas.openxmlformats.org/drawingml/2006/main">
            <a:pPr algn="ctr">
              <a:defRPr sz="675" b="1">
                <a:solidFill>
                  <a:srgbClr val="B93800"/>
                </a:solidFill>
                <a:latin typeface="Montserrat"/>
                <a:ea typeface="Montserrat"/>
                <a:cs typeface="Montserrat"/>
              </a:defRPr>
            </a:pPr>
            <a:r>
              <a:rPr sz="675" b="1">
                <a:solidFill>
                  <a:srgbClr val="B93800"/>
                </a:solidFill>
                <a:latin typeface="Montserrat"/>
                <a:ea typeface="Montserrat"/>
                <a:cs typeface="Montserrat"/>
              </a:rPr>
              <a:t>BUILD</a:t>
            </a:r>
          </a:p>
        </p:txBody>
      </p:sp>
      <p:sp>
        <p:nvSpPr>
          <p:cNvPr id="112" name="">
            <a:extLst xmlns:a="http://schemas.openxmlformats.org/drawingml/2006/main">
              <a:ext uri="{FF2B5EF4-FFF2-40B4-BE49-F238E27FC236}">
                <a16:creationId xmlns:a16="http://schemas.microsoft.com/office/drawing/2014/main" id="{999B8BBC-2102-44FB-ABBE-831BC4554EFA}"/>
              </a:ext>
            </a:extLst>
          </p:cNvPr>
          <p:cNvSpPr>
            <a:spLocks xmlns:a="http://schemas.openxmlformats.org/drawingml/2006/main" noGrp="1"/>
          </p:cNvSpPr>
          <p:nvPr/>
        </p:nvSpPr>
        <p:spPr>
          <a:xfrm xmlns:a="http://schemas.openxmlformats.org/drawingml/2006/main">
            <a:off x="65484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13" name="">
            <a:extLst xmlns:a="http://schemas.openxmlformats.org/drawingml/2006/main">
              <a:ext uri="{FF2B5EF4-FFF2-40B4-BE49-F238E27FC236}">
                <a16:creationId xmlns:a16="http://schemas.microsoft.com/office/drawing/2014/main" id="{0A5DC3E0-A714-49C9-A1E9-7D5B6806FFC4}"/>
              </a:ext>
            </a:extLst>
          </p:cNvPr>
          <p:cNvSpPr>
            <a:spLocks xmlns:a="http://schemas.openxmlformats.org/drawingml/2006/main" noGrp="1"/>
          </p:cNvSpPr>
          <p:nvPr/>
        </p:nvSpPr>
        <p:spPr>
          <a:xfrm xmlns:a="http://schemas.openxmlformats.org/drawingml/2006/main">
            <a:off x="61817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TEST</a:t>
            </a:r>
          </a:p>
        </p:txBody>
      </p:sp>
      <p:sp>
        <p:nvSpPr>
          <p:cNvPr id="114" name="">
            <a:extLst xmlns:a="http://schemas.openxmlformats.org/drawingml/2006/main">
              <a:ext uri="{FF2B5EF4-FFF2-40B4-BE49-F238E27FC236}">
                <a16:creationId xmlns:a16="http://schemas.microsoft.com/office/drawing/2014/main" id="{C18DB9CB-DDEE-40B1-B9B7-79771CBF8355}"/>
              </a:ext>
            </a:extLst>
          </p:cNvPr>
          <p:cNvSpPr>
            <a:spLocks xmlns:a="http://schemas.openxmlformats.org/drawingml/2006/main" noGrp="1"/>
          </p:cNvSpPr>
          <p:nvPr/>
        </p:nvSpPr>
        <p:spPr>
          <a:xfrm xmlns:a="http://schemas.openxmlformats.org/drawingml/2006/main">
            <a:off x="75199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15" name="">
            <a:extLst xmlns:a="http://schemas.openxmlformats.org/drawingml/2006/main">
              <a:ext uri="{FF2B5EF4-FFF2-40B4-BE49-F238E27FC236}">
                <a16:creationId xmlns:a16="http://schemas.microsoft.com/office/drawing/2014/main" id="{ADC23055-D9F9-44AD-920D-80BAD0D0FE10}"/>
              </a:ext>
            </a:extLst>
          </p:cNvPr>
          <p:cNvSpPr>
            <a:spLocks xmlns:a="http://schemas.openxmlformats.org/drawingml/2006/main" noGrp="1"/>
          </p:cNvSpPr>
          <p:nvPr/>
        </p:nvSpPr>
        <p:spPr>
          <a:xfrm xmlns:a="http://schemas.openxmlformats.org/drawingml/2006/main">
            <a:off x="71532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DEPLOY</a:t>
            </a:r>
          </a:p>
        </p:txBody>
      </p:sp>
      <p:sp>
        <p:nvSpPr>
          <p:cNvPr id="116" name="">
            <a:extLst xmlns:a="http://schemas.openxmlformats.org/drawingml/2006/main">
              <a:ext uri="{FF2B5EF4-FFF2-40B4-BE49-F238E27FC236}">
                <a16:creationId xmlns:a16="http://schemas.microsoft.com/office/drawing/2014/main" id="{70EDDAC8-0AAA-4A1F-905E-ACB51A47BFC1}"/>
              </a:ext>
            </a:extLst>
          </p:cNvPr>
          <p:cNvSpPr>
            <a:spLocks xmlns:a="http://schemas.openxmlformats.org/drawingml/2006/main" noGrp="1"/>
          </p:cNvSpPr>
          <p:nvPr/>
        </p:nvSpPr>
        <p:spPr>
          <a:xfrm xmlns:a="http://schemas.openxmlformats.org/drawingml/2006/main">
            <a:off x="84915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17" name="">
            <a:extLst xmlns:a="http://schemas.openxmlformats.org/drawingml/2006/main">
              <a:ext uri="{FF2B5EF4-FFF2-40B4-BE49-F238E27FC236}">
                <a16:creationId xmlns:a16="http://schemas.microsoft.com/office/drawing/2014/main" id="{3091C7A1-E10E-47C2-8A50-FA8836F3591B}"/>
              </a:ext>
            </a:extLst>
          </p:cNvPr>
          <p:cNvSpPr>
            <a:spLocks xmlns:a="http://schemas.openxmlformats.org/drawingml/2006/main" noGrp="1"/>
          </p:cNvSpPr>
          <p:nvPr/>
        </p:nvSpPr>
        <p:spPr>
          <a:xfrm xmlns:a="http://schemas.openxmlformats.org/drawingml/2006/main">
            <a:off x="81248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MAINTAIN</a:t>
            </a:r>
          </a:p>
        </p:txBody>
      </p:sp>
    </p:spTree>
    <p:extLst>
      <p:ext uri="{BB962C8B-B14F-4D97-AF65-F5344CB8AC3E}">
        <p14:creationId xmlns:p14="http://schemas.microsoft.com/office/powerpoint/2010/main" val="199330276"/>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F772B366-9BF0-494B-B9AD-BBA2D2C9608D}"/>
              </a:ext>
            </a:extLst>
          </p:cNvPr>
          <p:cNvPicPr>
            <a:picLocks xmlns:a="http://schemas.openxmlformats.org/drawingml/2006/main" noChangeAspect="1"/>
          </p:cNvPicPr>
          <p:nvPr/>
        </p:nvPicPr>
        <p:blipFill>
          <a:blip xmlns:r="http://schemas.openxmlformats.org/officeDocument/2006/relationships" xmlns:a="http://schemas.openxmlformats.org/drawingml/2006/main" r:embed="R9472102a02a5484a"/>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37F2A8E4-A3DF-4AC9-98C8-71E3C9B4EE21}"/>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43 / 63</a:t>
            </a:r>
            <a:endParaRPr sz="900"/>
          </a:p>
        </p:txBody>
      </p:sp>
      <p:sp>
        <p:nvSpPr>
          <p:cNvPr id="79" name="">
            <a:extLst xmlns:a="http://schemas.openxmlformats.org/drawingml/2006/main">
              <a:ext uri="{FF2B5EF4-FFF2-40B4-BE49-F238E27FC236}">
                <a16:creationId xmlns:a16="http://schemas.microsoft.com/office/drawing/2014/main" id="{48184B7C-9913-4D24-8F48-063F14CCE4A5}"/>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EF8B39"/>
                </a:solidFill>
                <a:latin typeface="Montserrat"/>
                <a:ea typeface="Montserrat"/>
                <a:cs typeface="Montserrat"/>
              </a:defRPr>
            </a:defPPr>
            <a:lvl1pPr algn="l">
              <a:defRPr sz="1050" b="1">
                <a:solidFill>
                  <a:srgbClr val="EF8B39"/>
                </a:solidFill>
                <a:latin typeface="Montserrat"/>
                <a:ea typeface="Montserrat"/>
                <a:cs typeface="Montserrat"/>
              </a:defRPr>
            </a:lvl1pPr>
            <a:lvl2pPr algn="l">
              <a:defRPr sz="1050" b="1">
                <a:solidFill>
                  <a:srgbClr val="EF8B39"/>
                </a:solidFill>
                <a:latin typeface="Montserrat"/>
                <a:ea typeface="Montserrat"/>
                <a:cs typeface="Montserrat"/>
              </a:defRPr>
            </a:lvl2pPr>
            <a:lvl3pPr algn="l">
              <a:defRPr sz="1050" b="1">
                <a:solidFill>
                  <a:srgbClr val="EF8B39"/>
                </a:solidFill>
                <a:latin typeface="Montserrat"/>
                <a:ea typeface="Montserrat"/>
                <a:cs typeface="Montserrat"/>
              </a:defRPr>
            </a:lvl3pPr>
            <a:lvl4pPr algn="l">
              <a:defRPr sz="1050" b="1">
                <a:solidFill>
                  <a:srgbClr val="EF8B39"/>
                </a:solidFill>
                <a:latin typeface="Montserrat"/>
                <a:ea typeface="Montserrat"/>
                <a:cs typeface="Montserrat"/>
              </a:defRPr>
            </a:lvl4pPr>
            <a:lvl5pPr algn="l">
              <a:defRPr sz="1050" b="1">
                <a:solidFill>
                  <a:srgbClr val="EF8B39"/>
                </a:solidFill>
                <a:latin typeface="Montserrat"/>
                <a:ea typeface="Montserrat"/>
                <a:cs typeface="Montserrat"/>
              </a:defRPr>
            </a:lvl5pPr>
            <a:lvl6pPr algn="l">
              <a:defRPr sz="1050" b="1">
                <a:solidFill>
                  <a:srgbClr val="EF8B39"/>
                </a:solidFill>
                <a:latin typeface="Montserrat"/>
                <a:ea typeface="Montserrat"/>
                <a:cs typeface="Montserrat"/>
              </a:defRPr>
            </a:lvl6pPr>
            <a:lvl7pPr algn="l">
              <a:defRPr sz="1050" b="1">
                <a:solidFill>
                  <a:srgbClr val="EF8B39"/>
                </a:solidFill>
                <a:latin typeface="Montserrat"/>
                <a:ea typeface="Montserrat"/>
                <a:cs typeface="Montserrat"/>
              </a:defRPr>
            </a:lvl7pPr>
            <a:lvl8pPr algn="l">
              <a:defRPr sz="1050" b="1">
                <a:solidFill>
                  <a:srgbClr val="EF8B39"/>
                </a:solidFill>
                <a:latin typeface="Montserrat"/>
                <a:ea typeface="Montserrat"/>
                <a:cs typeface="Montserrat"/>
              </a:defRPr>
            </a:lvl8pPr>
            <a:lvl9pPr algn="l">
              <a:defRPr sz="1050" b="1">
                <a:solidFill>
                  <a:srgbClr val="EF8B39"/>
                </a:solidFill>
                <a:latin typeface="Montserrat"/>
                <a:ea typeface="Montserrat"/>
                <a:cs typeface="Montserrat"/>
              </a:defRPr>
            </a:lvl9pPr>
          </a:lstStyle>
          <a:p xmlns:a="http://schemas.openxmlformats.org/drawingml/2006/main">
            <a:pPr algn="l">
              <a:defRPr sz="1050" b="1">
                <a:solidFill>
                  <a:srgbClr val="EF8B39"/>
                </a:solidFill>
                <a:latin typeface="Montserrat"/>
                <a:ea typeface="Montserrat"/>
                <a:cs typeface="Montserrat"/>
              </a:defRPr>
            </a:pPr>
            <a:r>
              <a:rPr sz="1050" b="1">
                <a:solidFill>
                  <a:srgbClr val="EF8B39"/>
                </a:solidFill>
                <a:latin typeface="Montserrat"/>
                <a:ea typeface="Montserrat"/>
                <a:cs typeface="Montserrat"/>
              </a:rPr>
              <a:t>// EXERCISE 2 · BUILD</a:t>
            </a:r>
          </a:p>
        </p:txBody>
      </p:sp>
      <p:sp>
        <p:nvSpPr>
          <p:cNvPr id="80" name="">
            <a:extLst xmlns:a="http://schemas.openxmlformats.org/drawingml/2006/main">
              <a:ext uri="{FF2B5EF4-FFF2-40B4-BE49-F238E27FC236}">
                <a16:creationId xmlns:a16="http://schemas.microsoft.com/office/drawing/2014/main" id="{BD3F7E51-0C28-4BDE-BB05-1A664FB6C486}"/>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B93800"/>
                </a:solidFill>
                <a:latin typeface="Montserrat"/>
                <a:ea typeface="Montserrat"/>
                <a:cs typeface="Montserrat"/>
              </a:defRPr>
            </a:defPPr>
            <a:lvl1pPr algn="r">
              <a:defRPr sz="900" b="0">
                <a:solidFill>
                  <a:srgbClr val="B93800"/>
                </a:solidFill>
                <a:latin typeface="Montserrat"/>
                <a:ea typeface="Montserrat"/>
                <a:cs typeface="Montserrat"/>
              </a:defRPr>
            </a:lvl1pPr>
            <a:lvl2pPr algn="r">
              <a:defRPr sz="900" b="0">
                <a:solidFill>
                  <a:srgbClr val="B93800"/>
                </a:solidFill>
                <a:latin typeface="Montserrat"/>
                <a:ea typeface="Montserrat"/>
                <a:cs typeface="Montserrat"/>
              </a:defRPr>
            </a:lvl2pPr>
            <a:lvl3pPr algn="r">
              <a:defRPr sz="900" b="0">
                <a:solidFill>
                  <a:srgbClr val="B93800"/>
                </a:solidFill>
                <a:latin typeface="Montserrat"/>
                <a:ea typeface="Montserrat"/>
                <a:cs typeface="Montserrat"/>
              </a:defRPr>
            </a:lvl3pPr>
            <a:lvl4pPr algn="r">
              <a:defRPr sz="900" b="0">
                <a:solidFill>
                  <a:srgbClr val="B93800"/>
                </a:solidFill>
                <a:latin typeface="Montserrat"/>
                <a:ea typeface="Montserrat"/>
                <a:cs typeface="Montserrat"/>
              </a:defRPr>
            </a:lvl4pPr>
            <a:lvl5pPr algn="r">
              <a:defRPr sz="900" b="0">
                <a:solidFill>
                  <a:srgbClr val="B93800"/>
                </a:solidFill>
                <a:latin typeface="Montserrat"/>
                <a:ea typeface="Montserrat"/>
                <a:cs typeface="Montserrat"/>
              </a:defRPr>
            </a:lvl5pPr>
            <a:lvl6pPr algn="r">
              <a:defRPr sz="900" b="0">
                <a:solidFill>
                  <a:srgbClr val="B93800"/>
                </a:solidFill>
                <a:latin typeface="Montserrat"/>
                <a:ea typeface="Montserrat"/>
                <a:cs typeface="Montserrat"/>
              </a:defRPr>
            </a:lvl6pPr>
            <a:lvl7pPr algn="r">
              <a:defRPr sz="900" b="0">
                <a:solidFill>
                  <a:srgbClr val="B93800"/>
                </a:solidFill>
                <a:latin typeface="Montserrat"/>
                <a:ea typeface="Montserrat"/>
                <a:cs typeface="Montserrat"/>
              </a:defRPr>
            </a:lvl7pPr>
            <a:lvl8pPr algn="r">
              <a:defRPr sz="900" b="0">
                <a:solidFill>
                  <a:srgbClr val="B93800"/>
                </a:solidFill>
                <a:latin typeface="Montserrat"/>
                <a:ea typeface="Montserrat"/>
                <a:cs typeface="Montserrat"/>
              </a:defRPr>
            </a:lvl8pPr>
            <a:lvl9pPr algn="r">
              <a:defRPr sz="900" b="0">
                <a:solidFill>
                  <a:srgbClr val="B93800"/>
                </a:solidFill>
                <a:latin typeface="Montserrat"/>
                <a:ea typeface="Montserrat"/>
                <a:cs typeface="Montserrat"/>
              </a:defRPr>
            </a:lvl9pPr>
          </a:lstStyle>
          <a:p xmlns:a="http://schemas.openxmlformats.org/drawingml/2006/main">
            <a:pPr algn="r">
              <a:defRPr sz="900" b="0">
                <a:solidFill>
                  <a:srgbClr val="B93800"/>
                </a:solidFill>
                <a:latin typeface="Montserrat"/>
                <a:ea typeface="Montserrat"/>
                <a:cs typeface="Montserrat"/>
              </a:defRPr>
            </a:pPr>
            <a:r>
              <a:rPr sz="900" b="0">
                <a:solidFill>
                  <a:srgbClr val="B93800"/>
                </a:solidFill>
                <a:latin typeface="Montserrat"/>
                <a:ea typeface="Montserrat"/>
                <a:cs typeface="Montserrat"/>
              </a:rPr>
              <a:t>3:00–4:30</a:t>
            </a:r>
          </a:p>
        </p:txBody>
      </p:sp>
      <p:sp>
        <p:nvSpPr>
          <p:cNvPr id="81" name="">
            <a:extLst xmlns:a="http://schemas.openxmlformats.org/drawingml/2006/main">
              <a:ext uri="{FF2B5EF4-FFF2-40B4-BE49-F238E27FC236}">
                <a16:creationId xmlns:a16="http://schemas.microsoft.com/office/drawing/2014/main" id="{78C477F0-48EE-40B8-88A9-DE2C589C2E94}"/>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Build one battle</a:t>
            </a:r>
          </a:p>
        </p:txBody>
      </p:sp>
      <p:sp>
        <p:nvSpPr>
          <p:cNvPr id="82" name="">
            <a:extLst xmlns:a="http://schemas.openxmlformats.org/drawingml/2006/main">
              <a:ext uri="{FF2B5EF4-FFF2-40B4-BE49-F238E27FC236}">
                <a16:creationId xmlns:a16="http://schemas.microsoft.com/office/drawing/2014/main" id="{4E46456C-4D3D-4273-BEDA-D7EF060E4304}"/>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TWO HEALTH EACH · ONE DAMAGE EVENT PER ANSWER</a:t>
            </a:r>
          </a:p>
        </p:txBody>
      </p:sp>
      <p:sp>
        <p:nvSpPr>
          <p:cNvPr id="83" name="">
            <a:extLst xmlns:a="http://schemas.openxmlformats.org/drawingml/2006/main">
              <a:ext uri="{FF2B5EF4-FFF2-40B4-BE49-F238E27FC236}">
                <a16:creationId xmlns:a16="http://schemas.microsoft.com/office/drawing/2014/main" id="{B504B9CA-125A-4AB8-BE21-6E2E2722C04D}"/>
              </a:ext>
            </a:extLst>
          </p:cNvPr>
          <p:cNvSpPr>
            <a:spLocks xmlns:a="http://schemas.openxmlformats.org/drawingml/2006/main" noGrp="1"/>
          </p:cNvSpPr>
          <p:nvPr/>
        </p:nvSpPr>
        <p:spPr>
          <a:xfrm xmlns:a="http://schemas.openxmlformats.org/drawingml/2006/main">
            <a:off x="914400" y="22479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1">
                <a:solidFill>
                  <a:srgbClr val="307FE2"/>
                </a:solidFill>
                <a:latin typeface="Courier New"/>
                <a:ea typeface="Courier New"/>
                <a:cs typeface="Courier New"/>
              </a:defRPr>
            </a:defPPr>
            <a:lvl1pPr algn="l">
              <a:defRPr sz="1500" b="1">
                <a:solidFill>
                  <a:srgbClr val="307FE2"/>
                </a:solidFill>
                <a:latin typeface="Courier New"/>
                <a:ea typeface="Courier New"/>
                <a:cs typeface="Courier New"/>
              </a:defRPr>
            </a:lvl1pPr>
            <a:lvl2pPr algn="l">
              <a:defRPr sz="1500" b="1">
                <a:solidFill>
                  <a:srgbClr val="307FE2"/>
                </a:solidFill>
                <a:latin typeface="Courier New"/>
                <a:ea typeface="Courier New"/>
                <a:cs typeface="Courier New"/>
              </a:defRPr>
            </a:lvl2pPr>
            <a:lvl3pPr algn="l">
              <a:defRPr sz="1500" b="1">
                <a:solidFill>
                  <a:srgbClr val="307FE2"/>
                </a:solidFill>
                <a:latin typeface="Courier New"/>
                <a:ea typeface="Courier New"/>
                <a:cs typeface="Courier New"/>
              </a:defRPr>
            </a:lvl3pPr>
            <a:lvl4pPr algn="l">
              <a:defRPr sz="1500" b="1">
                <a:solidFill>
                  <a:srgbClr val="307FE2"/>
                </a:solidFill>
                <a:latin typeface="Courier New"/>
                <a:ea typeface="Courier New"/>
                <a:cs typeface="Courier New"/>
              </a:defRPr>
            </a:lvl4pPr>
            <a:lvl5pPr algn="l">
              <a:defRPr sz="1500" b="1">
                <a:solidFill>
                  <a:srgbClr val="307FE2"/>
                </a:solidFill>
                <a:latin typeface="Courier New"/>
                <a:ea typeface="Courier New"/>
                <a:cs typeface="Courier New"/>
              </a:defRPr>
            </a:lvl5pPr>
            <a:lvl6pPr algn="l">
              <a:defRPr sz="1500" b="1">
                <a:solidFill>
                  <a:srgbClr val="307FE2"/>
                </a:solidFill>
                <a:latin typeface="Courier New"/>
                <a:ea typeface="Courier New"/>
                <a:cs typeface="Courier New"/>
              </a:defRPr>
            </a:lvl6pPr>
            <a:lvl7pPr algn="l">
              <a:defRPr sz="1500" b="1">
                <a:solidFill>
                  <a:srgbClr val="307FE2"/>
                </a:solidFill>
                <a:latin typeface="Courier New"/>
                <a:ea typeface="Courier New"/>
                <a:cs typeface="Courier New"/>
              </a:defRPr>
            </a:lvl7pPr>
            <a:lvl8pPr algn="l">
              <a:defRPr sz="1500" b="1">
                <a:solidFill>
                  <a:srgbClr val="307FE2"/>
                </a:solidFill>
                <a:latin typeface="Courier New"/>
                <a:ea typeface="Courier New"/>
                <a:cs typeface="Courier New"/>
              </a:defRPr>
            </a:lvl8pPr>
            <a:lvl9pPr algn="l">
              <a:defRPr sz="1500" b="1">
                <a:solidFill>
                  <a:srgbClr val="307FE2"/>
                </a:solidFill>
                <a:latin typeface="Courier New"/>
                <a:ea typeface="Courier New"/>
                <a:cs typeface="Courier New"/>
              </a:defRPr>
            </a:lvl9pPr>
          </a:lstStyle>
          <a:p xmlns:a="http://schemas.openxmlformats.org/drawingml/2006/main">
            <a:pPr algn="l">
              <a:defRPr sz="1500" b="1">
                <a:solidFill>
                  <a:srgbClr val="307FE2"/>
                </a:solidFill>
                <a:latin typeface="Courier New"/>
                <a:ea typeface="Courier New"/>
                <a:cs typeface="Courier New"/>
              </a:defRPr>
            </a:pPr>
            <a:r>
              <a:rPr sz="1500" b="1">
                <a:solidFill>
                  <a:srgbClr val="307FE2"/>
                </a:solidFill>
                <a:latin typeface="Courier New"/>
                <a:ea typeface="Courier New"/>
                <a:cs typeface="Courier New"/>
              </a:rPr>
              <a:t>YOU  2 / 2</a:t>
            </a:r>
          </a:p>
        </p:txBody>
      </p:sp>
      <p:sp>
        <p:nvSpPr>
          <p:cNvPr id="84" name="">
            <a:extLst xmlns:a="http://schemas.openxmlformats.org/drawingml/2006/main">
              <a:ext uri="{FF2B5EF4-FFF2-40B4-BE49-F238E27FC236}">
                <a16:creationId xmlns:a16="http://schemas.microsoft.com/office/drawing/2014/main" id="{3095879C-4D30-4F83-8D55-609E478AAB0A}"/>
              </a:ext>
            </a:extLst>
          </p:cNvPr>
          <p:cNvSpPr>
            <a:spLocks xmlns:a="http://schemas.openxmlformats.org/drawingml/2006/main" noGrp="1"/>
          </p:cNvSpPr>
          <p:nvPr/>
        </p:nvSpPr>
        <p:spPr>
          <a:xfrm xmlns:a="http://schemas.openxmlformats.org/drawingml/2006/main">
            <a:off x="8896350" y="22479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1500" b="1">
                <a:solidFill>
                  <a:srgbClr val="EF8B39"/>
                </a:solidFill>
                <a:latin typeface="Courier New"/>
                <a:ea typeface="Courier New"/>
                <a:cs typeface="Courier New"/>
              </a:defRPr>
            </a:defPPr>
            <a:lvl1pPr algn="r">
              <a:defRPr sz="1500" b="1">
                <a:solidFill>
                  <a:srgbClr val="EF8B39"/>
                </a:solidFill>
                <a:latin typeface="Courier New"/>
                <a:ea typeface="Courier New"/>
                <a:cs typeface="Courier New"/>
              </a:defRPr>
            </a:lvl1pPr>
            <a:lvl2pPr algn="r">
              <a:defRPr sz="1500" b="1">
                <a:solidFill>
                  <a:srgbClr val="EF8B39"/>
                </a:solidFill>
                <a:latin typeface="Courier New"/>
                <a:ea typeface="Courier New"/>
                <a:cs typeface="Courier New"/>
              </a:defRPr>
            </a:lvl2pPr>
            <a:lvl3pPr algn="r">
              <a:defRPr sz="1500" b="1">
                <a:solidFill>
                  <a:srgbClr val="EF8B39"/>
                </a:solidFill>
                <a:latin typeface="Courier New"/>
                <a:ea typeface="Courier New"/>
                <a:cs typeface="Courier New"/>
              </a:defRPr>
            </a:lvl3pPr>
            <a:lvl4pPr algn="r">
              <a:defRPr sz="1500" b="1">
                <a:solidFill>
                  <a:srgbClr val="EF8B39"/>
                </a:solidFill>
                <a:latin typeface="Courier New"/>
                <a:ea typeface="Courier New"/>
                <a:cs typeface="Courier New"/>
              </a:defRPr>
            </a:lvl4pPr>
            <a:lvl5pPr algn="r">
              <a:defRPr sz="1500" b="1">
                <a:solidFill>
                  <a:srgbClr val="EF8B39"/>
                </a:solidFill>
                <a:latin typeface="Courier New"/>
                <a:ea typeface="Courier New"/>
                <a:cs typeface="Courier New"/>
              </a:defRPr>
            </a:lvl5pPr>
            <a:lvl6pPr algn="r">
              <a:defRPr sz="1500" b="1">
                <a:solidFill>
                  <a:srgbClr val="EF8B39"/>
                </a:solidFill>
                <a:latin typeface="Courier New"/>
                <a:ea typeface="Courier New"/>
                <a:cs typeface="Courier New"/>
              </a:defRPr>
            </a:lvl6pPr>
            <a:lvl7pPr algn="r">
              <a:defRPr sz="1500" b="1">
                <a:solidFill>
                  <a:srgbClr val="EF8B39"/>
                </a:solidFill>
                <a:latin typeface="Courier New"/>
                <a:ea typeface="Courier New"/>
                <a:cs typeface="Courier New"/>
              </a:defRPr>
            </a:lvl7pPr>
            <a:lvl8pPr algn="r">
              <a:defRPr sz="1500" b="1">
                <a:solidFill>
                  <a:srgbClr val="EF8B39"/>
                </a:solidFill>
                <a:latin typeface="Courier New"/>
                <a:ea typeface="Courier New"/>
                <a:cs typeface="Courier New"/>
              </a:defRPr>
            </a:lvl8pPr>
            <a:lvl9pPr algn="r">
              <a:defRPr sz="1500" b="1">
                <a:solidFill>
                  <a:srgbClr val="EF8B39"/>
                </a:solidFill>
                <a:latin typeface="Courier New"/>
                <a:ea typeface="Courier New"/>
                <a:cs typeface="Courier New"/>
              </a:defRPr>
            </a:lvl9pPr>
          </a:lstStyle>
          <a:p xmlns:a="http://schemas.openxmlformats.org/drawingml/2006/main">
            <a:pPr algn="r">
              <a:defRPr sz="1500" b="1">
                <a:solidFill>
                  <a:srgbClr val="EF8B39"/>
                </a:solidFill>
                <a:latin typeface="Courier New"/>
                <a:ea typeface="Courier New"/>
                <a:cs typeface="Courier New"/>
              </a:defRPr>
            </a:pPr>
            <a:r>
              <a:rPr sz="1500" b="1">
                <a:solidFill>
                  <a:srgbClr val="EF8B39"/>
                </a:solidFill>
                <a:latin typeface="Courier New"/>
                <a:ea typeface="Courier New"/>
                <a:cs typeface="Courier New"/>
              </a:rPr>
              <a:t>ALIEN  2 / 2</a:t>
            </a:r>
          </a:p>
        </p:txBody>
      </p:sp>
      <p:sp>
        <p:nvSpPr>
          <p:cNvPr id="85" name="">
            <a:extLst xmlns:a="http://schemas.openxmlformats.org/drawingml/2006/main">
              <a:ext uri="{FF2B5EF4-FFF2-40B4-BE49-F238E27FC236}">
                <a16:creationId xmlns:a16="http://schemas.microsoft.com/office/drawing/2014/main" id="{33E7CCB8-F474-46AE-BE7F-05AE6064BEA1}"/>
              </a:ext>
            </a:extLst>
          </p:cNvPr>
          <p:cNvSpPr>
            <a:spLocks xmlns:a="http://schemas.openxmlformats.org/drawingml/2006/main" noGrp="1"/>
          </p:cNvSpPr>
          <p:nvPr/>
        </p:nvSpPr>
        <p:spPr>
          <a:xfrm xmlns:a="http://schemas.openxmlformats.org/drawingml/2006/main">
            <a:off x="1695450" y="30480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650" b="1">
                <a:solidFill>
                  <a:srgbClr val="0F172A"/>
                </a:solidFill>
                <a:latin typeface="Montserrat"/>
                <a:ea typeface="Montserrat"/>
                <a:cs typeface="Montserrat"/>
              </a:defRPr>
            </a:defPPr>
            <a:lvl1pPr algn="ctr">
              <a:defRPr sz="1650" b="1">
                <a:solidFill>
                  <a:srgbClr val="0F172A"/>
                </a:solidFill>
                <a:latin typeface="Montserrat"/>
                <a:ea typeface="Montserrat"/>
                <a:cs typeface="Montserrat"/>
              </a:defRPr>
            </a:lvl1pPr>
            <a:lvl2pPr algn="ctr">
              <a:defRPr sz="1650" b="1">
                <a:solidFill>
                  <a:srgbClr val="0F172A"/>
                </a:solidFill>
                <a:latin typeface="Montserrat"/>
                <a:ea typeface="Montserrat"/>
                <a:cs typeface="Montserrat"/>
              </a:defRPr>
            </a:lvl2pPr>
            <a:lvl3pPr algn="ctr">
              <a:defRPr sz="1650" b="1">
                <a:solidFill>
                  <a:srgbClr val="0F172A"/>
                </a:solidFill>
                <a:latin typeface="Montserrat"/>
                <a:ea typeface="Montserrat"/>
                <a:cs typeface="Montserrat"/>
              </a:defRPr>
            </a:lvl3pPr>
            <a:lvl4pPr algn="ctr">
              <a:defRPr sz="1650" b="1">
                <a:solidFill>
                  <a:srgbClr val="0F172A"/>
                </a:solidFill>
                <a:latin typeface="Montserrat"/>
                <a:ea typeface="Montserrat"/>
                <a:cs typeface="Montserrat"/>
              </a:defRPr>
            </a:lvl4pPr>
            <a:lvl5pPr algn="ctr">
              <a:defRPr sz="1650" b="1">
                <a:solidFill>
                  <a:srgbClr val="0F172A"/>
                </a:solidFill>
                <a:latin typeface="Montserrat"/>
                <a:ea typeface="Montserrat"/>
                <a:cs typeface="Montserrat"/>
              </a:defRPr>
            </a:lvl5pPr>
            <a:lvl6pPr algn="ctr">
              <a:defRPr sz="1650" b="1">
                <a:solidFill>
                  <a:srgbClr val="0F172A"/>
                </a:solidFill>
                <a:latin typeface="Montserrat"/>
                <a:ea typeface="Montserrat"/>
                <a:cs typeface="Montserrat"/>
              </a:defRPr>
            </a:lvl6pPr>
            <a:lvl7pPr algn="ctr">
              <a:defRPr sz="1650" b="1">
                <a:solidFill>
                  <a:srgbClr val="0F172A"/>
                </a:solidFill>
                <a:latin typeface="Montserrat"/>
                <a:ea typeface="Montserrat"/>
                <a:cs typeface="Montserrat"/>
              </a:defRPr>
            </a:lvl7pPr>
            <a:lvl8pPr algn="ctr">
              <a:defRPr sz="1650" b="1">
                <a:solidFill>
                  <a:srgbClr val="0F172A"/>
                </a:solidFill>
                <a:latin typeface="Montserrat"/>
                <a:ea typeface="Montserrat"/>
                <a:cs typeface="Montserrat"/>
              </a:defRPr>
            </a:lvl8pPr>
            <a:lvl9pPr algn="ctr">
              <a:defRPr sz="1650" b="1">
                <a:solidFill>
                  <a:srgbClr val="0F172A"/>
                </a:solidFill>
                <a:latin typeface="Montserrat"/>
                <a:ea typeface="Montserrat"/>
                <a:cs typeface="Montserrat"/>
              </a:defRPr>
            </a:lvl9pPr>
          </a:lstStyle>
          <a:p xmlns:a="http://schemas.openxmlformats.org/drawingml/2006/main">
            <a:pPr algn="ctr">
              <a:defRPr sz="1650" b="1">
                <a:solidFill>
                  <a:srgbClr val="0F172A"/>
                </a:solidFill>
                <a:latin typeface="Montserrat"/>
                <a:ea typeface="Montserrat"/>
                <a:cs typeface="Montserrat"/>
              </a:defRPr>
            </a:pPr>
            <a:r>
              <a:rPr sz="1650" b="1">
                <a:solidFill>
                  <a:srgbClr val="0F172A"/>
                </a:solidFill>
                <a:latin typeface="Montserrat"/>
                <a:ea typeface="Montserrat"/>
                <a:cs typeface="Montserrat"/>
              </a:rPr>
              <a:t>Laser</a:t>
            </a:r>
          </a:p>
        </p:txBody>
      </p:sp>
      <p:sp>
        <p:nvSpPr>
          <p:cNvPr id="86" name="">
            <a:extLst xmlns:a="http://schemas.openxmlformats.org/drawingml/2006/main">
              <a:ext uri="{FF2B5EF4-FFF2-40B4-BE49-F238E27FC236}">
                <a16:creationId xmlns:a16="http://schemas.microsoft.com/office/drawing/2014/main" id="{4C0BF702-B693-4115-A646-D1FE5B104688}"/>
              </a:ext>
            </a:extLst>
          </p:cNvPr>
          <p:cNvSpPr>
            <a:spLocks xmlns:a="http://schemas.openxmlformats.org/drawingml/2006/main" noGrp="1"/>
          </p:cNvSpPr>
          <p:nvPr/>
        </p:nvSpPr>
        <p:spPr>
          <a:xfrm xmlns:a="http://schemas.openxmlformats.org/drawingml/2006/main">
            <a:off x="2552700" y="3524250"/>
            <a:ext cx="0" cy="400050"/>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87" name="">
            <a:extLst xmlns:a="http://schemas.openxmlformats.org/drawingml/2006/main">
              <a:ext uri="{FF2B5EF4-FFF2-40B4-BE49-F238E27FC236}">
                <a16:creationId xmlns:a16="http://schemas.microsoft.com/office/drawing/2014/main" id="{21F33D61-BC2B-4A34-936E-C2F11B64BFE1}"/>
              </a:ext>
            </a:extLst>
          </p:cNvPr>
          <p:cNvSpPr>
            <a:spLocks xmlns:a="http://schemas.openxmlformats.org/drawingml/2006/main" noGrp="1"/>
          </p:cNvSpPr>
          <p:nvPr/>
        </p:nvSpPr>
        <p:spPr>
          <a:xfrm xmlns:a="http://schemas.openxmlformats.org/drawingml/2006/main">
            <a:off x="1695450" y="409575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500" b="1">
                <a:solidFill>
                  <a:srgbClr val="307FE2"/>
                </a:solidFill>
                <a:latin typeface="Montserrat"/>
                <a:ea typeface="Montserrat"/>
                <a:cs typeface="Montserrat"/>
              </a:defRPr>
            </a:defPPr>
            <a:lvl1pPr algn="ctr">
              <a:defRPr sz="1500" b="1">
                <a:solidFill>
                  <a:srgbClr val="307FE2"/>
                </a:solidFill>
                <a:latin typeface="Montserrat"/>
                <a:ea typeface="Montserrat"/>
                <a:cs typeface="Montserrat"/>
              </a:defRPr>
            </a:lvl1pPr>
            <a:lvl2pPr algn="ctr">
              <a:defRPr sz="1500" b="1">
                <a:solidFill>
                  <a:srgbClr val="307FE2"/>
                </a:solidFill>
                <a:latin typeface="Montserrat"/>
                <a:ea typeface="Montserrat"/>
                <a:cs typeface="Montserrat"/>
              </a:defRPr>
            </a:lvl2pPr>
            <a:lvl3pPr algn="ctr">
              <a:defRPr sz="1500" b="1">
                <a:solidFill>
                  <a:srgbClr val="307FE2"/>
                </a:solidFill>
                <a:latin typeface="Montserrat"/>
                <a:ea typeface="Montserrat"/>
                <a:cs typeface="Montserrat"/>
              </a:defRPr>
            </a:lvl3pPr>
            <a:lvl4pPr algn="ctr">
              <a:defRPr sz="1500" b="1">
                <a:solidFill>
                  <a:srgbClr val="307FE2"/>
                </a:solidFill>
                <a:latin typeface="Montserrat"/>
                <a:ea typeface="Montserrat"/>
                <a:cs typeface="Montserrat"/>
              </a:defRPr>
            </a:lvl4pPr>
            <a:lvl5pPr algn="ctr">
              <a:defRPr sz="1500" b="1">
                <a:solidFill>
                  <a:srgbClr val="307FE2"/>
                </a:solidFill>
                <a:latin typeface="Montserrat"/>
                <a:ea typeface="Montserrat"/>
                <a:cs typeface="Montserrat"/>
              </a:defRPr>
            </a:lvl5pPr>
            <a:lvl6pPr algn="ctr">
              <a:defRPr sz="1500" b="1">
                <a:solidFill>
                  <a:srgbClr val="307FE2"/>
                </a:solidFill>
                <a:latin typeface="Montserrat"/>
                <a:ea typeface="Montserrat"/>
                <a:cs typeface="Montserrat"/>
              </a:defRPr>
            </a:lvl6pPr>
            <a:lvl7pPr algn="ctr">
              <a:defRPr sz="1500" b="1">
                <a:solidFill>
                  <a:srgbClr val="307FE2"/>
                </a:solidFill>
                <a:latin typeface="Montserrat"/>
                <a:ea typeface="Montserrat"/>
                <a:cs typeface="Montserrat"/>
              </a:defRPr>
            </a:lvl7pPr>
            <a:lvl8pPr algn="ctr">
              <a:defRPr sz="1500" b="1">
                <a:solidFill>
                  <a:srgbClr val="307FE2"/>
                </a:solidFill>
                <a:latin typeface="Montserrat"/>
                <a:ea typeface="Montserrat"/>
                <a:cs typeface="Montserrat"/>
              </a:defRPr>
            </a:lvl8pPr>
            <a:lvl9pPr algn="ctr">
              <a:defRPr sz="1500" b="1">
                <a:solidFill>
                  <a:srgbClr val="307FE2"/>
                </a:solidFill>
                <a:latin typeface="Montserrat"/>
                <a:ea typeface="Montserrat"/>
                <a:cs typeface="Montserrat"/>
              </a:defRPr>
            </a:lvl9pPr>
          </a:lstStyle>
          <a:p xmlns:a="http://schemas.openxmlformats.org/drawingml/2006/main">
            <a:pPr algn="ctr">
              <a:defRPr sz="1500" b="1">
                <a:solidFill>
                  <a:srgbClr val="307FE2"/>
                </a:solidFill>
                <a:latin typeface="Montserrat"/>
                <a:ea typeface="Montserrat"/>
                <a:cs typeface="Montserrat"/>
              </a:defRPr>
            </a:pPr>
            <a:r>
              <a:rPr sz="1500" b="1">
                <a:solidFill>
                  <a:srgbClr val="307FE2"/>
                </a:solidFill>
                <a:latin typeface="Montserrat"/>
                <a:ea typeface="Montserrat"/>
                <a:cs typeface="Montserrat"/>
              </a:rPr>
              <a:t>Shield</a:t>
            </a:r>
          </a:p>
        </p:txBody>
      </p:sp>
      <p:sp>
        <p:nvSpPr>
          <p:cNvPr id="88" name="">
            <a:extLst xmlns:a="http://schemas.openxmlformats.org/drawingml/2006/main">
              <a:ext uri="{FF2B5EF4-FFF2-40B4-BE49-F238E27FC236}">
                <a16:creationId xmlns:a16="http://schemas.microsoft.com/office/drawing/2014/main" id="{EA9349DE-8858-44E6-B954-1C187F957DD6}"/>
              </a:ext>
            </a:extLst>
          </p:cNvPr>
          <p:cNvSpPr>
            <a:spLocks xmlns:a="http://schemas.openxmlformats.org/drawingml/2006/main" noGrp="1"/>
          </p:cNvSpPr>
          <p:nvPr/>
        </p:nvSpPr>
        <p:spPr>
          <a:xfrm xmlns:a="http://schemas.openxmlformats.org/drawingml/2006/main">
            <a:off x="4648200" y="30480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650" b="1">
                <a:solidFill>
                  <a:srgbClr val="0F172A"/>
                </a:solidFill>
                <a:latin typeface="Montserrat"/>
                <a:ea typeface="Montserrat"/>
                <a:cs typeface="Montserrat"/>
              </a:defRPr>
            </a:defPPr>
            <a:lvl1pPr algn="ctr">
              <a:defRPr sz="1650" b="1">
                <a:solidFill>
                  <a:srgbClr val="0F172A"/>
                </a:solidFill>
                <a:latin typeface="Montserrat"/>
                <a:ea typeface="Montserrat"/>
                <a:cs typeface="Montserrat"/>
              </a:defRPr>
            </a:lvl1pPr>
            <a:lvl2pPr algn="ctr">
              <a:defRPr sz="1650" b="1">
                <a:solidFill>
                  <a:srgbClr val="0F172A"/>
                </a:solidFill>
                <a:latin typeface="Montserrat"/>
                <a:ea typeface="Montserrat"/>
                <a:cs typeface="Montserrat"/>
              </a:defRPr>
            </a:lvl2pPr>
            <a:lvl3pPr algn="ctr">
              <a:defRPr sz="1650" b="1">
                <a:solidFill>
                  <a:srgbClr val="0F172A"/>
                </a:solidFill>
                <a:latin typeface="Montserrat"/>
                <a:ea typeface="Montserrat"/>
                <a:cs typeface="Montserrat"/>
              </a:defRPr>
            </a:lvl3pPr>
            <a:lvl4pPr algn="ctr">
              <a:defRPr sz="1650" b="1">
                <a:solidFill>
                  <a:srgbClr val="0F172A"/>
                </a:solidFill>
                <a:latin typeface="Montserrat"/>
                <a:ea typeface="Montserrat"/>
                <a:cs typeface="Montserrat"/>
              </a:defRPr>
            </a:lvl4pPr>
            <a:lvl5pPr algn="ctr">
              <a:defRPr sz="1650" b="1">
                <a:solidFill>
                  <a:srgbClr val="0F172A"/>
                </a:solidFill>
                <a:latin typeface="Montserrat"/>
                <a:ea typeface="Montserrat"/>
                <a:cs typeface="Montserrat"/>
              </a:defRPr>
            </a:lvl5pPr>
            <a:lvl6pPr algn="ctr">
              <a:defRPr sz="1650" b="1">
                <a:solidFill>
                  <a:srgbClr val="0F172A"/>
                </a:solidFill>
                <a:latin typeface="Montserrat"/>
                <a:ea typeface="Montserrat"/>
                <a:cs typeface="Montserrat"/>
              </a:defRPr>
            </a:lvl6pPr>
            <a:lvl7pPr algn="ctr">
              <a:defRPr sz="1650" b="1">
                <a:solidFill>
                  <a:srgbClr val="0F172A"/>
                </a:solidFill>
                <a:latin typeface="Montserrat"/>
                <a:ea typeface="Montserrat"/>
                <a:cs typeface="Montserrat"/>
              </a:defRPr>
            </a:lvl7pPr>
            <a:lvl8pPr algn="ctr">
              <a:defRPr sz="1650" b="1">
                <a:solidFill>
                  <a:srgbClr val="0F172A"/>
                </a:solidFill>
                <a:latin typeface="Montserrat"/>
                <a:ea typeface="Montserrat"/>
                <a:cs typeface="Montserrat"/>
              </a:defRPr>
            </a:lvl8pPr>
            <a:lvl9pPr algn="ctr">
              <a:defRPr sz="1650" b="1">
                <a:solidFill>
                  <a:srgbClr val="0F172A"/>
                </a:solidFill>
                <a:latin typeface="Montserrat"/>
                <a:ea typeface="Montserrat"/>
                <a:cs typeface="Montserrat"/>
              </a:defRPr>
            </a:lvl9pPr>
          </a:lstStyle>
          <a:p xmlns:a="http://schemas.openxmlformats.org/drawingml/2006/main">
            <a:pPr algn="ctr">
              <a:defRPr sz="1650" b="1">
                <a:solidFill>
                  <a:srgbClr val="0F172A"/>
                </a:solidFill>
                <a:latin typeface="Montserrat"/>
                <a:ea typeface="Montserrat"/>
                <a:cs typeface="Montserrat"/>
              </a:defRPr>
            </a:pPr>
            <a:r>
              <a:rPr sz="1650" b="1">
                <a:solidFill>
                  <a:srgbClr val="0F172A"/>
                </a:solidFill>
                <a:latin typeface="Montserrat"/>
                <a:ea typeface="Montserrat"/>
                <a:cs typeface="Montserrat"/>
              </a:rPr>
              <a:t>Shield</a:t>
            </a:r>
          </a:p>
        </p:txBody>
      </p:sp>
      <p:sp>
        <p:nvSpPr>
          <p:cNvPr id="89" name="">
            <a:extLst xmlns:a="http://schemas.openxmlformats.org/drawingml/2006/main">
              <a:ext uri="{FF2B5EF4-FFF2-40B4-BE49-F238E27FC236}">
                <a16:creationId xmlns:a16="http://schemas.microsoft.com/office/drawing/2014/main" id="{E3518024-CF94-477C-8ABB-E084EF8FEB5B}"/>
              </a:ext>
            </a:extLst>
          </p:cNvPr>
          <p:cNvSpPr>
            <a:spLocks xmlns:a="http://schemas.openxmlformats.org/drawingml/2006/main" noGrp="1"/>
          </p:cNvSpPr>
          <p:nvPr/>
        </p:nvSpPr>
        <p:spPr>
          <a:xfrm xmlns:a="http://schemas.openxmlformats.org/drawingml/2006/main">
            <a:off x="5505450" y="3524250"/>
            <a:ext cx="0" cy="400050"/>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90" name="">
            <a:extLst xmlns:a="http://schemas.openxmlformats.org/drawingml/2006/main">
              <a:ext uri="{FF2B5EF4-FFF2-40B4-BE49-F238E27FC236}">
                <a16:creationId xmlns:a16="http://schemas.microsoft.com/office/drawing/2014/main" id="{823B4C88-F00B-450A-8C0C-E199B32BC3DA}"/>
              </a:ext>
            </a:extLst>
          </p:cNvPr>
          <p:cNvSpPr>
            <a:spLocks xmlns:a="http://schemas.openxmlformats.org/drawingml/2006/main" noGrp="1"/>
          </p:cNvSpPr>
          <p:nvPr/>
        </p:nvSpPr>
        <p:spPr>
          <a:xfrm xmlns:a="http://schemas.openxmlformats.org/drawingml/2006/main">
            <a:off x="4648200" y="409575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500" b="1">
                <a:solidFill>
                  <a:srgbClr val="307FE2"/>
                </a:solidFill>
                <a:latin typeface="Montserrat"/>
                <a:ea typeface="Montserrat"/>
                <a:cs typeface="Montserrat"/>
              </a:defRPr>
            </a:defPPr>
            <a:lvl1pPr algn="ctr">
              <a:defRPr sz="1500" b="1">
                <a:solidFill>
                  <a:srgbClr val="307FE2"/>
                </a:solidFill>
                <a:latin typeface="Montserrat"/>
                <a:ea typeface="Montserrat"/>
                <a:cs typeface="Montserrat"/>
              </a:defRPr>
            </a:lvl1pPr>
            <a:lvl2pPr algn="ctr">
              <a:defRPr sz="1500" b="1">
                <a:solidFill>
                  <a:srgbClr val="307FE2"/>
                </a:solidFill>
                <a:latin typeface="Montserrat"/>
                <a:ea typeface="Montserrat"/>
                <a:cs typeface="Montserrat"/>
              </a:defRPr>
            </a:lvl2pPr>
            <a:lvl3pPr algn="ctr">
              <a:defRPr sz="1500" b="1">
                <a:solidFill>
                  <a:srgbClr val="307FE2"/>
                </a:solidFill>
                <a:latin typeface="Montserrat"/>
                <a:ea typeface="Montserrat"/>
                <a:cs typeface="Montserrat"/>
              </a:defRPr>
            </a:lvl3pPr>
            <a:lvl4pPr algn="ctr">
              <a:defRPr sz="1500" b="1">
                <a:solidFill>
                  <a:srgbClr val="307FE2"/>
                </a:solidFill>
                <a:latin typeface="Montserrat"/>
                <a:ea typeface="Montserrat"/>
                <a:cs typeface="Montserrat"/>
              </a:defRPr>
            </a:lvl4pPr>
            <a:lvl5pPr algn="ctr">
              <a:defRPr sz="1500" b="1">
                <a:solidFill>
                  <a:srgbClr val="307FE2"/>
                </a:solidFill>
                <a:latin typeface="Montserrat"/>
                <a:ea typeface="Montserrat"/>
                <a:cs typeface="Montserrat"/>
              </a:defRPr>
            </a:lvl5pPr>
            <a:lvl6pPr algn="ctr">
              <a:defRPr sz="1500" b="1">
                <a:solidFill>
                  <a:srgbClr val="307FE2"/>
                </a:solidFill>
                <a:latin typeface="Montserrat"/>
                <a:ea typeface="Montserrat"/>
                <a:cs typeface="Montserrat"/>
              </a:defRPr>
            </a:lvl6pPr>
            <a:lvl7pPr algn="ctr">
              <a:defRPr sz="1500" b="1">
                <a:solidFill>
                  <a:srgbClr val="307FE2"/>
                </a:solidFill>
                <a:latin typeface="Montserrat"/>
                <a:ea typeface="Montserrat"/>
                <a:cs typeface="Montserrat"/>
              </a:defRPr>
            </a:lvl7pPr>
            <a:lvl8pPr algn="ctr">
              <a:defRPr sz="1500" b="1">
                <a:solidFill>
                  <a:srgbClr val="307FE2"/>
                </a:solidFill>
                <a:latin typeface="Montserrat"/>
                <a:ea typeface="Montserrat"/>
                <a:cs typeface="Montserrat"/>
              </a:defRPr>
            </a:lvl8pPr>
            <a:lvl9pPr algn="ctr">
              <a:defRPr sz="1500" b="1">
                <a:solidFill>
                  <a:srgbClr val="307FE2"/>
                </a:solidFill>
                <a:latin typeface="Montserrat"/>
                <a:ea typeface="Montserrat"/>
                <a:cs typeface="Montserrat"/>
              </a:defRPr>
            </a:lvl9pPr>
          </a:lstStyle>
          <a:p xmlns:a="http://schemas.openxmlformats.org/drawingml/2006/main">
            <a:pPr algn="ctr">
              <a:defRPr sz="1500" b="1">
                <a:solidFill>
                  <a:srgbClr val="307FE2"/>
                </a:solidFill>
                <a:latin typeface="Montserrat"/>
                <a:ea typeface="Montserrat"/>
                <a:cs typeface="Montserrat"/>
              </a:defRPr>
            </a:pPr>
            <a:r>
              <a:rPr sz="1500" b="1">
                <a:solidFill>
                  <a:srgbClr val="307FE2"/>
                </a:solidFill>
                <a:latin typeface="Montserrat"/>
                <a:ea typeface="Montserrat"/>
                <a:cs typeface="Montserrat"/>
              </a:rPr>
              <a:t>Blast</a:t>
            </a:r>
          </a:p>
        </p:txBody>
      </p:sp>
      <p:sp>
        <p:nvSpPr>
          <p:cNvPr id="91" name="">
            <a:extLst xmlns:a="http://schemas.openxmlformats.org/drawingml/2006/main">
              <a:ext uri="{FF2B5EF4-FFF2-40B4-BE49-F238E27FC236}">
                <a16:creationId xmlns:a16="http://schemas.microsoft.com/office/drawing/2014/main" id="{EA610F7B-0818-44B0-B2A0-DCA569B4389D}"/>
              </a:ext>
            </a:extLst>
          </p:cNvPr>
          <p:cNvSpPr>
            <a:spLocks xmlns:a="http://schemas.openxmlformats.org/drawingml/2006/main" noGrp="1"/>
          </p:cNvSpPr>
          <p:nvPr/>
        </p:nvSpPr>
        <p:spPr>
          <a:xfrm xmlns:a="http://schemas.openxmlformats.org/drawingml/2006/main">
            <a:off x="7600950" y="30480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650" b="1">
                <a:solidFill>
                  <a:srgbClr val="0F172A"/>
                </a:solidFill>
                <a:latin typeface="Montserrat"/>
                <a:ea typeface="Montserrat"/>
                <a:cs typeface="Montserrat"/>
              </a:defRPr>
            </a:defPPr>
            <a:lvl1pPr algn="ctr">
              <a:defRPr sz="1650" b="1">
                <a:solidFill>
                  <a:srgbClr val="0F172A"/>
                </a:solidFill>
                <a:latin typeface="Montserrat"/>
                <a:ea typeface="Montserrat"/>
                <a:cs typeface="Montserrat"/>
              </a:defRPr>
            </a:lvl1pPr>
            <a:lvl2pPr algn="ctr">
              <a:defRPr sz="1650" b="1">
                <a:solidFill>
                  <a:srgbClr val="0F172A"/>
                </a:solidFill>
                <a:latin typeface="Montserrat"/>
                <a:ea typeface="Montserrat"/>
                <a:cs typeface="Montserrat"/>
              </a:defRPr>
            </a:lvl2pPr>
            <a:lvl3pPr algn="ctr">
              <a:defRPr sz="1650" b="1">
                <a:solidFill>
                  <a:srgbClr val="0F172A"/>
                </a:solidFill>
                <a:latin typeface="Montserrat"/>
                <a:ea typeface="Montserrat"/>
                <a:cs typeface="Montserrat"/>
              </a:defRPr>
            </a:lvl3pPr>
            <a:lvl4pPr algn="ctr">
              <a:defRPr sz="1650" b="1">
                <a:solidFill>
                  <a:srgbClr val="0F172A"/>
                </a:solidFill>
                <a:latin typeface="Montserrat"/>
                <a:ea typeface="Montserrat"/>
                <a:cs typeface="Montserrat"/>
              </a:defRPr>
            </a:lvl4pPr>
            <a:lvl5pPr algn="ctr">
              <a:defRPr sz="1650" b="1">
                <a:solidFill>
                  <a:srgbClr val="0F172A"/>
                </a:solidFill>
                <a:latin typeface="Montserrat"/>
                <a:ea typeface="Montserrat"/>
                <a:cs typeface="Montserrat"/>
              </a:defRPr>
            </a:lvl5pPr>
            <a:lvl6pPr algn="ctr">
              <a:defRPr sz="1650" b="1">
                <a:solidFill>
                  <a:srgbClr val="0F172A"/>
                </a:solidFill>
                <a:latin typeface="Montserrat"/>
                <a:ea typeface="Montserrat"/>
                <a:cs typeface="Montserrat"/>
              </a:defRPr>
            </a:lvl6pPr>
            <a:lvl7pPr algn="ctr">
              <a:defRPr sz="1650" b="1">
                <a:solidFill>
                  <a:srgbClr val="0F172A"/>
                </a:solidFill>
                <a:latin typeface="Montserrat"/>
                <a:ea typeface="Montserrat"/>
                <a:cs typeface="Montserrat"/>
              </a:defRPr>
            </a:lvl7pPr>
            <a:lvl8pPr algn="ctr">
              <a:defRPr sz="1650" b="1">
                <a:solidFill>
                  <a:srgbClr val="0F172A"/>
                </a:solidFill>
                <a:latin typeface="Montserrat"/>
                <a:ea typeface="Montserrat"/>
                <a:cs typeface="Montserrat"/>
              </a:defRPr>
            </a:lvl8pPr>
            <a:lvl9pPr algn="ctr">
              <a:defRPr sz="1650" b="1">
                <a:solidFill>
                  <a:srgbClr val="0F172A"/>
                </a:solidFill>
                <a:latin typeface="Montserrat"/>
                <a:ea typeface="Montserrat"/>
                <a:cs typeface="Montserrat"/>
              </a:defRPr>
            </a:lvl9pPr>
          </a:lstStyle>
          <a:p xmlns:a="http://schemas.openxmlformats.org/drawingml/2006/main">
            <a:pPr algn="ctr">
              <a:defRPr sz="1650" b="1">
                <a:solidFill>
                  <a:srgbClr val="0F172A"/>
                </a:solidFill>
                <a:latin typeface="Montserrat"/>
                <a:ea typeface="Montserrat"/>
                <a:cs typeface="Montserrat"/>
              </a:defRPr>
            </a:pPr>
            <a:r>
              <a:rPr sz="1650" b="1">
                <a:solidFill>
                  <a:srgbClr val="0F172A"/>
                </a:solidFill>
                <a:latin typeface="Montserrat"/>
                <a:ea typeface="Montserrat"/>
                <a:cs typeface="Montserrat"/>
              </a:rPr>
              <a:t>Claw</a:t>
            </a:r>
          </a:p>
        </p:txBody>
      </p:sp>
      <p:sp>
        <p:nvSpPr>
          <p:cNvPr id="92" name="">
            <a:extLst xmlns:a="http://schemas.openxmlformats.org/drawingml/2006/main">
              <a:ext uri="{FF2B5EF4-FFF2-40B4-BE49-F238E27FC236}">
                <a16:creationId xmlns:a16="http://schemas.microsoft.com/office/drawing/2014/main" id="{78F883CC-41AF-4CCD-ADD0-D87543289D45}"/>
              </a:ext>
            </a:extLst>
          </p:cNvPr>
          <p:cNvSpPr>
            <a:spLocks xmlns:a="http://schemas.openxmlformats.org/drawingml/2006/main" noGrp="1"/>
          </p:cNvSpPr>
          <p:nvPr/>
        </p:nvSpPr>
        <p:spPr>
          <a:xfrm xmlns:a="http://schemas.openxmlformats.org/drawingml/2006/main">
            <a:off x="8458200" y="3524250"/>
            <a:ext cx="0" cy="400050"/>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93" name="">
            <a:extLst xmlns:a="http://schemas.openxmlformats.org/drawingml/2006/main">
              <a:ext uri="{FF2B5EF4-FFF2-40B4-BE49-F238E27FC236}">
                <a16:creationId xmlns:a16="http://schemas.microsoft.com/office/drawing/2014/main" id="{6BBFEDFB-5AD5-4D79-AD76-D918A25C503A}"/>
              </a:ext>
            </a:extLst>
          </p:cNvPr>
          <p:cNvSpPr>
            <a:spLocks xmlns:a="http://schemas.openxmlformats.org/drawingml/2006/main" noGrp="1"/>
          </p:cNvSpPr>
          <p:nvPr/>
        </p:nvSpPr>
        <p:spPr>
          <a:xfrm xmlns:a="http://schemas.openxmlformats.org/drawingml/2006/main">
            <a:off x="7600950" y="409575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500" b="1">
                <a:solidFill>
                  <a:srgbClr val="307FE2"/>
                </a:solidFill>
                <a:latin typeface="Montserrat"/>
                <a:ea typeface="Montserrat"/>
                <a:cs typeface="Montserrat"/>
              </a:defRPr>
            </a:defPPr>
            <a:lvl1pPr algn="ctr">
              <a:defRPr sz="1500" b="1">
                <a:solidFill>
                  <a:srgbClr val="307FE2"/>
                </a:solidFill>
                <a:latin typeface="Montserrat"/>
                <a:ea typeface="Montserrat"/>
                <a:cs typeface="Montserrat"/>
              </a:defRPr>
            </a:lvl1pPr>
            <a:lvl2pPr algn="ctr">
              <a:defRPr sz="1500" b="1">
                <a:solidFill>
                  <a:srgbClr val="307FE2"/>
                </a:solidFill>
                <a:latin typeface="Montserrat"/>
                <a:ea typeface="Montserrat"/>
                <a:cs typeface="Montserrat"/>
              </a:defRPr>
            </a:lvl2pPr>
            <a:lvl3pPr algn="ctr">
              <a:defRPr sz="1500" b="1">
                <a:solidFill>
                  <a:srgbClr val="307FE2"/>
                </a:solidFill>
                <a:latin typeface="Montserrat"/>
                <a:ea typeface="Montserrat"/>
                <a:cs typeface="Montserrat"/>
              </a:defRPr>
            </a:lvl3pPr>
            <a:lvl4pPr algn="ctr">
              <a:defRPr sz="1500" b="1">
                <a:solidFill>
                  <a:srgbClr val="307FE2"/>
                </a:solidFill>
                <a:latin typeface="Montserrat"/>
                <a:ea typeface="Montserrat"/>
                <a:cs typeface="Montserrat"/>
              </a:defRPr>
            </a:lvl4pPr>
            <a:lvl5pPr algn="ctr">
              <a:defRPr sz="1500" b="1">
                <a:solidFill>
                  <a:srgbClr val="307FE2"/>
                </a:solidFill>
                <a:latin typeface="Montserrat"/>
                <a:ea typeface="Montserrat"/>
                <a:cs typeface="Montserrat"/>
              </a:defRPr>
            </a:lvl5pPr>
            <a:lvl6pPr algn="ctr">
              <a:defRPr sz="1500" b="1">
                <a:solidFill>
                  <a:srgbClr val="307FE2"/>
                </a:solidFill>
                <a:latin typeface="Montserrat"/>
                <a:ea typeface="Montserrat"/>
                <a:cs typeface="Montserrat"/>
              </a:defRPr>
            </a:lvl6pPr>
            <a:lvl7pPr algn="ctr">
              <a:defRPr sz="1500" b="1">
                <a:solidFill>
                  <a:srgbClr val="307FE2"/>
                </a:solidFill>
                <a:latin typeface="Montserrat"/>
                <a:ea typeface="Montserrat"/>
                <a:cs typeface="Montserrat"/>
              </a:defRPr>
            </a:lvl7pPr>
            <a:lvl8pPr algn="ctr">
              <a:defRPr sz="1500" b="1">
                <a:solidFill>
                  <a:srgbClr val="307FE2"/>
                </a:solidFill>
                <a:latin typeface="Montserrat"/>
                <a:ea typeface="Montserrat"/>
                <a:cs typeface="Montserrat"/>
              </a:defRPr>
            </a:lvl8pPr>
            <a:lvl9pPr algn="ctr">
              <a:defRPr sz="1500" b="1">
                <a:solidFill>
                  <a:srgbClr val="307FE2"/>
                </a:solidFill>
                <a:latin typeface="Montserrat"/>
                <a:ea typeface="Montserrat"/>
                <a:cs typeface="Montserrat"/>
              </a:defRPr>
            </a:lvl9pPr>
          </a:lstStyle>
          <a:p xmlns:a="http://schemas.openxmlformats.org/drawingml/2006/main">
            <a:pPr algn="ctr">
              <a:defRPr sz="1500" b="1">
                <a:solidFill>
                  <a:srgbClr val="307FE2"/>
                </a:solidFill>
                <a:latin typeface="Montserrat"/>
                <a:ea typeface="Montserrat"/>
                <a:cs typeface="Montserrat"/>
              </a:defRPr>
            </a:pPr>
            <a:r>
              <a:rPr sz="1500" b="1">
                <a:solidFill>
                  <a:srgbClr val="307FE2"/>
                </a:solidFill>
                <a:latin typeface="Montserrat"/>
                <a:ea typeface="Montserrat"/>
                <a:cs typeface="Montserrat"/>
              </a:rPr>
              <a:t>Dodge</a:t>
            </a:r>
          </a:p>
        </p:txBody>
      </p:sp>
      <p:sp>
        <p:nvSpPr>
          <p:cNvPr id="94" name="">
            <a:extLst xmlns:a="http://schemas.openxmlformats.org/drawingml/2006/main">
              <a:ext uri="{FF2B5EF4-FFF2-40B4-BE49-F238E27FC236}">
                <a16:creationId xmlns:a16="http://schemas.microsoft.com/office/drawing/2014/main" id="{11EE5335-6C5D-47D3-BB43-D46DCEDAADB3}"/>
              </a:ext>
            </a:extLst>
          </p:cNvPr>
          <p:cNvSpPr>
            <a:spLocks xmlns:a="http://schemas.openxmlformats.org/drawingml/2006/main" noGrp="1"/>
          </p:cNvSpPr>
          <p:nvPr/>
        </p:nvSpPr>
        <p:spPr>
          <a:xfrm xmlns:a="http://schemas.openxmlformats.org/drawingml/2006/main">
            <a:off x="647700" y="470535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95" name="">
            <a:extLst xmlns:a="http://schemas.openxmlformats.org/drawingml/2006/main">
              <a:ext uri="{FF2B5EF4-FFF2-40B4-BE49-F238E27FC236}">
                <a16:creationId xmlns:a16="http://schemas.microsoft.com/office/drawing/2014/main" id="{DA3143D7-53BD-4594-AD4E-B87CC611114E}"/>
              </a:ext>
            </a:extLst>
          </p:cNvPr>
          <p:cNvSpPr>
            <a:spLocks xmlns:a="http://schemas.openxmlformats.org/drawingml/2006/main" noGrp="1"/>
          </p:cNvSpPr>
          <p:nvPr/>
        </p:nvSpPr>
        <p:spPr>
          <a:xfrm xmlns:a="http://schemas.openxmlformats.org/drawingml/2006/main">
            <a:off x="742950" y="49530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0F172A"/>
                </a:solidFill>
                <a:latin typeface="Montserrat"/>
                <a:ea typeface="Montserrat"/>
                <a:cs typeface="Montserrat"/>
              </a:defRPr>
            </a:defPPr>
            <a:lvl1pPr algn="l">
              <a:defRPr sz="1275" b="1">
                <a:solidFill>
                  <a:srgbClr val="0F172A"/>
                </a:solidFill>
                <a:latin typeface="Montserrat"/>
                <a:ea typeface="Montserrat"/>
                <a:cs typeface="Montserrat"/>
              </a:defRPr>
            </a:lvl1pPr>
            <a:lvl2pPr algn="l">
              <a:defRPr sz="1275" b="1">
                <a:solidFill>
                  <a:srgbClr val="0F172A"/>
                </a:solidFill>
                <a:latin typeface="Montserrat"/>
                <a:ea typeface="Montserrat"/>
                <a:cs typeface="Montserrat"/>
              </a:defRPr>
            </a:lvl2pPr>
            <a:lvl3pPr algn="l">
              <a:defRPr sz="1275" b="1">
                <a:solidFill>
                  <a:srgbClr val="0F172A"/>
                </a:solidFill>
                <a:latin typeface="Montserrat"/>
                <a:ea typeface="Montserrat"/>
                <a:cs typeface="Montserrat"/>
              </a:defRPr>
            </a:lvl3pPr>
            <a:lvl4pPr algn="l">
              <a:defRPr sz="1275" b="1">
                <a:solidFill>
                  <a:srgbClr val="0F172A"/>
                </a:solidFill>
                <a:latin typeface="Montserrat"/>
                <a:ea typeface="Montserrat"/>
                <a:cs typeface="Montserrat"/>
              </a:defRPr>
            </a:lvl4pPr>
            <a:lvl5pPr algn="l">
              <a:defRPr sz="1275" b="1">
                <a:solidFill>
                  <a:srgbClr val="0F172A"/>
                </a:solidFill>
                <a:latin typeface="Montserrat"/>
                <a:ea typeface="Montserrat"/>
                <a:cs typeface="Montserrat"/>
              </a:defRPr>
            </a:lvl5pPr>
            <a:lvl6pPr algn="l">
              <a:defRPr sz="1275" b="1">
                <a:solidFill>
                  <a:srgbClr val="0F172A"/>
                </a:solidFill>
                <a:latin typeface="Montserrat"/>
                <a:ea typeface="Montserrat"/>
                <a:cs typeface="Montserrat"/>
              </a:defRPr>
            </a:lvl6pPr>
            <a:lvl7pPr algn="l">
              <a:defRPr sz="1275" b="1">
                <a:solidFill>
                  <a:srgbClr val="0F172A"/>
                </a:solidFill>
                <a:latin typeface="Montserrat"/>
                <a:ea typeface="Montserrat"/>
                <a:cs typeface="Montserrat"/>
              </a:defRPr>
            </a:lvl7pPr>
            <a:lvl8pPr algn="l">
              <a:defRPr sz="1275" b="1">
                <a:solidFill>
                  <a:srgbClr val="0F172A"/>
                </a:solidFill>
                <a:latin typeface="Montserrat"/>
                <a:ea typeface="Montserrat"/>
                <a:cs typeface="Montserrat"/>
              </a:defRPr>
            </a:lvl8pPr>
            <a:lvl9pPr algn="l">
              <a:defRPr sz="1275" b="1">
                <a:solidFill>
                  <a:srgbClr val="0F172A"/>
                </a:solidFill>
                <a:latin typeface="Montserrat"/>
                <a:ea typeface="Montserrat"/>
                <a:cs typeface="Montserrat"/>
              </a:defRPr>
            </a:lvl9pPr>
          </a:lstStyle>
          <a:p xmlns:a="http://schemas.openxmlformats.org/drawingml/2006/main">
            <a:pPr algn="l">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Lock the answer after one choice. If both still have health, show Next exchange.</a:t>
            </a:r>
          </a:p>
        </p:txBody>
      </p:sp>
      <p:sp>
        <p:nvSpPr>
          <p:cNvPr id="96" name="">
            <a:extLst xmlns:a="http://schemas.openxmlformats.org/drawingml/2006/main">
              <a:ext uri="{FF2B5EF4-FFF2-40B4-BE49-F238E27FC236}">
                <a16:creationId xmlns:a16="http://schemas.microsoft.com/office/drawing/2014/main" id="{E22B4912-8BD0-49A8-AB9A-658F4719E2E2}"/>
              </a:ext>
            </a:extLst>
          </p:cNvPr>
          <p:cNvSpPr>
            <a:spLocks xmlns:a="http://schemas.openxmlformats.org/drawingml/2006/main" noGrp="1"/>
          </p:cNvSpPr>
          <p:nvPr/>
        </p:nvSpPr>
        <p:spPr>
          <a:xfrm xmlns:a="http://schemas.openxmlformats.org/drawingml/2006/main">
            <a:off x="3667125" y="6381750"/>
            <a:ext cx="4857750" cy="0"/>
          </a:xfrm>
          <a:prstGeom xmlns:a="http://schemas.openxmlformats.org/drawingml/2006/main" prst="line">
            <a:avLst/>
          </a:prstGeom>
          <a:noFill xmlns:a="http://schemas.openxmlformats.org/drawingml/2006/main"/>
          <a:ln xmlns:a="http://schemas.openxmlformats.org/drawingml/2006/main" w="5715">
            <a:solidFill>
              <a:srgbClr val="D8E2EF"/>
            </a:solidFill>
            <a:prstDash val="solid"/>
          </a:ln>
        </p:spPr>
      </p:sp>
      <p:sp>
        <p:nvSpPr>
          <p:cNvPr id="97" name="">
            <a:extLst xmlns:a="http://schemas.openxmlformats.org/drawingml/2006/main">
              <a:ext uri="{FF2B5EF4-FFF2-40B4-BE49-F238E27FC236}">
                <a16:creationId xmlns:a16="http://schemas.microsoft.com/office/drawing/2014/main" id="{D07A72DB-0DB3-414A-BC7D-4DB7805770C1}"/>
              </a:ext>
            </a:extLst>
          </p:cNvPr>
          <p:cNvSpPr>
            <a:spLocks xmlns:a="http://schemas.openxmlformats.org/drawingml/2006/main" noGrp="1"/>
          </p:cNvSpPr>
          <p:nvPr/>
        </p:nvSpPr>
        <p:spPr>
          <a:xfrm xmlns:a="http://schemas.openxmlformats.org/drawingml/2006/main">
            <a:off x="5248275" y="6381750"/>
            <a:ext cx="723900" cy="0"/>
          </a:xfrm>
          <a:prstGeom xmlns:a="http://schemas.openxmlformats.org/drawingml/2006/main" prst="line">
            <a:avLst/>
          </a:prstGeom>
          <a:noFill xmlns:a="http://schemas.openxmlformats.org/drawingml/2006/main"/>
          <a:ln xmlns:a="http://schemas.openxmlformats.org/drawingml/2006/main" w="28575">
            <a:solidFill>
              <a:srgbClr val="EF8B39"/>
            </a:solidFill>
            <a:prstDash val="solid"/>
          </a:ln>
        </p:spPr>
      </p:sp>
      <p:sp>
        <p:nvSpPr>
          <p:cNvPr id="98" name="">
            <a:extLst xmlns:a="http://schemas.openxmlformats.org/drawingml/2006/main">
              <a:ext uri="{FF2B5EF4-FFF2-40B4-BE49-F238E27FC236}">
                <a16:creationId xmlns:a16="http://schemas.microsoft.com/office/drawing/2014/main" id="{17DAE7CF-C1DD-472B-848F-0EEE3F8D713C}"/>
              </a:ext>
            </a:extLst>
          </p:cNvPr>
          <p:cNvSpPr>
            <a:spLocks xmlns:a="http://schemas.openxmlformats.org/drawingml/2006/main" noGrp="1"/>
          </p:cNvSpPr>
          <p:nvPr/>
        </p:nvSpPr>
        <p:spPr>
          <a:xfrm xmlns:a="http://schemas.openxmlformats.org/drawingml/2006/main">
            <a:off x="36337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99" name="">
            <a:extLst xmlns:a="http://schemas.openxmlformats.org/drawingml/2006/main">
              <a:ext uri="{FF2B5EF4-FFF2-40B4-BE49-F238E27FC236}">
                <a16:creationId xmlns:a16="http://schemas.microsoft.com/office/drawing/2014/main" id="{A38CB118-27E5-4764-B33F-B9E50FC9D79C}"/>
              </a:ext>
            </a:extLst>
          </p:cNvPr>
          <p:cNvSpPr>
            <a:spLocks xmlns:a="http://schemas.openxmlformats.org/drawingml/2006/main" noGrp="1"/>
          </p:cNvSpPr>
          <p:nvPr/>
        </p:nvSpPr>
        <p:spPr>
          <a:xfrm xmlns:a="http://schemas.openxmlformats.org/drawingml/2006/main">
            <a:off x="32670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PLAN</a:t>
            </a:r>
          </a:p>
        </p:txBody>
      </p:sp>
      <p:sp>
        <p:nvSpPr>
          <p:cNvPr id="100" name="">
            <a:extLst xmlns:a="http://schemas.openxmlformats.org/drawingml/2006/main">
              <a:ext uri="{FF2B5EF4-FFF2-40B4-BE49-F238E27FC236}">
                <a16:creationId xmlns:a16="http://schemas.microsoft.com/office/drawing/2014/main" id="{DDCFF193-CE55-4B67-B7B5-EC35E702D2C6}"/>
              </a:ext>
            </a:extLst>
          </p:cNvPr>
          <p:cNvSpPr>
            <a:spLocks xmlns:a="http://schemas.openxmlformats.org/drawingml/2006/main" noGrp="1"/>
          </p:cNvSpPr>
          <p:nvPr/>
        </p:nvSpPr>
        <p:spPr>
          <a:xfrm xmlns:a="http://schemas.openxmlformats.org/drawingml/2006/main">
            <a:off x="46053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01" name="">
            <a:extLst xmlns:a="http://schemas.openxmlformats.org/drawingml/2006/main">
              <a:ext uri="{FF2B5EF4-FFF2-40B4-BE49-F238E27FC236}">
                <a16:creationId xmlns:a16="http://schemas.microsoft.com/office/drawing/2014/main" id="{EFC5ECF5-F110-4B62-8C53-4C23A79BC7AF}"/>
              </a:ext>
            </a:extLst>
          </p:cNvPr>
          <p:cNvSpPr>
            <a:spLocks xmlns:a="http://schemas.openxmlformats.org/drawingml/2006/main" noGrp="1"/>
          </p:cNvSpPr>
          <p:nvPr/>
        </p:nvSpPr>
        <p:spPr>
          <a:xfrm xmlns:a="http://schemas.openxmlformats.org/drawingml/2006/main">
            <a:off x="42386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DESIGN</a:t>
            </a:r>
          </a:p>
        </p:txBody>
      </p:sp>
      <p:sp>
        <p:nvSpPr>
          <p:cNvPr id="102" name="">
            <a:extLst xmlns:a="http://schemas.openxmlformats.org/drawingml/2006/main">
              <a:ext uri="{FF2B5EF4-FFF2-40B4-BE49-F238E27FC236}">
                <a16:creationId xmlns:a16="http://schemas.microsoft.com/office/drawing/2014/main" id="{8591194A-5127-4409-8598-0A38C9E4FB4A}"/>
              </a:ext>
            </a:extLst>
          </p:cNvPr>
          <p:cNvSpPr>
            <a:spLocks xmlns:a="http://schemas.openxmlformats.org/drawingml/2006/main" noGrp="1"/>
          </p:cNvSpPr>
          <p:nvPr/>
        </p:nvSpPr>
        <p:spPr>
          <a:xfrm xmlns:a="http://schemas.openxmlformats.org/drawingml/2006/main">
            <a:off x="5562600" y="6334125"/>
            <a:ext cx="95250" cy="95250"/>
          </a:xfrm>
          <a:prstGeom xmlns:a="http://schemas.openxmlformats.org/drawingml/2006/main" prst="ellipse">
            <a:avLst/>
          </a:prstGeom>
          <a:solidFill xmlns:a="http://schemas.openxmlformats.org/drawingml/2006/main">
            <a:srgbClr val="EF8B39"/>
          </a:solidFill>
          <a:ln xmlns:a="http://schemas.openxmlformats.org/drawingml/2006/main" w="9525">
            <a:solidFill>
              <a:srgbClr val="EF8B39"/>
            </a:solidFill>
            <a:prstDash val="solid"/>
          </a:ln>
        </p:spPr>
      </p:sp>
      <p:sp>
        <p:nvSpPr>
          <p:cNvPr id="103" name="">
            <a:extLst xmlns:a="http://schemas.openxmlformats.org/drawingml/2006/main">
              <a:ext uri="{FF2B5EF4-FFF2-40B4-BE49-F238E27FC236}">
                <a16:creationId xmlns:a16="http://schemas.microsoft.com/office/drawing/2014/main" id="{A4D0CDC8-F5D4-4F26-9B2C-D3414B60D34E}"/>
              </a:ext>
            </a:extLst>
          </p:cNvPr>
          <p:cNvSpPr>
            <a:spLocks xmlns:a="http://schemas.openxmlformats.org/drawingml/2006/main" noGrp="1"/>
          </p:cNvSpPr>
          <p:nvPr/>
        </p:nvSpPr>
        <p:spPr>
          <a:xfrm xmlns:a="http://schemas.openxmlformats.org/drawingml/2006/main">
            <a:off x="52101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1">
                <a:solidFill>
                  <a:srgbClr val="B93800"/>
                </a:solidFill>
                <a:latin typeface="Montserrat"/>
                <a:ea typeface="Montserrat"/>
                <a:cs typeface="Montserrat"/>
              </a:defRPr>
            </a:defPPr>
            <a:lvl1pPr algn="ctr">
              <a:defRPr sz="675" b="1">
                <a:solidFill>
                  <a:srgbClr val="B93800"/>
                </a:solidFill>
                <a:latin typeface="Montserrat"/>
                <a:ea typeface="Montserrat"/>
                <a:cs typeface="Montserrat"/>
              </a:defRPr>
            </a:lvl1pPr>
            <a:lvl2pPr algn="ctr">
              <a:defRPr sz="675" b="1">
                <a:solidFill>
                  <a:srgbClr val="B93800"/>
                </a:solidFill>
                <a:latin typeface="Montserrat"/>
                <a:ea typeface="Montserrat"/>
                <a:cs typeface="Montserrat"/>
              </a:defRPr>
            </a:lvl2pPr>
            <a:lvl3pPr algn="ctr">
              <a:defRPr sz="675" b="1">
                <a:solidFill>
                  <a:srgbClr val="B93800"/>
                </a:solidFill>
                <a:latin typeface="Montserrat"/>
                <a:ea typeface="Montserrat"/>
                <a:cs typeface="Montserrat"/>
              </a:defRPr>
            </a:lvl3pPr>
            <a:lvl4pPr algn="ctr">
              <a:defRPr sz="675" b="1">
                <a:solidFill>
                  <a:srgbClr val="B93800"/>
                </a:solidFill>
                <a:latin typeface="Montserrat"/>
                <a:ea typeface="Montserrat"/>
                <a:cs typeface="Montserrat"/>
              </a:defRPr>
            </a:lvl4pPr>
            <a:lvl5pPr algn="ctr">
              <a:defRPr sz="675" b="1">
                <a:solidFill>
                  <a:srgbClr val="B93800"/>
                </a:solidFill>
                <a:latin typeface="Montserrat"/>
                <a:ea typeface="Montserrat"/>
                <a:cs typeface="Montserrat"/>
              </a:defRPr>
            </a:lvl5pPr>
            <a:lvl6pPr algn="ctr">
              <a:defRPr sz="675" b="1">
                <a:solidFill>
                  <a:srgbClr val="B93800"/>
                </a:solidFill>
                <a:latin typeface="Montserrat"/>
                <a:ea typeface="Montserrat"/>
                <a:cs typeface="Montserrat"/>
              </a:defRPr>
            </a:lvl6pPr>
            <a:lvl7pPr algn="ctr">
              <a:defRPr sz="675" b="1">
                <a:solidFill>
                  <a:srgbClr val="B93800"/>
                </a:solidFill>
                <a:latin typeface="Montserrat"/>
                <a:ea typeface="Montserrat"/>
                <a:cs typeface="Montserrat"/>
              </a:defRPr>
            </a:lvl7pPr>
            <a:lvl8pPr algn="ctr">
              <a:defRPr sz="675" b="1">
                <a:solidFill>
                  <a:srgbClr val="B93800"/>
                </a:solidFill>
                <a:latin typeface="Montserrat"/>
                <a:ea typeface="Montserrat"/>
                <a:cs typeface="Montserrat"/>
              </a:defRPr>
            </a:lvl8pPr>
            <a:lvl9pPr algn="ctr">
              <a:defRPr sz="675" b="1">
                <a:solidFill>
                  <a:srgbClr val="B93800"/>
                </a:solidFill>
                <a:latin typeface="Montserrat"/>
                <a:ea typeface="Montserrat"/>
                <a:cs typeface="Montserrat"/>
              </a:defRPr>
            </a:lvl9pPr>
          </a:lstStyle>
          <a:p xmlns:a="http://schemas.openxmlformats.org/drawingml/2006/main">
            <a:pPr algn="ctr">
              <a:defRPr sz="675" b="1">
                <a:solidFill>
                  <a:srgbClr val="B93800"/>
                </a:solidFill>
                <a:latin typeface="Montserrat"/>
                <a:ea typeface="Montserrat"/>
                <a:cs typeface="Montserrat"/>
              </a:defRPr>
            </a:pPr>
            <a:r>
              <a:rPr sz="675" b="1">
                <a:solidFill>
                  <a:srgbClr val="B93800"/>
                </a:solidFill>
                <a:latin typeface="Montserrat"/>
                <a:ea typeface="Montserrat"/>
                <a:cs typeface="Montserrat"/>
              </a:rPr>
              <a:t>BUILD</a:t>
            </a:r>
          </a:p>
        </p:txBody>
      </p:sp>
      <p:sp>
        <p:nvSpPr>
          <p:cNvPr id="104" name="">
            <a:extLst xmlns:a="http://schemas.openxmlformats.org/drawingml/2006/main">
              <a:ext uri="{FF2B5EF4-FFF2-40B4-BE49-F238E27FC236}">
                <a16:creationId xmlns:a16="http://schemas.microsoft.com/office/drawing/2014/main" id="{675A7C4B-4F29-4EC5-9C48-DE3C817978BE}"/>
              </a:ext>
            </a:extLst>
          </p:cNvPr>
          <p:cNvSpPr>
            <a:spLocks xmlns:a="http://schemas.openxmlformats.org/drawingml/2006/main" noGrp="1"/>
          </p:cNvSpPr>
          <p:nvPr/>
        </p:nvSpPr>
        <p:spPr>
          <a:xfrm xmlns:a="http://schemas.openxmlformats.org/drawingml/2006/main">
            <a:off x="65484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05" name="">
            <a:extLst xmlns:a="http://schemas.openxmlformats.org/drawingml/2006/main">
              <a:ext uri="{FF2B5EF4-FFF2-40B4-BE49-F238E27FC236}">
                <a16:creationId xmlns:a16="http://schemas.microsoft.com/office/drawing/2014/main" id="{1D279A88-1257-4AD4-984B-1AF1BE242701}"/>
              </a:ext>
            </a:extLst>
          </p:cNvPr>
          <p:cNvSpPr>
            <a:spLocks xmlns:a="http://schemas.openxmlformats.org/drawingml/2006/main" noGrp="1"/>
          </p:cNvSpPr>
          <p:nvPr/>
        </p:nvSpPr>
        <p:spPr>
          <a:xfrm xmlns:a="http://schemas.openxmlformats.org/drawingml/2006/main">
            <a:off x="61817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TEST</a:t>
            </a:r>
          </a:p>
        </p:txBody>
      </p:sp>
      <p:sp>
        <p:nvSpPr>
          <p:cNvPr id="106" name="">
            <a:extLst xmlns:a="http://schemas.openxmlformats.org/drawingml/2006/main">
              <a:ext uri="{FF2B5EF4-FFF2-40B4-BE49-F238E27FC236}">
                <a16:creationId xmlns:a16="http://schemas.microsoft.com/office/drawing/2014/main" id="{7AF32F1E-B7BD-4FEF-8FC1-002083879985}"/>
              </a:ext>
            </a:extLst>
          </p:cNvPr>
          <p:cNvSpPr>
            <a:spLocks xmlns:a="http://schemas.openxmlformats.org/drawingml/2006/main" noGrp="1"/>
          </p:cNvSpPr>
          <p:nvPr/>
        </p:nvSpPr>
        <p:spPr>
          <a:xfrm xmlns:a="http://schemas.openxmlformats.org/drawingml/2006/main">
            <a:off x="75199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07" name="">
            <a:extLst xmlns:a="http://schemas.openxmlformats.org/drawingml/2006/main">
              <a:ext uri="{FF2B5EF4-FFF2-40B4-BE49-F238E27FC236}">
                <a16:creationId xmlns:a16="http://schemas.microsoft.com/office/drawing/2014/main" id="{8F29279B-5FB3-4E58-B3D2-13B7E427C248}"/>
              </a:ext>
            </a:extLst>
          </p:cNvPr>
          <p:cNvSpPr>
            <a:spLocks xmlns:a="http://schemas.openxmlformats.org/drawingml/2006/main" noGrp="1"/>
          </p:cNvSpPr>
          <p:nvPr/>
        </p:nvSpPr>
        <p:spPr>
          <a:xfrm xmlns:a="http://schemas.openxmlformats.org/drawingml/2006/main">
            <a:off x="71532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DEPLOY</a:t>
            </a:r>
          </a:p>
        </p:txBody>
      </p:sp>
      <p:sp>
        <p:nvSpPr>
          <p:cNvPr id="108" name="">
            <a:extLst xmlns:a="http://schemas.openxmlformats.org/drawingml/2006/main">
              <a:ext uri="{FF2B5EF4-FFF2-40B4-BE49-F238E27FC236}">
                <a16:creationId xmlns:a16="http://schemas.microsoft.com/office/drawing/2014/main" id="{BF6021D5-C7F5-40C9-AE6D-512F1DB064E7}"/>
              </a:ext>
            </a:extLst>
          </p:cNvPr>
          <p:cNvSpPr>
            <a:spLocks xmlns:a="http://schemas.openxmlformats.org/drawingml/2006/main" noGrp="1"/>
          </p:cNvSpPr>
          <p:nvPr/>
        </p:nvSpPr>
        <p:spPr>
          <a:xfrm xmlns:a="http://schemas.openxmlformats.org/drawingml/2006/main">
            <a:off x="84915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09" name="">
            <a:extLst xmlns:a="http://schemas.openxmlformats.org/drawingml/2006/main">
              <a:ext uri="{FF2B5EF4-FFF2-40B4-BE49-F238E27FC236}">
                <a16:creationId xmlns:a16="http://schemas.microsoft.com/office/drawing/2014/main" id="{87C60518-9CB4-4959-9672-4B66772D9FF2}"/>
              </a:ext>
            </a:extLst>
          </p:cNvPr>
          <p:cNvSpPr>
            <a:spLocks xmlns:a="http://schemas.openxmlformats.org/drawingml/2006/main" noGrp="1"/>
          </p:cNvSpPr>
          <p:nvPr/>
        </p:nvSpPr>
        <p:spPr>
          <a:xfrm xmlns:a="http://schemas.openxmlformats.org/drawingml/2006/main">
            <a:off x="81248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MAINTAIN</a:t>
            </a:r>
          </a:p>
        </p:txBody>
      </p:sp>
    </p:spTree>
    <p:extLst>
      <p:ext uri="{BB962C8B-B14F-4D97-AF65-F5344CB8AC3E}">
        <p14:creationId xmlns:p14="http://schemas.microsoft.com/office/powerpoint/2010/main" val="2145928309"/>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D944A352-A08F-4940-AF5E-66D4C2D47442}"/>
              </a:ext>
            </a:extLst>
          </p:cNvPr>
          <p:cNvPicPr>
            <a:picLocks xmlns:a="http://schemas.openxmlformats.org/drawingml/2006/main" noChangeAspect="1"/>
          </p:cNvPicPr>
          <p:nvPr/>
        </p:nvPicPr>
        <p:blipFill>
          <a:blip xmlns:r="http://schemas.openxmlformats.org/officeDocument/2006/relationships" xmlns:a="http://schemas.openxmlformats.org/drawingml/2006/main" r:embed="R8a228b78ffb94563"/>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13605848-746C-465A-A4D6-0B046C4FDE88}"/>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44 / 63</a:t>
            </a:r>
            <a:endParaRPr sz="900"/>
          </a:p>
        </p:txBody>
      </p:sp>
      <p:sp>
        <p:nvSpPr>
          <p:cNvPr id="90" name="">
            <a:extLst xmlns:a="http://schemas.openxmlformats.org/drawingml/2006/main">
              <a:ext uri="{FF2B5EF4-FFF2-40B4-BE49-F238E27FC236}">
                <a16:creationId xmlns:a16="http://schemas.microsoft.com/office/drawing/2014/main" id="{A0B5E875-5F0B-45FC-8E75-D1E974F9CDEB}"/>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EF8B39"/>
                </a:solidFill>
                <a:latin typeface="Montserrat"/>
                <a:ea typeface="Montserrat"/>
                <a:cs typeface="Montserrat"/>
              </a:defRPr>
            </a:defPPr>
            <a:lvl1pPr algn="l">
              <a:defRPr sz="1050" b="1">
                <a:solidFill>
                  <a:srgbClr val="EF8B39"/>
                </a:solidFill>
                <a:latin typeface="Montserrat"/>
                <a:ea typeface="Montserrat"/>
                <a:cs typeface="Montserrat"/>
              </a:defRPr>
            </a:lvl1pPr>
            <a:lvl2pPr algn="l">
              <a:defRPr sz="1050" b="1">
                <a:solidFill>
                  <a:srgbClr val="EF8B39"/>
                </a:solidFill>
                <a:latin typeface="Montserrat"/>
                <a:ea typeface="Montserrat"/>
                <a:cs typeface="Montserrat"/>
              </a:defRPr>
            </a:lvl2pPr>
            <a:lvl3pPr algn="l">
              <a:defRPr sz="1050" b="1">
                <a:solidFill>
                  <a:srgbClr val="EF8B39"/>
                </a:solidFill>
                <a:latin typeface="Montserrat"/>
                <a:ea typeface="Montserrat"/>
                <a:cs typeface="Montserrat"/>
              </a:defRPr>
            </a:lvl3pPr>
            <a:lvl4pPr algn="l">
              <a:defRPr sz="1050" b="1">
                <a:solidFill>
                  <a:srgbClr val="EF8B39"/>
                </a:solidFill>
                <a:latin typeface="Montserrat"/>
                <a:ea typeface="Montserrat"/>
                <a:cs typeface="Montserrat"/>
              </a:defRPr>
            </a:lvl4pPr>
            <a:lvl5pPr algn="l">
              <a:defRPr sz="1050" b="1">
                <a:solidFill>
                  <a:srgbClr val="EF8B39"/>
                </a:solidFill>
                <a:latin typeface="Montserrat"/>
                <a:ea typeface="Montserrat"/>
                <a:cs typeface="Montserrat"/>
              </a:defRPr>
            </a:lvl5pPr>
            <a:lvl6pPr algn="l">
              <a:defRPr sz="1050" b="1">
                <a:solidFill>
                  <a:srgbClr val="EF8B39"/>
                </a:solidFill>
                <a:latin typeface="Montserrat"/>
                <a:ea typeface="Montserrat"/>
                <a:cs typeface="Montserrat"/>
              </a:defRPr>
            </a:lvl6pPr>
            <a:lvl7pPr algn="l">
              <a:defRPr sz="1050" b="1">
                <a:solidFill>
                  <a:srgbClr val="EF8B39"/>
                </a:solidFill>
                <a:latin typeface="Montserrat"/>
                <a:ea typeface="Montserrat"/>
                <a:cs typeface="Montserrat"/>
              </a:defRPr>
            </a:lvl7pPr>
            <a:lvl8pPr algn="l">
              <a:defRPr sz="1050" b="1">
                <a:solidFill>
                  <a:srgbClr val="EF8B39"/>
                </a:solidFill>
                <a:latin typeface="Montserrat"/>
                <a:ea typeface="Montserrat"/>
                <a:cs typeface="Montserrat"/>
              </a:defRPr>
            </a:lvl8pPr>
            <a:lvl9pPr algn="l">
              <a:defRPr sz="1050" b="1">
                <a:solidFill>
                  <a:srgbClr val="EF8B39"/>
                </a:solidFill>
                <a:latin typeface="Montserrat"/>
                <a:ea typeface="Montserrat"/>
                <a:cs typeface="Montserrat"/>
              </a:defRPr>
            </a:lvl9pPr>
          </a:lstStyle>
          <a:p xmlns:a="http://schemas.openxmlformats.org/drawingml/2006/main">
            <a:pPr algn="l">
              <a:defRPr sz="1050" b="1">
                <a:solidFill>
                  <a:srgbClr val="EF8B39"/>
                </a:solidFill>
                <a:latin typeface="Montserrat"/>
                <a:ea typeface="Montserrat"/>
                <a:cs typeface="Montserrat"/>
              </a:defRPr>
            </a:pPr>
            <a:r>
              <a:rPr sz="1050" b="1">
                <a:solidFill>
                  <a:srgbClr val="EF8B39"/>
                </a:solidFill>
                <a:latin typeface="Montserrat"/>
                <a:ea typeface="Montserrat"/>
                <a:cs typeface="Montserrat"/>
              </a:rPr>
              <a:t>// EXERCISE 2 · BUILD</a:t>
            </a:r>
          </a:p>
        </p:txBody>
      </p:sp>
      <p:sp>
        <p:nvSpPr>
          <p:cNvPr id="91" name="">
            <a:extLst xmlns:a="http://schemas.openxmlformats.org/drawingml/2006/main">
              <a:ext uri="{FF2B5EF4-FFF2-40B4-BE49-F238E27FC236}">
                <a16:creationId xmlns:a16="http://schemas.microsoft.com/office/drawing/2014/main" id="{DA2A96E2-0C65-487C-8F25-EAF6EAC40A24}"/>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B93800"/>
                </a:solidFill>
                <a:latin typeface="Montserrat"/>
                <a:ea typeface="Montserrat"/>
                <a:cs typeface="Montserrat"/>
              </a:defRPr>
            </a:defPPr>
            <a:lvl1pPr algn="r">
              <a:defRPr sz="900" b="0">
                <a:solidFill>
                  <a:srgbClr val="B93800"/>
                </a:solidFill>
                <a:latin typeface="Montserrat"/>
                <a:ea typeface="Montserrat"/>
                <a:cs typeface="Montserrat"/>
              </a:defRPr>
            </a:lvl1pPr>
            <a:lvl2pPr algn="r">
              <a:defRPr sz="900" b="0">
                <a:solidFill>
                  <a:srgbClr val="B93800"/>
                </a:solidFill>
                <a:latin typeface="Montserrat"/>
                <a:ea typeface="Montserrat"/>
                <a:cs typeface="Montserrat"/>
              </a:defRPr>
            </a:lvl2pPr>
            <a:lvl3pPr algn="r">
              <a:defRPr sz="900" b="0">
                <a:solidFill>
                  <a:srgbClr val="B93800"/>
                </a:solidFill>
                <a:latin typeface="Montserrat"/>
                <a:ea typeface="Montserrat"/>
                <a:cs typeface="Montserrat"/>
              </a:defRPr>
            </a:lvl3pPr>
            <a:lvl4pPr algn="r">
              <a:defRPr sz="900" b="0">
                <a:solidFill>
                  <a:srgbClr val="B93800"/>
                </a:solidFill>
                <a:latin typeface="Montserrat"/>
                <a:ea typeface="Montserrat"/>
                <a:cs typeface="Montserrat"/>
              </a:defRPr>
            </a:lvl4pPr>
            <a:lvl5pPr algn="r">
              <a:defRPr sz="900" b="0">
                <a:solidFill>
                  <a:srgbClr val="B93800"/>
                </a:solidFill>
                <a:latin typeface="Montserrat"/>
                <a:ea typeface="Montserrat"/>
                <a:cs typeface="Montserrat"/>
              </a:defRPr>
            </a:lvl5pPr>
            <a:lvl6pPr algn="r">
              <a:defRPr sz="900" b="0">
                <a:solidFill>
                  <a:srgbClr val="B93800"/>
                </a:solidFill>
                <a:latin typeface="Montserrat"/>
                <a:ea typeface="Montserrat"/>
                <a:cs typeface="Montserrat"/>
              </a:defRPr>
            </a:lvl6pPr>
            <a:lvl7pPr algn="r">
              <a:defRPr sz="900" b="0">
                <a:solidFill>
                  <a:srgbClr val="B93800"/>
                </a:solidFill>
                <a:latin typeface="Montserrat"/>
                <a:ea typeface="Montserrat"/>
                <a:cs typeface="Montserrat"/>
              </a:defRPr>
            </a:lvl7pPr>
            <a:lvl8pPr algn="r">
              <a:defRPr sz="900" b="0">
                <a:solidFill>
                  <a:srgbClr val="B93800"/>
                </a:solidFill>
                <a:latin typeface="Montserrat"/>
                <a:ea typeface="Montserrat"/>
                <a:cs typeface="Montserrat"/>
              </a:defRPr>
            </a:lvl8pPr>
            <a:lvl9pPr algn="r">
              <a:defRPr sz="900" b="0">
                <a:solidFill>
                  <a:srgbClr val="B93800"/>
                </a:solidFill>
                <a:latin typeface="Montserrat"/>
                <a:ea typeface="Montserrat"/>
                <a:cs typeface="Montserrat"/>
              </a:defRPr>
            </a:lvl9pPr>
          </a:lstStyle>
          <a:p xmlns:a="http://schemas.openxmlformats.org/drawingml/2006/main">
            <a:pPr algn="r">
              <a:defRPr sz="900" b="0">
                <a:solidFill>
                  <a:srgbClr val="B93800"/>
                </a:solidFill>
                <a:latin typeface="Montserrat"/>
                <a:ea typeface="Montserrat"/>
                <a:cs typeface="Montserrat"/>
              </a:defRPr>
            </a:pPr>
            <a:r>
              <a:rPr sz="900" b="0">
                <a:solidFill>
                  <a:srgbClr val="B93800"/>
                </a:solidFill>
                <a:latin typeface="Montserrat"/>
                <a:ea typeface="Montserrat"/>
                <a:cs typeface="Montserrat"/>
              </a:rPr>
              <a:t>3:00–4:30</a:t>
            </a:r>
          </a:p>
        </p:txBody>
      </p:sp>
      <p:sp>
        <p:nvSpPr>
          <p:cNvPr id="92" name="">
            <a:extLst xmlns:a="http://schemas.openxmlformats.org/drawingml/2006/main">
              <a:ext uri="{FF2B5EF4-FFF2-40B4-BE49-F238E27FC236}">
                <a16:creationId xmlns:a16="http://schemas.microsoft.com/office/drawing/2014/main" id="{5CB50829-6156-4089-8740-7702641E7ABB}"/>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Connect board and battle</a:t>
            </a:r>
          </a:p>
        </p:txBody>
      </p:sp>
      <p:sp>
        <p:nvSpPr>
          <p:cNvPr id="93" name="">
            <a:extLst xmlns:a="http://schemas.openxmlformats.org/drawingml/2006/main">
              <a:ext uri="{FF2B5EF4-FFF2-40B4-BE49-F238E27FC236}">
                <a16:creationId xmlns:a16="http://schemas.microsoft.com/office/drawing/2014/main" id="{CA818469-51AE-4797-8488-FDEF6A72A618}"/>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ONE SELECTED SQUARE · ONE RESOLVED BATTLE · ONE MARK</a:t>
            </a:r>
          </a:p>
        </p:txBody>
      </p:sp>
      <p:sp>
        <p:nvSpPr>
          <p:cNvPr id="94" name="">
            <a:extLst xmlns:a="http://schemas.openxmlformats.org/drawingml/2006/main">
              <a:ext uri="{FF2B5EF4-FFF2-40B4-BE49-F238E27FC236}">
                <a16:creationId xmlns:a16="http://schemas.microsoft.com/office/drawing/2014/main" id="{E3FF43B7-FB50-4600-8CA4-8DC790DB5E36}"/>
              </a:ext>
            </a:extLst>
          </p:cNvPr>
          <p:cNvSpPr>
            <a:spLocks xmlns:a="http://schemas.openxmlformats.org/drawingml/2006/main" noGrp="1"/>
          </p:cNvSpPr>
          <p:nvPr/>
        </p:nvSpPr>
        <p:spPr>
          <a:xfrm xmlns:a="http://schemas.openxmlformats.org/drawingml/2006/main">
            <a:off x="2754630" y="2771775"/>
            <a:ext cx="133350" cy="0"/>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95" name="">
            <a:extLst xmlns:a="http://schemas.openxmlformats.org/drawingml/2006/main">
              <a:ext uri="{FF2B5EF4-FFF2-40B4-BE49-F238E27FC236}">
                <a16:creationId xmlns:a16="http://schemas.microsoft.com/office/drawing/2014/main" id="{56D46481-DF60-4F01-8001-F94CFCCD0B6E}"/>
              </a:ext>
            </a:extLst>
          </p:cNvPr>
          <p:cNvSpPr>
            <a:spLocks xmlns:a="http://schemas.openxmlformats.org/drawingml/2006/main" noGrp="1"/>
          </p:cNvSpPr>
          <p:nvPr/>
        </p:nvSpPr>
        <p:spPr>
          <a:xfrm xmlns:a="http://schemas.openxmlformats.org/drawingml/2006/main">
            <a:off x="704850" y="2476500"/>
            <a:ext cx="2049780" cy="590550"/>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9525">
            <a:solidFill>
              <a:srgbClr val="D8E2EF"/>
            </a:solidFill>
            <a:prstDash val="solid"/>
          </a:ln>
        </p:spPr>
      </p:sp>
      <p:sp>
        <p:nvSpPr>
          <p:cNvPr id="96" name="">
            <a:extLst xmlns:a="http://schemas.openxmlformats.org/drawingml/2006/main">
              <a:ext uri="{FF2B5EF4-FFF2-40B4-BE49-F238E27FC236}">
                <a16:creationId xmlns:a16="http://schemas.microsoft.com/office/drawing/2014/main" id="{74A21E3B-35CC-4367-AC85-BA7A509A4BA8}"/>
              </a:ext>
            </a:extLst>
          </p:cNvPr>
          <p:cNvSpPr>
            <a:spLocks xmlns:a="http://schemas.openxmlformats.org/drawingml/2006/main" noGrp="1"/>
          </p:cNvSpPr>
          <p:nvPr/>
        </p:nvSpPr>
        <p:spPr>
          <a:xfrm xmlns:a="http://schemas.openxmlformats.org/drawingml/2006/main">
            <a:off x="762000" y="2657475"/>
            <a:ext cx="193548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275" b="1">
                <a:solidFill>
                  <a:srgbClr val="0F172A"/>
                </a:solidFill>
                <a:latin typeface="Montserrat"/>
                <a:ea typeface="Montserrat"/>
                <a:cs typeface="Montserrat"/>
              </a:defRPr>
            </a:defPPr>
            <a:lvl1pPr algn="ctr">
              <a:defRPr sz="1275" b="1">
                <a:solidFill>
                  <a:srgbClr val="0F172A"/>
                </a:solidFill>
                <a:latin typeface="Montserrat"/>
                <a:ea typeface="Montserrat"/>
                <a:cs typeface="Montserrat"/>
              </a:defRPr>
            </a:lvl1pPr>
            <a:lvl2pPr algn="ctr">
              <a:defRPr sz="1275" b="1">
                <a:solidFill>
                  <a:srgbClr val="0F172A"/>
                </a:solidFill>
                <a:latin typeface="Montserrat"/>
                <a:ea typeface="Montserrat"/>
                <a:cs typeface="Montserrat"/>
              </a:defRPr>
            </a:lvl2pPr>
            <a:lvl3pPr algn="ctr">
              <a:defRPr sz="1275" b="1">
                <a:solidFill>
                  <a:srgbClr val="0F172A"/>
                </a:solidFill>
                <a:latin typeface="Montserrat"/>
                <a:ea typeface="Montserrat"/>
                <a:cs typeface="Montserrat"/>
              </a:defRPr>
            </a:lvl3pPr>
            <a:lvl4pPr algn="ctr">
              <a:defRPr sz="1275" b="1">
                <a:solidFill>
                  <a:srgbClr val="0F172A"/>
                </a:solidFill>
                <a:latin typeface="Montserrat"/>
                <a:ea typeface="Montserrat"/>
                <a:cs typeface="Montserrat"/>
              </a:defRPr>
            </a:lvl4pPr>
            <a:lvl5pPr algn="ctr">
              <a:defRPr sz="1275" b="1">
                <a:solidFill>
                  <a:srgbClr val="0F172A"/>
                </a:solidFill>
                <a:latin typeface="Montserrat"/>
                <a:ea typeface="Montserrat"/>
                <a:cs typeface="Montserrat"/>
              </a:defRPr>
            </a:lvl5pPr>
            <a:lvl6pPr algn="ctr">
              <a:defRPr sz="1275" b="1">
                <a:solidFill>
                  <a:srgbClr val="0F172A"/>
                </a:solidFill>
                <a:latin typeface="Montserrat"/>
                <a:ea typeface="Montserrat"/>
                <a:cs typeface="Montserrat"/>
              </a:defRPr>
            </a:lvl6pPr>
            <a:lvl7pPr algn="ctr">
              <a:defRPr sz="1275" b="1">
                <a:solidFill>
                  <a:srgbClr val="0F172A"/>
                </a:solidFill>
                <a:latin typeface="Montserrat"/>
                <a:ea typeface="Montserrat"/>
                <a:cs typeface="Montserrat"/>
              </a:defRPr>
            </a:lvl7pPr>
            <a:lvl8pPr algn="ctr">
              <a:defRPr sz="1275" b="1">
                <a:solidFill>
                  <a:srgbClr val="0F172A"/>
                </a:solidFill>
                <a:latin typeface="Montserrat"/>
                <a:ea typeface="Montserrat"/>
                <a:cs typeface="Montserrat"/>
              </a:defRPr>
            </a:lvl8pPr>
            <a:lvl9pPr algn="ctr">
              <a:defRPr sz="1275" b="1">
                <a:solidFill>
                  <a:srgbClr val="0F172A"/>
                </a:solidFill>
                <a:latin typeface="Montserrat"/>
                <a:ea typeface="Montserrat"/>
                <a:cs typeface="Montserrat"/>
              </a:defRPr>
            </a:lvl9pPr>
          </a:lstStyle>
          <a:p xmlns:a="http://schemas.openxmlformats.org/drawingml/2006/main">
            <a:pPr algn="ctr">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Choose a square</a:t>
            </a:r>
          </a:p>
        </p:txBody>
      </p:sp>
      <p:sp>
        <p:nvSpPr>
          <p:cNvPr id="97" name="">
            <a:extLst xmlns:a="http://schemas.openxmlformats.org/drawingml/2006/main">
              <a:ext uri="{FF2B5EF4-FFF2-40B4-BE49-F238E27FC236}">
                <a16:creationId xmlns:a16="http://schemas.microsoft.com/office/drawing/2014/main" id="{6D9F7230-7E80-4904-A6AB-1DF78C50B481}"/>
              </a:ext>
            </a:extLst>
          </p:cNvPr>
          <p:cNvSpPr>
            <a:spLocks xmlns:a="http://schemas.openxmlformats.org/drawingml/2006/main" noGrp="1"/>
          </p:cNvSpPr>
          <p:nvPr/>
        </p:nvSpPr>
        <p:spPr>
          <a:xfrm xmlns:a="http://schemas.openxmlformats.org/drawingml/2006/main">
            <a:off x="723900" y="3295650"/>
            <a:ext cx="201168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050" b="0">
                <a:solidFill>
                  <a:srgbClr val="475569"/>
                </a:solidFill>
                <a:latin typeface="Montserrat"/>
                <a:ea typeface="Montserrat"/>
                <a:cs typeface="Montserrat"/>
              </a:defRPr>
            </a:defPPr>
            <a:lvl1pPr algn="ctr">
              <a:defRPr sz="1050" b="0">
                <a:solidFill>
                  <a:srgbClr val="475569"/>
                </a:solidFill>
                <a:latin typeface="Montserrat"/>
                <a:ea typeface="Montserrat"/>
                <a:cs typeface="Montserrat"/>
              </a:defRPr>
            </a:lvl1pPr>
            <a:lvl2pPr algn="ctr">
              <a:defRPr sz="1050" b="0">
                <a:solidFill>
                  <a:srgbClr val="475569"/>
                </a:solidFill>
                <a:latin typeface="Montserrat"/>
                <a:ea typeface="Montserrat"/>
                <a:cs typeface="Montserrat"/>
              </a:defRPr>
            </a:lvl2pPr>
            <a:lvl3pPr algn="ctr">
              <a:defRPr sz="1050" b="0">
                <a:solidFill>
                  <a:srgbClr val="475569"/>
                </a:solidFill>
                <a:latin typeface="Montserrat"/>
                <a:ea typeface="Montserrat"/>
                <a:cs typeface="Montserrat"/>
              </a:defRPr>
            </a:lvl3pPr>
            <a:lvl4pPr algn="ctr">
              <a:defRPr sz="1050" b="0">
                <a:solidFill>
                  <a:srgbClr val="475569"/>
                </a:solidFill>
                <a:latin typeface="Montserrat"/>
                <a:ea typeface="Montserrat"/>
                <a:cs typeface="Montserrat"/>
              </a:defRPr>
            </a:lvl4pPr>
            <a:lvl5pPr algn="ctr">
              <a:defRPr sz="1050" b="0">
                <a:solidFill>
                  <a:srgbClr val="475569"/>
                </a:solidFill>
                <a:latin typeface="Montserrat"/>
                <a:ea typeface="Montserrat"/>
                <a:cs typeface="Montserrat"/>
              </a:defRPr>
            </a:lvl5pPr>
            <a:lvl6pPr algn="ctr">
              <a:defRPr sz="1050" b="0">
                <a:solidFill>
                  <a:srgbClr val="475569"/>
                </a:solidFill>
                <a:latin typeface="Montserrat"/>
                <a:ea typeface="Montserrat"/>
                <a:cs typeface="Montserrat"/>
              </a:defRPr>
            </a:lvl6pPr>
            <a:lvl7pPr algn="ctr">
              <a:defRPr sz="1050" b="0">
                <a:solidFill>
                  <a:srgbClr val="475569"/>
                </a:solidFill>
                <a:latin typeface="Montserrat"/>
                <a:ea typeface="Montserrat"/>
                <a:cs typeface="Montserrat"/>
              </a:defRPr>
            </a:lvl7pPr>
            <a:lvl8pPr algn="ctr">
              <a:defRPr sz="1050" b="0">
                <a:solidFill>
                  <a:srgbClr val="475569"/>
                </a:solidFill>
                <a:latin typeface="Montserrat"/>
                <a:ea typeface="Montserrat"/>
                <a:cs typeface="Montserrat"/>
              </a:defRPr>
            </a:lvl8pPr>
            <a:lvl9pPr algn="ctr">
              <a:defRPr sz="1050" b="0">
                <a:solidFill>
                  <a:srgbClr val="475569"/>
                </a:solidFill>
                <a:latin typeface="Montserrat"/>
                <a:ea typeface="Montserrat"/>
                <a:cs typeface="Montserrat"/>
              </a:defRPr>
            </a:lvl9pPr>
          </a:lstStyle>
          <a:p xmlns:a="http://schemas.openxmlformats.org/drawingml/2006/main">
            <a:pPr algn="ctr">
              <a:defRPr sz="1050" b="0">
                <a:solidFill>
                  <a:srgbClr val="475569"/>
                </a:solidFill>
                <a:latin typeface="Montserrat"/>
                <a:ea typeface="Montserrat"/>
                <a:cs typeface="Montserrat"/>
              </a:defRPr>
            </a:pPr>
            <a:r>
              <a:rPr sz="1050" b="0">
                <a:solidFill>
                  <a:srgbClr val="475569"/>
                </a:solidFill>
                <a:latin typeface="Montserrat"/>
                <a:ea typeface="Montserrat"/>
                <a:cs typeface="Montserrat"/>
              </a:rPr>
              <a:t>Lock the pending square.</a:t>
            </a:r>
          </a:p>
        </p:txBody>
      </p:sp>
      <p:sp>
        <p:nvSpPr>
          <p:cNvPr id="98" name="">
            <a:extLst xmlns:a="http://schemas.openxmlformats.org/drawingml/2006/main">
              <a:ext uri="{FF2B5EF4-FFF2-40B4-BE49-F238E27FC236}">
                <a16:creationId xmlns:a16="http://schemas.microsoft.com/office/drawing/2014/main" id="{2CABA3EB-34F6-4520-A5D0-E6FF531147EA}"/>
              </a:ext>
            </a:extLst>
          </p:cNvPr>
          <p:cNvSpPr>
            <a:spLocks xmlns:a="http://schemas.openxmlformats.org/drawingml/2006/main" noGrp="1"/>
          </p:cNvSpPr>
          <p:nvPr/>
        </p:nvSpPr>
        <p:spPr>
          <a:xfrm xmlns:a="http://schemas.openxmlformats.org/drawingml/2006/main">
            <a:off x="4937760" y="2771775"/>
            <a:ext cx="133350" cy="0"/>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99" name="">
            <a:extLst xmlns:a="http://schemas.openxmlformats.org/drawingml/2006/main">
              <a:ext uri="{FF2B5EF4-FFF2-40B4-BE49-F238E27FC236}">
                <a16:creationId xmlns:a16="http://schemas.microsoft.com/office/drawing/2014/main" id="{B78EB819-7D8F-4E0C-918E-7D639EB5965B}"/>
              </a:ext>
            </a:extLst>
          </p:cNvPr>
          <p:cNvSpPr>
            <a:spLocks xmlns:a="http://schemas.openxmlformats.org/drawingml/2006/main" noGrp="1"/>
          </p:cNvSpPr>
          <p:nvPr/>
        </p:nvSpPr>
        <p:spPr>
          <a:xfrm xmlns:a="http://schemas.openxmlformats.org/drawingml/2006/main">
            <a:off x="2887980" y="2476500"/>
            <a:ext cx="2049780" cy="590550"/>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9525">
            <a:solidFill>
              <a:srgbClr val="D8E2EF"/>
            </a:solidFill>
            <a:prstDash val="solid"/>
          </a:ln>
        </p:spPr>
      </p:sp>
      <p:sp>
        <p:nvSpPr>
          <p:cNvPr id="100" name="">
            <a:extLst xmlns:a="http://schemas.openxmlformats.org/drawingml/2006/main">
              <a:ext uri="{FF2B5EF4-FFF2-40B4-BE49-F238E27FC236}">
                <a16:creationId xmlns:a16="http://schemas.microsoft.com/office/drawing/2014/main" id="{4439F262-4E57-4FC1-80A7-AA5246CB44A2}"/>
              </a:ext>
            </a:extLst>
          </p:cNvPr>
          <p:cNvSpPr>
            <a:spLocks xmlns:a="http://schemas.openxmlformats.org/drawingml/2006/main" noGrp="1"/>
          </p:cNvSpPr>
          <p:nvPr/>
        </p:nvSpPr>
        <p:spPr>
          <a:xfrm xmlns:a="http://schemas.openxmlformats.org/drawingml/2006/main">
            <a:off x="2945130" y="2657475"/>
            <a:ext cx="193548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275" b="1">
                <a:solidFill>
                  <a:srgbClr val="0F172A"/>
                </a:solidFill>
                <a:latin typeface="Montserrat"/>
                <a:ea typeface="Montserrat"/>
                <a:cs typeface="Montserrat"/>
              </a:defRPr>
            </a:defPPr>
            <a:lvl1pPr algn="ctr">
              <a:defRPr sz="1275" b="1">
                <a:solidFill>
                  <a:srgbClr val="0F172A"/>
                </a:solidFill>
                <a:latin typeface="Montserrat"/>
                <a:ea typeface="Montserrat"/>
                <a:cs typeface="Montserrat"/>
              </a:defRPr>
            </a:lvl1pPr>
            <a:lvl2pPr algn="ctr">
              <a:defRPr sz="1275" b="1">
                <a:solidFill>
                  <a:srgbClr val="0F172A"/>
                </a:solidFill>
                <a:latin typeface="Montserrat"/>
                <a:ea typeface="Montserrat"/>
                <a:cs typeface="Montserrat"/>
              </a:defRPr>
            </a:lvl2pPr>
            <a:lvl3pPr algn="ctr">
              <a:defRPr sz="1275" b="1">
                <a:solidFill>
                  <a:srgbClr val="0F172A"/>
                </a:solidFill>
                <a:latin typeface="Montserrat"/>
                <a:ea typeface="Montserrat"/>
                <a:cs typeface="Montserrat"/>
              </a:defRPr>
            </a:lvl3pPr>
            <a:lvl4pPr algn="ctr">
              <a:defRPr sz="1275" b="1">
                <a:solidFill>
                  <a:srgbClr val="0F172A"/>
                </a:solidFill>
                <a:latin typeface="Montserrat"/>
                <a:ea typeface="Montserrat"/>
                <a:cs typeface="Montserrat"/>
              </a:defRPr>
            </a:lvl4pPr>
            <a:lvl5pPr algn="ctr">
              <a:defRPr sz="1275" b="1">
                <a:solidFill>
                  <a:srgbClr val="0F172A"/>
                </a:solidFill>
                <a:latin typeface="Montserrat"/>
                <a:ea typeface="Montserrat"/>
                <a:cs typeface="Montserrat"/>
              </a:defRPr>
            </a:lvl5pPr>
            <a:lvl6pPr algn="ctr">
              <a:defRPr sz="1275" b="1">
                <a:solidFill>
                  <a:srgbClr val="0F172A"/>
                </a:solidFill>
                <a:latin typeface="Montserrat"/>
                <a:ea typeface="Montserrat"/>
                <a:cs typeface="Montserrat"/>
              </a:defRPr>
            </a:lvl6pPr>
            <a:lvl7pPr algn="ctr">
              <a:defRPr sz="1275" b="1">
                <a:solidFill>
                  <a:srgbClr val="0F172A"/>
                </a:solidFill>
                <a:latin typeface="Montserrat"/>
                <a:ea typeface="Montserrat"/>
                <a:cs typeface="Montserrat"/>
              </a:defRPr>
            </a:lvl7pPr>
            <a:lvl8pPr algn="ctr">
              <a:defRPr sz="1275" b="1">
                <a:solidFill>
                  <a:srgbClr val="0F172A"/>
                </a:solidFill>
                <a:latin typeface="Montserrat"/>
                <a:ea typeface="Montserrat"/>
                <a:cs typeface="Montserrat"/>
              </a:defRPr>
            </a:lvl8pPr>
            <a:lvl9pPr algn="ctr">
              <a:defRPr sz="1275" b="1">
                <a:solidFill>
                  <a:srgbClr val="0F172A"/>
                </a:solidFill>
                <a:latin typeface="Montserrat"/>
                <a:ea typeface="Montserrat"/>
                <a:cs typeface="Montserrat"/>
              </a:defRPr>
            </a:lvl9pPr>
          </a:lstStyle>
          <a:p xmlns:a="http://schemas.openxmlformats.org/drawingml/2006/main">
            <a:pPr algn="ctr">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Battle</a:t>
            </a:r>
          </a:p>
        </p:txBody>
      </p:sp>
      <p:sp>
        <p:nvSpPr>
          <p:cNvPr id="101" name="">
            <a:extLst xmlns:a="http://schemas.openxmlformats.org/drawingml/2006/main">
              <a:ext uri="{FF2B5EF4-FFF2-40B4-BE49-F238E27FC236}">
                <a16:creationId xmlns:a16="http://schemas.microsoft.com/office/drawing/2014/main" id="{8D16E87A-B571-4904-8105-A7F52BC2E948}"/>
              </a:ext>
            </a:extLst>
          </p:cNvPr>
          <p:cNvSpPr>
            <a:spLocks xmlns:a="http://schemas.openxmlformats.org/drawingml/2006/main" noGrp="1"/>
          </p:cNvSpPr>
          <p:nvPr/>
        </p:nvSpPr>
        <p:spPr>
          <a:xfrm xmlns:a="http://schemas.openxmlformats.org/drawingml/2006/main">
            <a:off x="2907030" y="3295650"/>
            <a:ext cx="201168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050" b="0">
                <a:solidFill>
                  <a:srgbClr val="475569"/>
                </a:solidFill>
                <a:latin typeface="Montserrat"/>
                <a:ea typeface="Montserrat"/>
                <a:cs typeface="Montserrat"/>
              </a:defRPr>
            </a:defPPr>
            <a:lvl1pPr algn="ctr">
              <a:defRPr sz="1050" b="0">
                <a:solidFill>
                  <a:srgbClr val="475569"/>
                </a:solidFill>
                <a:latin typeface="Montserrat"/>
                <a:ea typeface="Montserrat"/>
                <a:cs typeface="Montserrat"/>
              </a:defRPr>
            </a:lvl1pPr>
            <a:lvl2pPr algn="ctr">
              <a:defRPr sz="1050" b="0">
                <a:solidFill>
                  <a:srgbClr val="475569"/>
                </a:solidFill>
                <a:latin typeface="Montserrat"/>
                <a:ea typeface="Montserrat"/>
                <a:cs typeface="Montserrat"/>
              </a:defRPr>
            </a:lvl2pPr>
            <a:lvl3pPr algn="ctr">
              <a:defRPr sz="1050" b="0">
                <a:solidFill>
                  <a:srgbClr val="475569"/>
                </a:solidFill>
                <a:latin typeface="Montserrat"/>
                <a:ea typeface="Montserrat"/>
                <a:cs typeface="Montserrat"/>
              </a:defRPr>
            </a:lvl3pPr>
            <a:lvl4pPr algn="ctr">
              <a:defRPr sz="1050" b="0">
                <a:solidFill>
                  <a:srgbClr val="475569"/>
                </a:solidFill>
                <a:latin typeface="Montserrat"/>
                <a:ea typeface="Montserrat"/>
                <a:cs typeface="Montserrat"/>
              </a:defRPr>
            </a:lvl4pPr>
            <a:lvl5pPr algn="ctr">
              <a:defRPr sz="1050" b="0">
                <a:solidFill>
                  <a:srgbClr val="475569"/>
                </a:solidFill>
                <a:latin typeface="Montserrat"/>
                <a:ea typeface="Montserrat"/>
                <a:cs typeface="Montserrat"/>
              </a:defRPr>
            </a:lvl5pPr>
            <a:lvl6pPr algn="ctr">
              <a:defRPr sz="1050" b="0">
                <a:solidFill>
                  <a:srgbClr val="475569"/>
                </a:solidFill>
                <a:latin typeface="Montserrat"/>
                <a:ea typeface="Montserrat"/>
                <a:cs typeface="Montserrat"/>
              </a:defRPr>
            </a:lvl6pPr>
            <a:lvl7pPr algn="ctr">
              <a:defRPr sz="1050" b="0">
                <a:solidFill>
                  <a:srgbClr val="475569"/>
                </a:solidFill>
                <a:latin typeface="Montserrat"/>
                <a:ea typeface="Montserrat"/>
                <a:cs typeface="Montserrat"/>
              </a:defRPr>
            </a:lvl7pPr>
            <a:lvl8pPr algn="ctr">
              <a:defRPr sz="1050" b="0">
                <a:solidFill>
                  <a:srgbClr val="475569"/>
                </a:solidFill>
                <a:latin typeface="Montserrat"/>
                <a:ea typeface="Montserrat"/>
                <a:cs typeface="Montserrat"/>
              </a:defRPr>
            </a:lvl8pPr>
            <a:lvl9pPr algn="ctr">
              <a:defRPr sz="1050" b="0">
                <a:solidFill>
                  <a:srgbClr val="475569"/>
                </a:solidFill>
                <a:latin typeface="Montserrat"/>
                <a:ea typeface="Montserrat"/>
                <a:cs typeface="Montserrat"/>
              </a:defRPr>
            </a:lvl9pPr>
          </a:lstStyle>
          <a:p xmlns:a="http://schemas.openxmlformats.org/drawingml/2006/main">
            <a:pPr algn="ctr">
              <a:defRPr sz="1050" b="0">
                <a:solidFill>
                  <a:srgbClr val="475569"/>
                </a:solidFill>
                <a:latin typeface="Montserrat"/>
                <a:ea typeface="Montserrat"/>
                <a:cs typeface="Montserrat"/>
              </a:defRPr>
            </a:pPr>
            <a:r>
              <a:rPr sz="1050" b="0">
                <a:solidFill>
                  <a:srgbClr val="475569"/>
                </a:solidFill>
                <a:latin typeface="Montserrat"/>
                <a:ea typeface="Montserrat"/>
                <a:cs typeface="Montserrat"/>
              </a:rPr>
              <a:t>Start with fresh health.</a:t>
            </a:r>
          </a:p>
        </p:txBody>
      </p:sp>
      <p:sp>
        <p:nvSpPr>
          <p:cNvPr id="102" name="">
            <a:extLst xmlns:a="http://schemas.openxmlformats.org/drawingml/2006/main">
              <a:ext uri="{FF2B5EF4-FFF2-40B4-BE49-F238E27FC236}">
                <a16:creationId xmlns:a16="http://schemas.microsoft.com/office/drawing/2014/main" id="{BA8E8213-5A81-4BC7-A137-29E9CF09292E}"/>
              </a:ext>
            </a:extLst>
          </p:cNvPr>
          <p:cNvSpPr>
            <a:spLocks xmlns:a="http://schemas.openxmlformats.org/drawingml/2006/main" noGrp="1"/>
          </p:cNvSpPr>
          <p:nvPr/>
        </p:nvSpPr>
        <p:spPr>
          <a:xfrm xmlns:a="http://schemas.openxmlformats.org/drawingml/2006/main">
            <a:off x="7120890" y="2771775"/>
            <a:ext cx="133350" cy="0"/>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103" name="">
            <a:extLst xmlns:a="http://schemas.openxmlformats.org/drawingml/2006/main">
              <a:ext uri="{FF2B5EF4-FFF2-40B4-BE49-F238E27FC236}">
                <a16:creationId xmlns:a16="http://schemas.microsoft.com/office/drawing/2014/main" id="{F34F8B10-A165-4BC7-9E0C-25E07164D95F}"/>
              </a:ext>
            </a:extLst>
          </p:cNvPr>
          <p:cNvSpPr>
            <a:spLocks xmlns:a="http://schemas.openxmlformats.org/drawingml/2006/main" noGrp="1"/>
          </p:cNvSpPr>
          <p:nvPr/>
        </p:nvSpPr>
        <p:spPr>
          <a:xfrm xmlns:a="http://schemas.openxmlformats.org/drawingml/2006/main">
            <a:off x="5071110" y="2476500"/>
            <a:ext cx="2049780" cy="590550"/>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9525">
            <a:solidFill>
              <a:srgbClr val="D8E2EF"/>
            </a:solidFill>
            <a:prstDash val="solid"/>
          </a:ln>
        </p:spPr>
      </p:sp>
      <p:sp>
        <p:nvSpPr>
          <p:cNvPr id="104" name="">
            <a:extLst xmlns:a="http://schemas.openxmlformats.org/drawingml/2006/main">
              <a:ext uri="{FF2B5EF4-FFF2-40B4-BE49-F238E27FC236}">
                <a16:creationId xmlns:a16="http://schemas.microsoft.com/office/drawing/2014/main" id="{D7B3DCBD-9F65-4826-8D38-CF00475A4160}"/>
              </a:ext>
            </a:extLst>
          </p:cNvPr>
          <p:cNvSpPr>
            <a:spLocks xmlns:a="http://schemas.openxmlformats.org/drawingml/2006/main" noGrp="1"/>
          </p:cNvSpPr>
          <p:nvPr/>
        </p:nvSpPr>
        <p:spPr>
          <a:xfrm xmlns:a="http://schemas.openxmlformats.org/drawingml/2006/main">
            <a:off x="5128260" y="2657475"/>
            <a:ext cx="193548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275" b="1">
                <a:solidFill>
                  <a:srgbClr val="0F172A"/>
                </a:solidFill>
                <a:latin typeface="Montserrat"/>
                <a:ea typeface="Montserrat"/>
                <a:cs typeface="Montserrat"/>
              </a:defRPr>
            </a:defPPr>
            <a:lvl1pPr algn="ctr">
              <a:defRPr sz="1275" b="1">
                <a:solidFill>
                  <a:srgbClr val="0F172A"/>
                </a:solidFill>
                <a:latin typeface="Montserrat"/>
                <a:ea typeface="Montserrat"/>
                <a:cs typeface="Montserrat"/>
              </a:defRPr>
            </a:lvl1pPr>
            <a:lvl2pPr algn="ctr">
              <a:defRPr sz="1275" b="1">
                <a:solidFill>
                  <a:srgbClr val="0F172A"/>
                </a:solidFill>
                <a:latin typeface="Montserrat"/>
                <a:ea typeface="Montserrat"/>
                <a:cs typeface="Montserrat"/>
              </a:defRPr>
            </a:lvl2pPr>
            <a:lvl3pPr algn="ctr">
              <a:defRPr sz="1275" b="1">
                <a:solidFill>
                  <a:srgbClr val="0F172A"/>
                </a:solidFill>
                <a:latin typeface="Montserrat"/>
                <a:ea typeface="Montserrat"/>
                <a:cs typeface="Montserrat"/>
              </a:defRPr>
            </a:lvl3pPr>
            <a:lvl4pPr algn="ctr">
              <a:defRPr sz="1275" b="1">
                <a:solidFill>
                  <a:srgbClr val="0F172A"/>
                </a:solidFill>
                <a:latin typeface="Montserrat"/>
                <a:ea typeface="Montserrat"/>
                <a:cs typeface="Montserrat"/>
              </a:defRPr>
            </a:lvl4pPr>
            <a:lvl5pPr algn="ctr">
              <a:defRPr sz="1275" b="1">
                <a:solidFill>
                  <a:srgbClr val="0F172A"/>
                </a:solidFill>
                <a:latin typeface="Montserrat"/>
                <a:ea typeface="Montserrat"/>
                <a:cs typeface="Montserrat"/>
              </a:defRPr>
            </a:lvl5pPr>
            <a:lvl6pPr algn="ctr">
              <a:defRPr sz="1275" b="1">
                <a:solidFill>
                  <a:srgbClr val="0F172A"/>
                </a:solidFill>
                <a:latin typeface="Montserrat"/>
                <a:ea typeface="Montserrat"/>
                <a:cs typeface="Montserrat"/>
              </a:defRPr>
            </a:lvl6pPr>
            <a:lvl7pPr algn="ctr">
              <a:defRPr sz="1275" b="1">
                <a:solidFill>
                  <a:srgbClr val="0F172A"/>
                </a:solidFill>
                <a:latin typeface="Montserrat"/>
                <a:ea typeface="Montserrat"/>
                <a:cs typeface="Montserrat"/>
              </a:defRPr>
            </a:lvl7pPr>
            <a:lvl8pPr algn="ctr">
              <a:defRPr sz="1275" b="1">
                <a:solidFill>
                  <a:srgbClr val="0F172A"/>
                </a:solidFill>
                <a:latin typeface="Montserrat"/>
                <a:ea typeface="Montserrat"/>
                <a:cs typeface="Montserrat"/>
              </a:defRPr>
            </a:lvl8pPr>
            <a:lvl9pPr algn="ctr">
              <a:defRPr sz="1275" b="1">
                <a:solidFill>
                  <a:srgbClr val="0F172A"/>
                </a:solidFill>
                <a:latin typeface="Montserrat"/>
                <a:ea typeface="Montserrat"/>
                <a:cs typeface="Montserrat"/>
              </a:defRPr>
            </a:lvl9pPr>
          </a:lstStyle>
          <a:p xmlns:a="http://schemas.openxmlformats.org/drawingml/2006/main">
            <a:pPr algn="ctr">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Place X or O</a:t>
            </a:r>
          </a:p>
        </p:txBody>
      </p:sp>
      <p:sp>
        <p:nvSpPr>
          <p:cNvPr id="105" name="">
            <a:extLst xmlns:a="http://schemas.openxmlformats.org/drawingml/2006/main">
              <a:ext uri="{FF2B5EF4-FFF2-40B4-BE49-F238E27FC236}">
                <a16:creationId xmlns:a16="http://schemas.microsoft.com/office/drawing/2014/main" id="{8E27EB30-185F-4167-A250-644318922F30}"/>
              </a:ext>
            </a:extLst>
          </p:cNvPr>
          <p:cNvSpPr>
            <a:spLocks xmlns:a="http://schemas.openxmlformats.org/drawingml/2006/main" noGrp="1"/>
          </p:cNvSpPr>
          <p:nvPr/>
        </p:nvSpPr>
        <p:spPr>
          <a:xfrm xmlns:a="http://schemas.openxmlformats.org/drawingml/2006/main">
            <a:off x="5090160" y="3295650"/>
            <a:ext cx="201168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050" b="0">
                <a:solidFill>
                  <a:srgbClr val="475569"/>
                </a:solidFill>
                <a:latin typeface="Montserrat"/>
                <a:ea typeface="Montserrat"/>
                <a:cs typeface="Montserrat"/>
              </a:defRPr>
            </a:defPPr>
            <a:lvl1pPr algn="ctr">
              <a:defRPr sz="1050" b="0">
                <a:solidFill>
                  <a:srgbClr val="475569"/>
                </a:solidFill>
                <a:latin typeface="Montserrat"/>
                <a:ea typeface="Montserrat"/>
                <a:cs typeface="Montserrat"/>
              </a:defRPr>
            </a:lvl1pPr>
            <a:lvl2pPr algn="ctr">
              <a:defRPr sz="1050" b="0">
                <a:solidFill>
                  <a:srgbClr val="475569"/>
                </a:solidFill>
                <a:latin typeface="Montserrat"/>
                <a:ea typeface="Montserrat"/>
                <a:cs typeface="Montserrat"/>
              </a:defRPr>
            </a:lvl2pPr>
            <a:lvl3pPr algn="ctr">
              <a:defRPr sz="1050" b="0">
                <a:solidFill>
                  <a:srgbClr val="475569"/>
                </a:solidFill>
                <a:latin typeface="Montserrat"/>
                <a:ea typeface="Montserrat"/>
                <a:cs typeface="Montserrat"/>
              </a:defRPr>
            </a:lvl3pPr>
            <a:lvl4pPr algn="ctr">
              <a:defRPr sz="1050" b="0">
                <a:solidFill>
                  <a:srgbClr val="475569"/>
                </a:solidFill>
                <a:latin typeface="Montserrat"/>
                <a:ea typeface="Montserrat"/>
                <a:cs typeface="Montserrat"/>
              </a:defRPr>
            </a:lvl4pPr>
            <a:lvl5pPr algn="ctr">
              <a:defRPr sz="1050" b="0">
                <a:solidFill>
                  <a:srgbClr val="475569"/>
                </a:solidFill>
                <a:latin typeface="Montserrat"/>
                <a:ea typeface="Montserrat"/>
                <a:cs typeface="Montserrat"/>
              </a:defRPr>
            </a:lvl5pPr>
            <a:lvl6pPr algn="ctr">
              <a:defRPr sz="1050" b="0">
                <a:solidFill>
                  <a:srgbClr val="475569"/>
                </a:solidFill>
                <a:latin typeface="Montserrat"/>
                <a:ea typeface="Montserrat"/>
                <a:cs typeface="Montserrat"/>
              </a:defRPr>
            </a:lvl6pPr>
            <a:lvl7pPr algn="ctr">
              <a:defRPr sz="1050" b="0">
                <a:solidFill>
                  <a:srgbClr val="475569"/>
                </a:solidFill>
                <a:latin typeface="Montserrat"/>
                <a:ea typeface="Montserrat"/>
                <a:cs typeface="Montserrat"/>
              </a:defRPr>
            </a:lvl7pPr>
            <a:lvl8pPr algn="ctr">
              <a:defRPr sz="1050" b="0">
                <a:solidFill>
                  <a:srgbClr val="475569"/>
                </a:solidFill>
                <a:latin typeface="Montserrat"/>
                <a:ea typeface="Montserrat"/>
                <a:cs typeface="Montserrat"/>
              </a:defRPr>
            </a:lvl8pPr>
            <a:lvl9pPr algn="ctr">
              <a:defRPr sz="1050" b="0">
                <a:solidFill>
                  <a:srgbClr val="475569"/>
                </a:solidFill>
                <a:latin typeface="Montserrat"/>
                <a:ea typeface="Montserrat"/>
                <a:cs typeface="Montserrat"/>
              </a:defRPr>
            </a:lvl9pPr>
          </a:lstStyle>
          <a:p xmlns:a="http://schemas.openxmlformats.org/drawingml/2006/main">
            <a:pPr algn="ctr">
              <a:defRPr sz="1050" b="0">
                <a:solidFill>
                  <a:srgbClr val="475569"/>
                </a:solidFill>
                <a:latin typeface="Montserrat"/>
                <a:ea typeface="Montserrat"/>
                <a:cs typeface="Montserrat"/>
              </a:defRPr>
            </a:pPr>
            <a:r>
              <a:rPr sz="1050" b="0">
                <a:solidFill>
                  <a:srgbClr val="475569"/>
                </a:solidFill>
                <a:latin typeface="Montserrat"/>
                <a:ea typeface="Montserrat"/>
                <a:cs typeface="Montserrat"/>
              </a:rPr>
              <a:t>Award it exactly once.</a:t>
            </a:r>
          </a:p>
        </p:txBody>
      </p:sp>
      <p:sp>
        <p:nvSpPr>
          <p:cNvPr id="106" name="">
            <a:extLst xmlns:a="http://schemas.openxmlformats.org/drawingml/2006/main">
              <a:ext uri="{FF2B5EF4-FFF2-40B4-BE49-F238E27FC236}">
                <a16:creationId xmlns:a16="http://schemas.microsoft.com/office/drawing/2014/main" id="{C0A33608-5020-4C6D-B2D5-8B365B758DDB}"/>
              </a:ext>
            </a:extLst>
          </p:cNvPr>
          <p:cNvSpPr>
            <a:spLocks xmlns:a="http://schemas.openxmlformats.org/drawingml/2006/main" noGrp="1"/>
          </p:cNvSpPr>
          <p:nvPr/>
        </p:nvSpPr>
        <p:spPr>
          <a:xfrm xmlns:a="http://schemas.openxmlformats.org/drawingml/2006/main">
            <a:off x="9304020" y="2771775"/>
            <a:ext cx="133350" cy="0"/>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107" name="">
            <a:extLst xmlns:a="http://schemas.openxmlformats.org/drawingml/2006/main">
              <a:ext uri="{FF2B5EF4-FFF2-40B4-BE49-F238E27FC236}">
                <a16:creationId xmlns:a16="http://schemas.microsoft.com/office/drawing/2014/main" id="{D7F3F2C7-70A4-409B-AD9E-2B4FD63D80E8}"/>
              </a:ext>
            </a:extLst>
          </p:cNvPr>
          <p:cNvSpPr>
            <a:spLocks xmlns:a="http://schemas.openxmlformats.org/drawingml/2006/main" noGrp="1"/>
          </p:cNvSpPr>
          <p:nvPr/>
        </p:nvSpPr>
        <p:spPr>
          <a:xfrm xmlns:a="http://schemas.openxmlformats.org/drawingml/2006/main">
            <a:off x="7254240" y="2476500"/>
            <a:ext cx="2049780" cy="590550"/>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9525">
            <a:solidFill>
              <a:srgbClr val="D8E2EF"/>
            </a:solidFill>
            <a:prstDash val="solid"/>
          </a:ln>
        </p:spPr>
      </p:sp>
      <p:sp>
        <p:nvSpPr>
          <p:cNvPr id="108" name="">
            <a:extLst xmlns:a="http://schemas.openxmlformats.org/drawingml/2006/main">
              <a:ext uri="{FF2B5EF4-FFF2-40B4-BE49-F238E27FC236}">
                <a16:creationId xmlns:a16="http://schemas.microsoft.com/office/drawing/2014/main" id="{74D3333D-5BBF-41BC-B2DC-8DE5168B384A}"/>
              </a:ext>
            </a:extLst>
          </p:cNvPr>
          <p:cNvSpPr>
            <a:spLocks xmlns:a="http://schemas.openxmlformats.org/drawingml/2006/main" noGrp="1"/>
          </p:cNvSpPr>
          <p:nvPr/>
        </p:nvSpPr>
        <p:spPr>
          <a:xfrm xmlns:a="http://schemas.openxmlformats.org/drawingml/2006/main">
            <a:off x="7311390" y="2657475"/>
            <a:ext cx="193548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275" b="1">
                <a:solidFill>
                  <a:srgbClr val="0F172A"/>
                </a:solidFill>
                <a:latin typeface="Montserrat"/>
                <a:ea typeface="Montserrat"/>
                <a:cs typeface="Montserrat"/>
              </a:defRPr>
            </a:defPPr>
            <a:lvl1pPr algn="ctr">
              <a:defRPr sz="1275" b="1">
                <a:solidFill>
                  <a:srgbClr val="0F172A"/>
                </a:solidFill>
                <a:latin typeface="Montserrat"/>
                <a:ea typeface="Montserrat"/>
                <a:cs typeface="Montserrat"/>
              </a:defRPr>
            </a:lvl1pPr>
            <a:lvl2pPr algn="ctr">
              <a:defRPr sz="1275" b="1">
                <a:solidFill>
                  <a:srgbClr val="0F172A"/>
                </a:solidFill>
                <a:latin typeface="Montserrat"/>
                <a:ea typeface="Montserrat"/>
                <a:cs typeface="Montserrat"/>
              </a:defRPr>
            </a:lvl2pPr>
            <a:lvl3pPr algn="ctr">
              <a:defRPr sz="1275" b="1">
                <a:solidFill>
                  <a:srgbClr val="0F172A"/>
                </a:solidFill>
                <a:latin typeface="Montserrat"/>
                <a:ea typeface="Montserrat"/>
                <a:cs typeface="Montserrat"/>
              </a:defRPr>
            </a:lvl3pPr>
            <a:lvl4pPr algn="ctr">
              <a:defRPr sz="1275" b="1">
                <a:solidFill>
                  <a:srgbClr val="0F172A"/>
                </a:solidFill>
                <a:latin typeface="Montserrat"/>
                <a:ea typeface="Montserrat"/>
                <a:cs typeface="Montserrat"/>
              </a:defRPr>
            </a:lvl4pPr>
            <a:lvl5pPr algn="ctr">
              <a:defRPr sz="1275" b="1">
                <a:solidFill>
                  <a:srgbClr val="0F172A"/>
                </a:solidFill>
                <a:latin typeface="Montserrat"/>
                <a:ea typeface="Montserrat"/>
                <a:cs typeface="Montserrat"/>
              </a:defRPr>
            </a:lvl5pPr>
            <a:lvl6pPr algn="ctr">
              <a:defRPr sz="1275" b="1">
                <a:solidFill>
                  <a:srgbClr val="0F172A"/>
                </a:solidFill>
                <a:latin typeface="Montserrat"/>
                <a:ea typeface="Montserrat"/>
                <a:cs typeface="Montserrat"/>
              </a:defRPr>
            </a:lvl6pPr>
            <a:lvl7pPr algn="ctr">
              <a:defRPr sz="1275" b="1">
                <a:solidFill>
                  <a:srgbClr val="0F172A"/>
                </a:solidFill>
                <a:latin typeface="Montserrat"/>
                <a:ea typeface="Montserrat"/>
                <a:cs typeface="Montserrat"/>
              </a:defRPr>
            </a:lvl7pPr>
            <a:lvl8pPr algn="ctr">
              <a:defRPr sz="1275" b="1">
                <a:solidFill>
                  <a:srgbClr val="0F172A"/>
                </a:solidFill>
                <a:latin typeface="Montserrat"/>
                <a:ea typeface="Montserrat"/>
                <a:cs typeface="Montserrat"/>
              </a:defRPr>
            </a:lvl8pPr>
            <a:lvl9pPr algn="ctr">
              <a:defRPr sz="1275" b="1">
                <a:solidFill>
                  <a:srgbClr val="0F172A"/>
                </a:solidFill>
                <a:latin typeface="Montserrat"/>
                <a:ea typeface="Montserrat"/>
                <a:cs typeface="Montserrat"/>
              </a:defRPr>
            </a:lvl9pPr>
          </a:lstStyle>
          <a:p xmlns:a="http://schemas.openxmlformats.org/drawingml/2006/main">
            <a:pPr algn="ctr">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Check the board</a:t>
            </a:r>
          </a:p>
        </p:txBody>
      </p:sp>
      <p:sp>
        <p:nvSpPr>
          <p:cNvPr id="109" name="">
            <a:extLst xmlns:a="http://schemas.openxmlformats.org/drawingml/2006/main">
              <a:ext uri="{FF2B5EF4-FFF2-40B4-BE49-F238E27FC236}">
                <a16:creationId xmlns:a16="http://schemas.microsoft.com/office/drawing/2014/main" id="{0B41C148-7F96-477A-96FC-5F094DEF2A05}"/>
              </a:ext>
            </a:extLst>
          </p:cNvPr>
          <p:cNvSpPr>
            <a:spLocks xmlns:a="http://schemas.openxmlformats.org/drawingml/2006/main" noGrp="1"/>
          </p:cNvSpPr>
          <p:nvPr/>
        </p:nvSpPr>
        <p:spPr>
          <a:xfrm xmlns:a="http://schemas.openxmlformats.org/drawingml/2006/main">
            <a:off x="7273290" y="3295650"/>
            <a:ext cx="201168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050" b="0">
                <a:solidFill>
                  <a:srgbClr val="475569"/>
                </a:solidFill>
                <a:latin typeface="Montserrat"/>
                <a:ea typeface="Montserrat"/>
                <a:cs typeface="Montserrat"/>
              </a:defRPr>
            </a:defPPr>
            <a:lvl1pPr algn="ctr">
              <a:defRPr sz="1050" b="0">
                <a:solidFill>
                  <a:srgbClr val="475569"/>
                </a:solidFill>
                <a:latin typeface="Montserrat"/>
                <a:ea typeface="Montserrat"/>
                <a:cs typeface="Montserrat"/>
              </a:defRPr>
            </a:lvl1pPr>
            <a:lvl2pPr algn="ctr">
              <a:defRPr sz="1050" b="0">
                <a:solidFill>
                  <a:srgbClr val="475569"/>
                </a:solidFill>
                <a:latin typeface="Montserrat"/>
                <a:ea typeface="Montserrat"/>
                <a:cs typeface="Montserrat"/>
              </a:defRPr>
            </a:lvl2pPr>
            <a:lvl3pPr algn="ctr">
              <a:defRPr sz="1050" b="0">
                <a:solidFill>
                  <a:srgbClr val="475569"/>
                </a:solidFill>
                <a:latin typeface="Montserrat"/>
                <a:ea typeface="Montserrat"/>
                <a:cs typeface="Montserrat"/>
              </a:defRPr>
            </a:lvl3pPr>
            <a:lvl4pPr algn="ctr">
              <a:defRPr sz="1050" b="0">
                <a:solidFill>
                  <a:srgbClr val="475569"/>
                </a:solidFill>
                <a:latin typeface="Montserrat"/>
                <a:ea typeface="Montserrat"/>
                <a:cs typeface="Montserrat"/>
              </a:defRPr>
            </a:lvl4pPr>
            <a:lvl5pPr algn="ctr">
              <a:defRPr sz="1050" b="0">
                <a:solidFill>
                  <a:srgbClr val="475569"/>
                </a:solidFill>
                <a:latin typeface="Montserrat"/>
                <a:ea typeface="Montserrat"/>
                <a:cs typeface="Montserrat"/>
              </a:defRPr>
            </a:lvl5pPr>
            <a:lvl6pPr algn="ctr">
              <a:defRPr sz="1050" b="0">
                <a:solidFill>
                  <a:srgbClr val="475569"/>
                </a:solidFill>
                <a:latin typeface="Montserrat"/>
                <a:ea typeface="Montserrat"/>
                <a:cs typeface="Montserrat"/>
              </a:defRPr>
            </a:lvl6pPr>
            <a:lvl7pPr algn="ctr">
              <a:defRPr sz="1050" b="0">
                <a:solidFill>
                  <a:srgbClr val="475569"/>
                </a:solidFill>
                <a:latin typeface="Montserrat"/>
                <a:ea typeface="Montserrat"/>
                <a:cs typeface="Montserrat"/>
              </a:defRPr>
            </a:lvl7pPr>
            <a:lvl8pPr algn="ctr">
              <a:defRPr sz="1050" b="0">
                <a:solidFill>
                  <a:srgbClr val="475569"/>
                </a:solidFill>
                <a:latin typeface="Montserrat"/>
                <a:ea typeface="Montserrat"/>
                <a:cs typeface="Montserrat"/>
              </a:defRPr>
            </a:lvl8pPr>
            <a:lvl9pPr algn="ctr">
              <a:defRPr sz="1050" b="0">
                <a:solidFill>
                  <a:srgbClr val="475569"/>
                </a:solidFill>
                <a:latin typeface="Montserrat"/>
                <a:ea typeface="Montserrat"/>
                <a:cs typeface="Montserrat"/>
              </a:defRPr>
            </a:lvl9pPr>
          </a:lstStyle>
          <a:p xmlns:a="http://schemas.openxmlformats.org/drawingml/2006/main">
            <a:pPr algn="ctr">
              <a:defRPr sz="1050" b="0">
                <a:solidFill>
                  <a:srgbClr val="475569"/>
                </a:solidFill>
                <a:latin typeface="Montserrat"/>
                <a:ea typeface="Montserrat"/>
                <a:cs typeface="Montserrat"/>
              </a:defRPr>
            </a:pPr>
            <a:r>
              <a:rPr sz="1050" b="0">
                <a:solidFill>
                  <a:srgbClr val="475569"/>
                </a:solidFill>
                <a:latin typeface="Montserrat"/>
                <a:ea typeface="Montserrat"/>
                <a:cs typeface="Montserrat"/>
              </a:rPr>
              <a:t>Line first, then draw.</a:t>
            </a:r>
          </a:p>
        </p:txBody>
      </p:sp>
      <p:sp>
        <p:nvSpPr>
          <p:cNvPr id="110" name="">
            <a:extLst xmlns:a="http://schemas.openxmlformats.org/drawingml/2006/main">
              <a:ext uri="{FF2B5EF4-FFF2-40B4-BE49-F238E27FC236}">
                <a16:creationId xmlns:a16="http://schemas.microsoft.com/office/drawing/2014/main" id="{DF4C9A56-DDB2-4A66-BE1E-00AC7F4394FB}"/>
              </a:ext>
            </a:extLst>
          </p:cNvPr>
          <p:cNvSpPr>
            <a:spLocks xmlns:a="http://schemas.openxmlformats.org/drawingml/2006/main" noGrp="1"/>
          </p:cNvSpPr>
          <p:nvPr/>
        </p:nvSpPr>
        <p:spPr>
          <a:xfrm xmlns:a="http://schemas.openxmlformats.org/drawingml/2006/main">
            <a:off x="9437370" y="2476500"/>
            <a:ext cx="2049780" cy="590550"/>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9525">
            <a:solidFill>
              <a:srgbClr val="D8E2EF"/>
            </a:solidFill>
            <a:prstDash val="solid"/>
          </a:ln>
        </p:spPr>
      </p:sp>
      <p:sp>
        <p:nvSpPr>
          <p:cNvPr id="111" name="">
            <a:extLst xmlns:a="http://schemas.openxmlformats.org/drawingml/2006/main">
              <a:ext uri="{FF2B5EF4-FFF2-40B4-BE49-F238E27FC236}">
                <a16:creationId xmlns:a16="http://schemas.microsoft.com/office/drawing/2014/main" id="{3B0C997C-8AC7-4305-AE03-60CACD2BAFA0}"/>
              </a:ext>
            </a:extLst>
          </p:cNvPr>
          <p:cNvSpPr>
            <a:spLocks xmlns:a="http://schemas.openxmlformats.org/drawingml/2006/main" noGrp="1"/>
          </p:cNvSpPr>
          <p:nvPr/>
        </p:nvSpPr>
        <p:spPr>
          <a:xfrm xmlns:a="http://schemas.openxmlformats.org/drawingml/2006/main">
            <a:off x="9494520" y="2657475"/>
            <a:ext cx="193548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275" b="1">
                <a:solidFill>
                  <a:srgbClr val="0F172A"/>
                </a:solidFill>
                <a:latin typeface="Montserrat"/>
                <a:ea typeface="Montserrat"/>
                <a:cs typeface="Montserrat"/>
              </a:defRPr>
            </a:defPPr>
            <a:lvl1pPr algn="ctr">
              <a:defRPr sz="1275" b="1">
                <a:solidFill>
                  <a:srgbClr val="0F172A"/>
                </a:solidFill>
                <a:latin typeface="Montserrat"/>
                <a:ea typeface="Montserrat"/>
                <a:cs typeface="Montserrat"/>
              </a:defRPr>
            </a:lvl1pPr>
            <a:lvl2pPr algn="ctr">
              <a:defRPr sz="1275" b="1">
                <a:solidFill>
                  <a:srgbClr val="0F172A"/>
                </a:solidFill>
                <a:latin typeface="Montserrat"/>
                <a:ea typeface="Montserrat"/>
                <a:cs typeface="Montserrat"/>
              </a:defRPr>
            </a:lvl2pPr>
            <a:lvl3pPr algn="ctr">
              <a:defRPr sz="1275" b="1">
                <a:solidFill>
                  <a:srgbClr val="0F172A"/>
                </a:solidFill>
                <a:latin typeface="Montserrat"/>
                <a:ea typeface="Montserrat"/>
                <a:cs typeface="Montserrat"/>
              </a:defRPr>
            </a:lvl3pPr>
            <a:lvl4pPr algn="ctr">
              <a:defRPr sz="1275" b="1">
                <a:solidFill>
                  <a:srgbClr val="0F172A"/>
                </a:solidFill>
                <a:latin typeface="Montserrat"/>
                <a:ea typeface="Montserrat"/>
                <a:cs typeface="Montserrat"/>
              </a:defRPr>
            </a:lvl4pPr>
            <a:lvl5pPr algn="ctr">
              <a:defRPr sz="1275" b="1">
                <a:solidFill>
                  <a:srgbClr val="0F172A"/>
                </a:solidFill>
                <a:latin typeface="Montserrat"/>
                <a:ea typeface="Montserrat"/>
                <a:cs typeface="Montserrat"/>
              </a:defRPr>
            </a:lvl5pPr>
            <a:lvl6pPr algn="ctr">
              <a:defRPr sz="1275" b="1">
                <a:solidFill>
                  <a:srgbClr val="0F172A"/>
                </a:solidFill>
                <a:latin typeface="Montserrat"/>
                <a:ea typeface="Montserrat"/>
                <a:cs typeface="Montserrat"/>
              </a:defRPr>
            </a:lvl6pPr>
            <a:lvl7pPr algn="ctr">
              <a:defRPr sz="1275" b="1">
                <a:solidFill>
                  <a:srgbClr val="0F172A"/>
                </a:solidFill>
                <a:latin typeface="Montserrat"/>
                <a:ea typeface="Montserrat"/>
                <a:cs typeface="Montserrat"/>
              </a:defRPr>
            </a:lvl7pPr>
            <a:lvl8pPr algn="ctr">
              <a:defRPr sz="1275" b="1">
                <a:solidFill>
                  <a:srgbClr val="0F172A"/>
                </a:solidFill>
                <a:latin typeface="Montserrat"/>
                <a:ea typeface="Montserrat"/>
                <a:cs typeface="Montserrat"/>
              </a:defRPr>
            </a:lvl8pPr>
            <a:lvl9pPr algn="ctr">
              <a:defRPr sz="1275" b="1">
                <a:solidFill>
                  <a:srgbClr val="0F172A"/>
                </a:solidFill>
                <a:latin typeface="Montserrat"/>
                <a:ea typeface="Montserrat"/>
                <a:cs typeface="Montserrat"/>
              </a:defRPr>
            </a:lvl9pPr>
          </a:lstStyle>
          <a:p xmlns:a="http://schemas.openxmlformats.org/drawingml/2006/main">
            <a:pPr algn="ctr">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Continue or replay</a:t>
            </a:r>
          </a:p>
        </p:txBody>
      </p:sp>
      <p:sp>
        <p:nvSpPr>
          <p:cNvPr id="112" name="">
            <a:extLst xmlns:a="http://schemas.openxmlformats.org/drawingml/2006/main">
              <a:ext uri="{FF2B5EF4-FFF2-40B4-BE49-F238E27FC236}">
                <a16:creationId xmlns:a16="http://schemas.microsoft.com/office/drawing/2014/main" id="{67696752-F33F-4864-8D61-32BF43CE1F02}"/>
              </a:ext>
            </a:extLst>
          </p:cNvPr>
          <p:cNvSpPr>
            <a:spLocks xmlns:a="http://schemas.openxmlformats.org/drawingml/2006/main" noGrp="1"/>
          </p:cNvSpPr>
          <p:nvPr/>
        </p:nvSpPr>
        <p:spPr>
          <a:xfrm xmlns:a="http://schemas.openxmlformats.org/drawingml/2006/main">
            <a:off x="9456420" y="3295650"/>
            <a:ext cx="201168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050" b="0">
                <a:solidFill>
                  <a:srgbClr val="475569"/>
                </a:solidFill>
                <a:latin typeface="Montserrat"/>
                <a:ea typeface="Montserrat"/>
                <a:cs typeface="Montserrat"/>
              </a:defRPr>
            </a:defPPr>
            <a:lvl1pPr algn="ctr">
              <a:defRPr sz="1050" b="0">
                <a:solidFill>
                  <a:srgbClr val="475569"/>
                </a:solidFill>
                <a:latin typeface="Montserrat"/>
                <a:ea typeface="Montserrat"/>
                <a:cs typeface="Montserrat"/>
              </a:defRPr>
            </a:lvl1pPr>
            <a:lvl2pPr algn="ctr">
              <a:defRPr sz="1050" b="0">
                <a:solidFill>
                  <a:srgbClr val="475569"/>
                </a:solidFill>
                <a:latin typeface="Montserrat"/>
                <a:ea typeface="Montserrat"/>
                <a:cs typeface="Montserrat"/>
              </a:defRPr>
            </a:lvl2pPr>
            <a:lvl3pPr algn="ctr">
              <a:defRPr sz="1050" b="0">
                <a:solidFill>
                  <a:srgbClr val="475569"/>
                </a:solidFill>
                <a:latin typeface="Montserrat"/>
                <a:ea typeface="Montserrat"/>
                <a:cs typeface="Montserrat"/>
              </a:defRPr>
            </a:lvl3pPr>
            <a:lvl4pPr algn="ctr">
              <a:defRPr sz="1050" b="0">
                <a:solidFill>
                  <a:srgbClr val="475569"/>
                </a:solidFill>
                <a:latin typeface="Montserrat"/>
                <a:ea typeface="Montserrat"/>
                <a:cs typeface="Montserrat"/>
              </a:defRPr>
            </a:lvl4pPr>
            <a:lvl5pPr algn="ctr">
              <a:defRPr sz="1050" b="0">
                <a:solidFill>
                  <a:srgbClr val="475569"/>
                </a:solidFill>
                <a:latin typeface="Montserrat"/>
                <a:ea typeface="Montserrat"/>
                <a:cs typeface="Montserrat"/>
              </a:defRPr>
            </a:lvl5pPr>
            <a:lvl6pPr algn="ctr">
              <a:defRPr sz="1050" b="0">
                <a:solidFill>
                  <a:srgbClr val="475569"/>
                </a:solidFill>
                <a:latin typeface="Montserrat"/>
                <a:ea typeface="Montserrat"/>
                <a:cs typeface="Montserrat"/>
              </a:defRPr>
            </a:lvl6pPr>
            <a:lvl7pPr algn="ctr">
              <a:defRPr sz="1050" b="0">
                <a:solidFill>
                  <a:srgbClr val="475569"/>
                </a:solidFill>
                <a:latin typeface="Montserrat"/>
                <a:ea typeface="Montserrat"/>
                <a:cs typeface="Montserrat"/>
              </a:defRPr>
            </a:lvl7pPr>
            <a:lvl8pPr algn="ctr">
              <a:defRPr sz="1050" b="0">
                <a:solidFill>
                  <a:srgbClr val="475569"/>
                </a:solidFill>
                <a:latin typeface="Montserrat"/>
                <a:ea typeface="Montserrat"/>
                <a:cs typeface="Montserrat"/>
              </a:defRPr>
            </a:lvl8pPr>
            <a:lvl9pPr algn="ctr">
              <a:defRPr sz="1050" b="0">
                <a:solidFill>
                  <a:srgbClr val="475569"/>
                </a:solidFill>
                <a:latin typeface="Montserrat"/>
                <a:ea typeface="Montserrat"/>
                <a:cs typeface="Montserrat"/>
              </a:defRPr>
            </a:lvl9pPr>
          </a:lstStyle>
          <a:p xmlns:a="http://schemas.openxmlformats.org/drawingml/2006/main">
            <a:pPr algn="ctr">
              <a:defRPr sz="1050" b="0">
                <a:solidFill>
                  <a:srgbClr val="475569"/>
                </a:solidFill>
                <a:latin typeface="Montserrat"/>
                <a:ea typeface="Montserrat"/>
                <a:cs typeface="Montserrat"/>
              </a:defRPr>
            </a:pPr>
            <a:r>
              <a:rPr sz="1050" b="0">
                <a:solidFill>
                  <a:srgbClr val="475569"/>
                </a:solidFill>
                <a:latin typeface="Montserrat"/>
                <a:ea typeface="Montserrat"/>
                <a:cs typeface="Montserrat"/>
              </a:rPr>
              <a:t>No stale state survives.</a:t>
            </a:r>
          </a:p>
        </p:txBody>
      </p:sp>
      <p:sp>
        <p:nvSpPr>
          <p:cNvPr id="113" name="">
            <a:extLst xmlns:a="http://schemas.openxmlformats.org/drawingml/2006/main">
              <a:ext uri="{FF2B5EF4-FFF2-40B4-BE49-F238E27FC236}">
                <a16:creationId xmlns:a16="http://schemas.microsoft.com/office/drawing/2014/main" id="{E911643A-E152-4A7E-81BD-029B68B97469}"/>
              </a:ext>
            </a:extLst>
          </p:cNvPr>
          <p:cNvSpPr>
            <a:spLocks xmlns:a="http://schemas.openxmlformats.org/drawingml/2006/main" noGrp="1"/>
          </p:cNvSpPr>
          <p:nvPr/>
        </p:nvSpPr>
        <p:spPr>
          <a:xfrm xmlns:a="http://schemas.openxmlformats.org/drawingml/2006/main">
            <a:off x="647700" y="470535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114" name="">
            <a:extLst xmlns:a="http://schemas.openxmlformats.org/drawingml/2006/main">
              <a:ext uri="{FF2B5EF4-FFF2-40B4-BE49-F238E27FC236}">
                <a16:creationId xmlns:a16="http://schemas.microsoft.com/office/drawing/2014/main" id="{AB26EB6A-1647-4C99-A4BD-C5CA87A153C9}"/>
              </a:ext>
            </a:extLst>
          </p:cNvPr>
          <p:cNvSpPr>
            <a:spLocks xmlns:a="http://schemas.openxmlformats.org/drawingml/2006/main" noGrp="1"/>
          </p:cNvSpPr>
          <p:nvPr/>
        </p:nvSpPr>
        <p:spPr>
          <a:xfrm xmlns:a="http://schemas.openxmlformats.org/drawingml/2006/main">
            <a:off x="742950" y="49530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A battle result never places a second automatic mark.</a:t>
            </a:r>
          </a:p>
        </p:txBody>
      </p:sp>
      <p:sp>
        <p:nvSpPr>
          <p:cNvPr id="115" name="">
            <a:extLst xmlns:a="http://schemas.openxmlformats.org/drawingml/2006/main">
              <a:ext uri="{FF2B5EF4-FFF2-40B4-BE49-F238E27FC236}">
                <a16:creationId xmlns:a16="http://schemas.microsoft.com/office/drawing/2014/main" id="{F920F8AC-3E6E-4EA8-95CC-D5778ACB0B54}"/>
              </a:ext>
            </a:extLst>
          </p:cNvPr>
          <p:cNvSpPr>
            <a:spLocks xmlns:a="http://schemas.openxmlformats.org/drawingml/2006/main" noGrp="1"/>
          </p:cNvSpPr>
          <p:nvPr/>
        </p:nvSpPr>
        <p:spPr>
          <a:xfrm xmlns:a="http://schemas.openxmlformats.org/drawingml/2006/main">
            <a:off x="3667125" y="6381750"/>
            <a:ext cx="4857750" cy="0"/>
          </a:xfrm>
          <a:prstGeom xmlns:a="http://schemas.openxmlformats.org/drawingml/2006/main" prst="line">
            <a:avLst/>
          </a:prstGeom>
          <a:noFill xmlns:a="http://schemas.openxmlformats.org/drawingml/2006/main"/>
          <a:ln xmlns:a="http://schemas.openxmlformats.org/drawingml/2006/main" w="5715">
            <a:solidFill>
              <a:srgbClr val="D8E2EF"/>
            </a:solidFill>
            <a:prstDash val="solid"/>
          </a:ln>
        </p:spPr>
      </p:sp>
      <p:sp>
        <p:nvSpPr>
          <p:cNvPr id="116" name="">
            <a:extLst xmlns:a="http://schemas.openxmlformats.org/drawingml/2006/main">
              <a:ext uri="{FF2B5EF4-FFF2-40B4-BE49-F238E27FC236}">
                <a16:creationId xmlns:a16="http://schemas.microsoft.com/office/drawing/2014/main" id="{29CE5C04-6034-404D-8F0F-849A0F82FD90}"/>
              </a:ext>
            </a:extLst>
          </p:cNvPr>
          <p:cNvSpPr>
            <a:spLocks xmlns:a="http://schemas.openxmlformats.org/drawingml/2006/main" noGrp="1"/>
          </p:cNvSpPr>
          <p:nvPr/>
        </p:nvSpPr>
        <p:spPr>
          <a:xfrm xmlns:a="http://schemas.openxmlformats.org/drawingml/2006/main">
            <a:off x="5248275" y="6381750"/>
            <a:ext cx="723900" cy="0"/>
          </a:xfrm>
          <a:prstGeom xmlns:a="http://schemas.openxmlformats.org/drawingml/2006/main" prst="line">
            <a:avLst/>
          </a:prstGeom>
          <a:noFill xmlns:a="http://schemas.openxmlformats.org/drawingml/2006/main"/>
          <a:ln xmlns:a="http://schemas.openxmlformats.org/drawingml/2006/main" w="28575">
            <a:solidFill>
              <a:srgbClr val="EF8B39"/>
            </a:solidFill>
            <a:prstDash val="solid"/>
          </a:ln>
        </p:spPr>
      </p:sp>
      <p:sp>
        <p:nvSpPr>
          <p:cNvPr id="117" name="">
            <a:extLst xmlns:a="http://schemas.openxmlformats.org/drawingml/2006/main">
              <a:ext uri="{FF2B5EF4-FFF2-40B4-BE49-F238E27FC236}">
                <a16:creationId xmlns:a16="http://schemas.microsoft.com/office/drawing/2014/main" id="{8B9ED6BF-68E0-4EA8-AD74-9EFA9AE7BD4B}"/>
              </a:ext>
            </a:extLst>
          </p:cNvPr>
          <p:cNvSpPr>
            <a:spLocks xmlns:a="http://schemas.openxmlformats.org/drawingml/2006/main" noGrp="1"/>
          </p:cNvSpPr>
          <p:nvPr/>
        </p:nvSpPr>
        <p:spPr>
          <a:xfrm xmlns:a="http://schemas.openxmlformats.org/drawingml/2006/main">
            <a:off x="36337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18" name="">
            <a:extLst xmlns:a="http://schemas.openxmlformats.org/drawingml/2006/main">
              <a:ext uri="{FF2B5EF4-FFF2-40B4-BE49-F238E27FC236}">
                <a16:creationId xmlns:a16="http://schemas.microsoft.com/office/drawing/2014/main" id="{81B8C67E-993B-4B16-95E2-F485944F1D4C}"/>
              </a:ext>
            </a:extLst>
          </p:cNvPr>
          <p:cNvSpPr>
            <a:spLocks xmlns:a="http://schemas.openxmlformats.org/drawingml/2006/main" noGrp="1"/>
          </p:cNvSpPr>
          <p:nvPr/>
        </p:nvSpPr>
        <p:spPr>
          <a:xfrm xmlns:a="http://schemas.openxmlformats.org/drawingml/2006/main">
            <a:off x="32670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PLAN</a:t>
            </a:r>
          </a:p>
        </p:txBody>
      </p:sp>
      <p:sp>
        <p:nvSpPr>
          <p:cNvPr id="119" name="">
            <a:extLst xmlns:a="http://schemas.openxmlformats.org/drawingml/2006/main">
              <a:ext uri="{FF2B5EF4-FFF2-40B4-BE49-F238E27FC236}">
                <a16:creationId xmlns:a16="http://schemas.microsoft.com/office/drawing/2014/main" id="{344B44FB-0E3F-4112-99B7-6CCF8B30FD49}"/>
              </a:ext>
            </a:extLst>
          </p:cNvPr>
          <p:cNvSpPr>
            <a:spLocks xmlns:a="http://schemas.openxmlformats.org/drawingml/2006/main" noGrp="1"/>
          </p:cNvSpPr>
          <p:nvPr/>
        </p:nvSpPr>
        <p:spPr>
          <a:xfrm xmlns:a="http://schemas.openxmlformats.org/drawingml/2006/main">
            <a:off x="46053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20" name="">
            <a:extLst xmlns:a="http://schemas.openxmlformats.org/drawingml/2006/main">
              <a:ext uri="{FF2B5EF4-FFF2-40B4-BE49-F238E27FC236}">
                <a16:creationId xmlns:a16="http://schemas.microsoft.com/office/drawing/2014/main" id="{FA54DDA1-BB76-40C7-BA00-DFFCB08EB7A9}"/>
              </a:ext>
            </a:extLst>
          </p:cNvPr>
          <p:cNvSpPr>
            <a:spLocks xmlns:a="http://schemas.openxmlformats.org/drawingml/2006/main" noGrp="1"/>
          </p:cNvSpPr>
          <p:nvPr/>
        </p:nvSpPr>
        <p:spPr>
          <a:xfrm xmlns:a="http://schemas.openxmlformats.org/drawingml/2006/main">
            <a:off x="42386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DESIGN</a:t>
            </a:r>
          </a:p>
        </p:txBody>
      </p:sp>
      <p:sp>
        <p:nvSpPr>
          <p:cNvPr id="121" name="">
            <a:extLst xmlns:a="http://schemas.openxmlformats.org/drawingml/2006/main">
              <a:ext uri="{FF2B5EF4-FFF2-40B4-BE49-F238E27FC236}">
                <a16:creationId xmlns:a16="http://schemas.microsoft.com/office/drawing/2014/main" id="{F4B39D55-F452-4182-8829-D0A725CC5A42}"/>
              </a:ext>
            </a:extLst>
          </p:cNvPr>
          <p:cNvSpPr>
            <a:spLocks xmlns:a="http://schemas.openxmlformats.org/drawingml/2006/main" noGrp="1"/>
          </p:cNvSpPr>
          <p:nvPr/>
        </p:nvSpPr>
        <p:spPr>
          <a:xfrm xmlns:a="http://schemas.openxmlformats.org/drawingml/2006/main">
            <a:off x="5562600" y="6334125"/>
            <a:ext cx="95250" cy="95250"/>
          </a:xfrm>
          <a:prstGeom xmlns:a="http://schemas.openxmlformats.org/drawingml/2006/main" prst="ellipse">
            <a:avLst/>
          </a:prstGeom>
          <a:solidFill xmlns:a="http://schemas.openxmlformats.org/drawingml/2006/main">
            <a:srgbClr val="EF8B39"/>
          </a:solidFill>
          <a:ln xmlns:a="http://schemas.openxmlformats.org/drawingml/2006/main" w="9525">
            <a:solidFill>
              <a:srgbClr val="EF8B39"/>
            </a:solidFill>
            <a:prstDash val="solid"/>
          </a:ln>
        </p:spPr>
      </p:sp>
      <p:sp>
        <p:nvSpPr>
          <p:cNvPr id="122" name="">
            <a:extLst xmlns:a="http://schemas.openxmlformats.org/drawingml/2006/main">
              <a:ext uri="{FF2B5EF4-FFF2-40B4-BE49-F238E27FC236}">
                <a16:creationId xmlns:a16="http://schemas.microsoft.com/office/drawing/2014/main" id="{5E78DA4D-C145-4A03-81AC-78A78155D070}"/>
              </a:ext>
            </a:extLst>
          </p:cNvPr>
          <p:cNvSpPr>
            <a:spLocks xmlns:a="http://schemas.openxmlformats.org/drawingml/2006/main" noGrp="1"/>
          </p:cNvSpPr>
          <p:nvPr/>
        </p:nvSpPr>
        <p:spPr>
          <a:xfrm xmlns:a="http://schemas.openxmlformats.org/drawingml/2006/main">
            <a:off x="52101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1">
                <a:solidFill>
                  <a:srgbClr val="B93800"/>
                </a:solidFill>
                <a:latin typeface="Montserrat"/>
                <a:ea typeface="Montserrat"/>
                <a:cs typeface="Montserrat"/>
              </a:defRPr>
            </a:defPPr>
            <a:lvl1pPr algn="ctr">
              <a:defRPr sz="675" b="1">
                <a:solidFill>
                  <a:srgbClr val="B93800"/>
                </a:solidFill>
                <a:latin typeface="Montserrat"/>
                <a:ea typeface="Montserrat"/>
                <a:cs typeface="Montserrat"/>
              </a:defRPr>
            </a:lvl1pPr>
            <a:lvl2pPr algn="ctr">
              <a:defRPr sz="675" b="1">
                <a:solidFill>
                  <a:srgbClr val="B93800"/>
                </a:solidFill>
                <a:latin typeface="Montserrat"/>
                <a:ea typeface="Montserrat"/>
                <a:cs typeface="Montserrat"/>
              </a:defRPr>
            </a:lvl2pPr>
            <a:lvl3pPr algn="ctr">
              <a:defRPr sz="675" b="1">
                <a:solidFill>
                  <a:srgbClr val="B93800"/>
                </a:solidFill>
                <a:latin typeface="Montserrat"/>
                <a:ea typeface="Montserrat"/>
                <a:cs typeface="Montserrat"/>
              </a:defRPr>
            </a:lvl3pPr>
            <a:lvl4pPr algn="ctr">
              <a:defRPr sz="675" b="1">
                <a:solidFill>
                  <a:srgbClr val="B93800"/>
                </a:solidFill>
                <a:latin typeface="Montserrat"/>
                <a:ea typeface="Montserrat"/>
                <a:cs typeface="Montserrat"/>
              </a:defRPr>
            </a:lvl4pPr>
            <a:lvl5pPr algn="ctr">
              <a:defRPr sz="675" b="1">
                <a:solidFill>
                  <a:srgbClr val="B93800"/>
                </a:solidFill>
                <a:latin typeface="Montserrat"/>
                <a:ea typeface="Montserrat"/>
                <a:cs typeface="Montserrat"/>
              </a:defRPr>
            </a:lvl5pPr>
            <a:lvl6pPr algn="ctr">
              <a:defRPr sz="675" b="1">
                <a:solidFill>
                  <a:srgbClr val="B93800"/>
                </a:solidFill>
                <a:latin typeface="Montserrat"/>
                <a:ea typeface="Montserrat"/>
                <a:cs typeface="Montserrat"/>
              </a:defRPr>
            </a:lvl6pPr>
            <a:lvl7pPr algn="ctr">
              <a:defRPr sz="675" b="1">
                <a:solidFill>
                  <a:srgbClr val="B93800"/>
                </a:solidFill>
                <a:latin typeface="Montserrat"/>
                <a:ea typeface="Montserrat"/>
                <a:cs typeface="Montserrat"/>
              </a:defRPr>
            </a:lvl7pPr>
            <a:lvl8pPr algn="ctr">
              <a:defRPr sz="675" b="1">
                <a:solidFill>
                  <a:srgbClr val="B93800"/>
                </a:solidFill>
                <a:latin typeface="Montserrat"/>
                <a:ea typeface="Montserrat"/>
                <a:cs typeface="Montserrat"/>
              </a:defRPr>
            </a:lvl8pPr>
            <a:lvl9pPr algn="ctr">
              <a:defRPr sz="675" b="1">
                <a:solidFill>
                  <a:srgbClr val="B93800"/>
                </a:solidFill>
                <a:latin typeface="Montserrat"/>
                <a:ea typeface="Montserrat"/>
                <a:cs typeface="Montserrat"/>
              </a:defRPr>
            </a:lvl9pPr>
          </a:lstStyle>
          <a:p xmlns:a="http://schemas.openxmlformats.org/drawingml/2006/main">
            <a:pPr algn="ctr">
              <a:defRPr sz="675" b="1">
                <a:solidFill>
                  <a:srgbClr val="B93800"/>
                </a:solidFill>
                <a:latin typeface="Montserrat"/>
                <a:ea typeface="Montserrat"/>
                <a:cs typeface="Montserrat"/>
              </a:defRPr>
            </a:pPr>
            <a:r>
              <a:rPr sz="675" b="1">
                <a:solidFill>
                  <a:srgbClr val="B93800"/>
                </a:solidFill>
                <a:latin typeface="Montserrat"/>
                <a:ea typeface="Montserrat"/>
                <a:cs typeface="Montserrat"/>
              </a:rPr>
              <a:t>BUILD</a:t>
            </a:r>
          </a:p>
        </p:txBody>
      </p:sp>
      <p:sp>
        <p:nvSpPr>
          <p:cNvPr id="123" name="">
            <a:extLst xmlns:a="http://schemas.openxmlformats.org/drawingml/2006/main">
              <a:ext uri="{FF2B5EF4-FFF2-40B4-BE49-F238E27FC236}">
                <a16:creationId xmlns:a16="http://schemas.microsoft.com/office/drawing/2014/main" id="{EA542C32-D6C0-4B29-B8A2-AE47B9BE10F2}"/>
              </a:ext>
            </a:extLst>
          </p:cNvPr>
          <p:cNvSpPr>
            <a:spLocks xmlns:a="http://schemas.openxmlformats.org/drawingml/2006/main" noGrp="1"/>
          </p:cNvSpPr>
          <p:nvPr/>
        </p:nvSpPr>
        <p:spPr>
          <a:xfrm xmlns:a="http://schemas.openxmlformats.org/drawingml/2006/main">
            <a:off x="65484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24" name="">
            <a:extLst xmlns:a="http://schemas.openxmlformats.org/drawingml/2006/main">
              <a:ext uri="{FF2B5EF4-FFF2-40B4-BE49-F238E27FC236}">
                <a16:creationId xmlns:a16="http://schemas.microsoft.com/office/drawing/2014/main" id="{FD439432-851A-4F6D-86B4-E034A2353C9F}"/>
              </a:ext>
            </a:extLst>
          </p:cNvPr>
          <p:cNvSpPr>
            <a:spLocks xmlns:a="http://schemas.openxmlformats.org/drawingml/2006/main" noGrp="1"/>
          </p:cNvSpPr>
          <p:nvPr/>
        </p:nvSpPr>
        <p:spPr>
          <a:xfrm xmlns:a="http://schemas.openxmlformats.org/drawingml/2006/main">
            <a:off x="61817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TEST</a:t>
            </a:r>
          </a:p>
        </p:txBody>
      </p:sp>
      <p:sp>
        <p:nvSpPr>
          <p:cNvPr id="125" name="">
            <a:extLst xmlns:a="http://schemas.openxmlformats.org/drawingml/2006/main">
              <a:ext uri="{FF2B5EF4-FFF2-40B4-BE49-F238E27FC236}">
                <a16:creationId xmlns:a16="http://schemas.microsoft.com/office/drawing/2014/main" id="{BB844DD2-28DC-404F-BBB0-3C936C8348DD}"/>
              </a:ext>
            </a:extLst>
          </p:cNvPr>
          <p:cNvSpPr>
            <a:spLocks xmlns:a="http://schemas.openxmlformats.org/drawingml/2006/main" noGrp="1"/>
          </p:cNvSpPr>
          <p:nvPr/>
        </p:nvSpPr>
        <p:spPr>
          <a:xfrm xmlns:a="http://schemas.openxmlformats.org/drawingml/2006/main">
            <a:off x="75199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26" name="">
            <a:extLst xmlns:a="http://schemas.openxmlformats.org/drawingml/2006/main">
              <a:ext uri="{FF2B5EF4-FFF2-40B4-BE49-F238E27FC236}">
                <a16:creationId xmlns:a16="http://schemas.microsoft.com/office/drawing/2014/main" id="{45E6D1E0-C625-4BFC-84BF-DF4D7765D4E4}"/>
              </a:ext>
            </a:extLst>
          </p:cNvPr>
          <p:cNvSpPr>
            <a:spLocks xmlns:a="http://schemas.openxmlformats.org/drawingml/2006/main" noGrp="1"/>
          </p:cNvSpPr>
          <p:nvPr/>
        </p:nvSpPr>
        <p:spPr>
          <a:xfrm xmlns:a="http://schemas.openxmlformats.org/drawingml/2006/main">
            <a:off x="71532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DEPLOY</a:t>
            </a:r>
          </a:p>
        </p:txBody>
      </p:sp>
      <p:sp>
        <p:nvSpPr>
          <p:cNvPr id="127" name="">
            <a:extLst xmlns:a="http://schemas.openxmlformats.org/drawingml/2006/main">
              <a:ext uri="{FF2B5EF4-FFF2-40B4-BE49-F238E27FC236}">
                <a16:creationId xmlns:a16="http://schemas.microsoft.com/office/drawing/2014/main" id="{32636ED1-770D-4F9C-8679-A38BCA0FCF38}"/>
              </a:ext>
            </a:extLst>
          </p:cNvPr>
          <p:cNvSpPr>
            <a:spLocks xmlns:a="http://schemas.openxmlformats.org/drawingml/2006/main" noGrp="1"/>
          </p:cNvSpPr>
          <p:nvPr/>
        </p:nvSpPr>
        <p:spPr>
          <a:xfrm xmlns:a="http://schemas.openxmlformats.org/drawingml/2006/main">
            <a:off x="84915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28" name="">
            <a:extLst xmlns:a="http://schemas.openxmlformats.org/drawingml/2006/main">
              <a:ext uri="{FF2B5EF4-FFF2-40B4-BE49-F238E27FC236}">
                <a16:creationId xmlns:a16="http://schemas.microsoft.com/office/drawing/2014/main" id="{93BE7A2E-3F4A-498A-94A6-66D2451CBEA8}"/>
              </a:ext>
            </a:extLst>
          </p:cNvPr>
          <p:cNvSpPr>
            <a:spLocks xmlns:a="http://schemas.openxmlformats.org/drawingml/2006/main" noGrp="1"/>
          </p:cNvSpPr>
          <p:nvPr/>
        </p:nvSpPr>
        <p:spPr>
          <a:xfrm xmlns:a="http://schemas.openxmlformats.org/drawingml/2006/main">
            <a:off x="81248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MAINTAIN</a:t>
            </a:r>
          </a:p>
        </p:txBody>
      </p:sp>
    </p:spTree>
    <p:extLst>
      <p:ext uri="{BB962C8B-B14F-4D97-AF65-F5344CB8AC3E}">
        <p14:creationId xmlns:p14="http://schemas.microsoft.com/office/powerpoint/2010/main" val="1657401644"/>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7DFB0B68-2D4D-4B8B-8169-222CA531C1C9}"/>
              </a:ext>
            </a:extLst>
          </p:cNvPr>
          <p:cNvPicPr>
            <a:picLocks xmlns:a="http://schemas.openxmlformats.org/drawingml/2006/main" noChangeAspect="1"/>
          </p:cNvPicPr>
          <p:nvPr/>
        </p:nvPicPr>
        <p:blipFill>
          <a:blip xmlns:r="http://schemas.openxmlformats.org/officeDocument/2006/relationships" xmlns:a="http://schemas.openxmlformats.org/drawingml/2006/main" r:embed="R42b4ccaa5fd44700"/>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B81208F5-A7FD-4A6E-ADF7-224B1E2B2ADC}"/>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45 / 63</a:t>
            </a:r>
            <a:endParaRPr sz="900"/>
          </a:p>
        </p:txBody>
      </p:sp>
      <p:sp>
        <p:nvSpPr>
          <p:cNvPr id="37" name="">
            <a:extLst xmlns:a="http://schemas.openxmlformats.org/drawingml/2006/main">
              <a:ext uri="{FF2B5EF4-FFF2-40B4-BE49-F238E27FC236}">
                <a16:creationId xmlns:a16="http://schemas.microsoft.com/office/drawing/2014/main" id="{8CB42044-4186-4B28-A036-19116A092DA9}"/>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EF8B39"/>
                </a:solidFill>
                <a:latin typeface="Montserrat"/>
                <a:ea typeface="Montserrat"/>
                <a:cs typeface="Montserrat"/>
              </a:defRPr>
            </a:defPPr>
            <a:lvl1pPr algn="l">
              <a:defRPr sz="1050" b="1">
                <a:solidFill>
                  <a:srgbClr val="EF8B39"/>
                </a:solidFill>
                <a:latin typeface="Montserrat"/>
                <a:ea typeface="Montserrat"/>
                <a:cs typeface="Montserrat"/>
              </a:defRPr>
            </a:lvl1pPr>
            <a:lvl2pPr algn="l">
              <a:defRPr sz="1050" b="1">
                <a:solidFill>
                  <a:srgbClr val="EF8B39"/>
                </a:solidFill>
                <a:latin typeface="Montserrat"/>
                <a:ea typeface="Montserrat"/>
                <a:cs typeface="Montserrat"/>
              </a:defRPr>
            </a:lvl2pPr>
            <a:lvl3pPr algn="l">
              <a:defRPr sz="1050" b="1">
                <a:solidFill>
                  <a:srgbClr val="EF8B39"/>
                </a:solidFill>
                <a:latin typeface="Montserrat"/>
                <a:ea typeface="Montserrat"/>
                <a:cs typeface="Montserrat"/>
              </a:defRPr>
            </a:lvl3pPr>
            <a:lvl4pPr algn="l">
              <a:defRPr sz="1050" b="1">
                <a:solidFill>
                  <a:srgbClr val="EF8B39"/>
                </a:solidFill>
                <a:latin typeface="Montserrat"/>
                <a:ea typeface="Montserrat"/>
                <a:cs typeface="Montserrat"/>
              </a:defRPr>
            </a:lvl4pPr>
            <a:lvl5pPr algn="l">
              <a:defRPr sz="1050" b="1">
                <a:solidFill>
                  <a:srgbClr val="EF8B39"/>
                </a:solidFill>
                <a:latin typeface="Montserrat"/>
                <a:ea typeface="Montserrat"/>
                <a:cs typeface="Montserrat"/>
              </a:defRPr>
            </a:lvl5pPr>
            <a:lvl6pPr algn="l">
              <a:defRPr sz="1050" b="1">
                <a:solidFill>
                  <a:srgbClr val="EF8B39"/>
                </a:solidFill>
                <a:latin typeface="Montserrat"/>
                <a:ea typeface="Montserrat"/>
                <a:cs typeface="Montserrat"/>
              </a:defRPr>
            </a:lvl6pPr>
            <a:lvl7pPr algn="l">
              <a:defRPr sz="1050" b="1">
                <a:solidFill>
                  <a:srgbClr val="EF8B39"/>
                </a:solidFill>
                <a:latin typeface="Montserrat"/>
                <a:ea typeface="Montserrat"/>
                <a:cs typeface="Montserrat"/>
              </a:defRPr>
            </a:lvl7pPr>
            <a:lvl8pPr algn="l">
              <a:defRPr sz="1050" b="1">
                <a:solidFill>
                  <a:srgbClr val="EF8B39"/>
                </a:solidFill>
                <a:latin typeface="Montserrat"/>
                <a:ea typeface="Montserrat"/>
                <a:cs typeface="Montserrat"/>
              </a:defRPr>
            </a:lvl8pPr>
            <a:lvl9pPr algn="l">
              <a:defRPr sz="1050" b="1">
                <a:solidFill>
                  <a:srgbClr val="EF8B39"/>
                </a:solidFill>
                <a:latin typeface="Montserrat"/>
                <a:ea typeface="Montserrat"/>
                <a:cs typeface="Montserrat"/>
              </a:defRPr>
            </a:lvl9pPr>
          </a:lstStyle>
          <a:p xmlns:a="http://schemas.openxmlformats.org/drawingml/2006/main">
            <a:pPr algn="l">
              <a:defRPr sz="1050" b="1">
                <a:solidFill>
                  <a:srgbClr val="EF8B39"/>
                </a:solidFill>
                <a:latin typeface="Montserrat"/>
                <a:ea typeface="Montserrat"/>
                <a:cs typeface="Montserrat"/>
              </a:defRPr>
            </a:pPr>
            <a:r>
              <a:rPr sz="1050" b="1">
                <a:solidFill>
                  <a:srgbClr val="EF8B39"/>
                </a:solidFill>
                <a:latin typeface="Montserrat"/>
                <a:ea typeface="Montserrat"/>
                <a:cs typeface="Montserrat"/>
              </a:rPr>
              <a:t>// EXERCISE 2 · TEST</a:t>
            </a:r>
          </a:p>
        </p:txBody>
      </p:sp>
      <p:sp>
        <p:nvSpPr>
          <p:cNvPr id="38" name="">
            <a:extLst xmlns:a="http://schemas.openxmlformats.org/drawingml/2006/main">
              <a:ext uri="{FF2B5EF4-FFF2-40B4-BE49-F238E27FC236}">
                <a16:creationId xmlns:a16="http://schemas.microsoft.com/office/drawing/2014/main" id="{29F57275-15C8-422A-AE69-9E966EAC3EFE}"/>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B93800"/>
                </a:solidFill>
                <a:latin typeface="Montserrat"/>
                <a:ea typeface="Montserrat"/>
                <a:cs typeface="Montserrat"/>
              </a:defRPr>
            </a:defPPr>
            <a:lvl1pPr algn="r">
              <a:defRPr sz="900" b="0">
                <a:solidFill>
                  <a:srgbClr val="B93800"/>
                </a:solidFill>
                <a:latin typeface="Montserrat"/>
                <a:ea typeface="Montserrat"/>
                <a:cs typeface="Montserrat"/>
              </a:defRPr>
            </a:lvl1pPr>
            <a:lvl2pPr algn="r">
              <a:defRPr sz="900" b="0">
                <a:solidFill>
                  <a:srgbClr val="B93800"/>
                </a:solidFill>
                <a:latin typeface="Montserrat"/>
                <a:ea typeface="Montserrat"/>
                <a:cs typeface="Montserrat"/>
              </a:defRPr>
            </a:lvl2pPr>
            <a:lvl3pPr algn="r">
              <a:defRPr sz="900" b="0">
                <a:solidFill>
                  <a:srgbClr val="B93800"/>
                </a:solidFill>
                <a:latin typeface="Montserrat"/>
                <a:ea typeface="Montserrat"/>
                <a:cs typeface="Montserrat"/>
              </a:defRPr>
            </a:lvl3pPr>
            <a:lvl4pPr algn="r">
              <a:defRPr sz="900" b="0">
                <a:solidFill>
                  <a:srgbClr val="B93800"/>
                </a:solidFill>
                <a:latin typeface="Montserrat"/>
                <a:ea typeface="Montserrat"/>
                <a:cs typeface="Montserrat"/>
              </a:defRPr>
            </a:lvl4pPr>
            <a:lvl5pPr algn="r">
              <a:defRPr sz="900" b="0">
                <a:solidFill>
                  <a:srgbClr val="B93800"/>
                </a:solidFill>
                <a:latin typeface="Montserrat"/>
                <a:ea typeface="Montserrat"/>
                <a:cs typeface="Montserrat"/>
              </a:defRPr>
            </a:lvl5pPr>
            <a:lvl6pPr algn="r">
              <a:defRPr sz="900" b="0">
                <a:solidFill>
                  <a:srgbClr val="B93800"/>
                </a:solidFill>
                <a:latin typeface="Montserrat"/>
                <a:ea typeface="Montserrat"/>
                <a:cs typeface="Montserrat"/>
              </a:defRPr>
            </a:lvl6pPr>
            <a:lvl7pPr algn="r">
              <a:defRPr sz="900" b="0">
                <a:solidFill>
                  <a:srgbClr val="B93800"/>
                </a:solidFill>
                <a:latin typeface="Montserrat"/>
                <a:ea typeface="Montserrat"/>
                <a:cs typeface="Montserrat"/>
              </a:defRPr>
            </a:lvl7pPr>
            <a:lvl8pPr algn="r">
              <a:defRPr sz="900" b="0">
                <a:solidFill>
                  <a:srgbClr val="B93800"/>
                </a:solidFill>
                <a:latin typeface="Montserrat"/>
                <a:ea typeface="Montserrat"/>
                <a:cs typeface="Montserrat"/>
              </a:defRPr>
            </a:lvl8pPr>
            <a:lvl9pPr algn="r">
              <a:defRPr sz="900" b="0">
                <a:solidFill>
                  <a:srgbClr val="B93800"/>
                </a:solidFill>
                <a:latin typeface="Montserrat"/>
                <a:ea typeface="Montserrat"/>
                <a:cs typeface="Montserrat"/>
              </a:defRPr>
            </a:lvl9pPr>
          </a:lstStyle>
          <a:p xmlns:a="http://schemas.openxmlformats.org/drawingml/2006/main">
            <a:pPr algn="r">
              <a:defRPr sz="900" b="0">
                <a:solidFill>
                  <a:srgbClr val="B93800"/>
                </a:solidFill>
                <a:latin typeface="Montserrat"/>
                <a:ea typeface="Montserrat"/>
                <a:cs typeface="Montserrat"/>
              </a:defRPr>
            </a:pPr>
            <a:r>
              <a:rPr sz="900" b="0">
                <a:solidFill>
                  <a:srgbClr val="B93800"/>
                </a:solidFill>
                <a:latin typeface="Montserrat"/>
                <a:ea typeface="Montserrat"/>
                <a:cs typeface="Montserrat"/>
              </a:rPr>
              <a:t>3:00–4:30</a:t>
            </a:r>
          </a:p>
        </p:txBody>
      </p:sp>
      <p:sp>
        <p:nvSpPr>
          <p:cNvPr id="39" name="">
            <a:extLst xmlns:a="http://schemas.openxmlformats.org/drawingml/2006/main">
              <a:ext uri="{FF2B5EF4-FFF2-40B4-BE49-F238E27FC236}">
                <a16:creationId xmlns:a16="http://schemas.microsoft.com/office/drawing/2014/main" id="{DFA418BA-36D1-46F3-8A50-7D57F3A8D99D}"/>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Test the whole game</a:t>
            </a:r>
          </a:p>
        </p:txBody>
      </p:sp>
      <p:sp>
        <p:nvSpPr>
          <p:cNvPr id="40" name="">
            <a:extLst xmlns:a="http://schemas.openxmlformats.org/drawingml/2006/main">
              <a:ext uri="{FF2B5EF4-FFF2-40B4-BE49-F238E27FC236}">
                <a16:creationId xmlns:a16="http://schemas.microsoft.com/office/drawing/2014/main" id="{94B87593-3F16-47F1-924B-167118D9A198}"/>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PASSED · FAILED · NOT TESTED</a:t>
            </a:r>
          </a:p>
        </p:txBody>
      </p:sp>
      <p:sp>
        <p:nvSpPr>
          <p:cNvPr id="41" name="">
            <a:extLst xmlns:a="http://schemas.openxmlformats.org/drawingml/2006/main">
              <a:ext uri="{FF2B5EF4-FFF2-40B4-BE49-F238E27FC236}">
                <a16:creationId xmlns:a16="http://schemas.microsoft.com/office/drawing/2014/main" id="{67CE4573-3DCD-4880-B5BD-9BE68101C346}"/>
              </a:ext>
            </a:extLst>
          </p:cNvPr>
          <p:cNvSpPr>
            <a:spLocks xmlns:a="http://schemas.openxmlformats.org/drawingml/2006/main" noGrp="1"/>
          </p:cNvSpPr>
          <p:nvPr/>
        </p:nvSpPr>
        <p:spPr>
          <a:xfrm xmlns:a="http://schemas.openxmlformats.org/drawingml/2006/main">
            <a:off x="647700" y="2009775"/>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42" name="">
            <a:extLst xmlns:a="http://schemas.openxmlformats.org/drawingml/2006/main">
              <a:ext uri="{FF2B5EF4-FFF2-40B4-BE49-F238E27FC236}">
                <a16:creationId xmlns:a16="http://schemas.microsoft.com/office/drawing/2014/main" id="{3CB33524-4DBD-4A57-86BD-FB63B64A7564}"/>
              </a:ext>
            </a:extLst>
          </p:cNvPr>
          <p:cNvSpPr>
            <a:spLocks xmlns:a="http://schemas.openxmlformats.org/drawingml/2006/main" noGrp="1"/>
          </p:cNvSpPr>
          <p:nvPr/>
        </p:nvSpPr>
        <p:spPr>
          <a:xfrm xmlns:a="http://schemas.openxmlformats.org/drawingml/2006/main">
            <a:off x="742950" y="23812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EF8B39"/>
                </a:solidFill>
                <a:latin typeface="Courier New"/>
                <a:ea typeface="Courier New"/>
                <a:cs typeface="Courier New"/>
              </a:defRPr>
            </a:defPPr>
            <a:lvl1pPr algn="l">
              <a:defRPr sz="900" b="0">
                <a:solidFill>
                  <a:srgbClr val="EF8B39"/>
                </a:solidFill>
                <a:latin typeface="Courier New"/>
                <a:ea typeface="Courier New"/>
                <a:cs typeface="Courier New"/>
              </a:defRPr>
            </a:lvl1pPr>
            <a:lvl2pPr algn="l">
              <a:defRPr sz="900" b="0">
                <a:solidFill>
                  <a:srgbClr val="EF8B39"/>
                </a:solidFill>
                <a:latin typeface="Courier New"/>
                <a:ea typeface="Courier New"/>
                <a:cs typeface="Courier New"/>
              </a:defRPr>
            </a:lvl2pPr>
            <a:lvl3pPr algn="l">
              <a:defRPr sz="900" b="0">
                <a:solidFill>
                  <a:srgbClr val="EF8B39"/>
                </a:solidFill>
                <a:latin typeface="Courier New"/>
                <a:ea typeface="Courier New"/>
                <a:cs typeface="Courier New"/>
              </a:defRPr>
            </a:lvl3pPr>
            <a:lvl4pPr algn="l">
              <a:defRPr sz="900" b="0">
                <a:solidFill>
                  <a:srgbClr val="EF8B39"/>
                </a:solidFill>
                <a:latin typeface="Courier New"/>
                <a:ea typeface="Courier New"/>
                <a:cs typeface="Courier New"/>
              </a:defRPr>
            </a:lvl4pPr>
            <a:lvl5pPr algn="l">
              <a:defRPr sz="900" b="0">
                <a:solidFill>
                  <a:srgbClr val="EF8B39"/>
                </a:solidFill>
                <a:latin typeface="Courier New"/>
                <a:ea typeface="Courier New"/>
                <a:cs typeface="Courier New"/>
              </a:defRPr>
            </a:lvl5pPr>
            <a:lvl6pPr algn="l">
              <a:defRPr sz="900" b="0">
                <a:solidFill>
                  <a:srgbClr val="EF8B39"/>
                </a:solidFill>
                <a:latin typeface="Courier New"/>
                <a:ea typeface="Courier New"/>
                <a:cs typeface="Courier New"/>
              </a:defRPr>
            </a:lvl6pPr>
            <a:lvl7pPr algn="l">
              <a:defRPr sz="900" b="0">
                <a:solidFill>
                  <a:srgbClr val="EF8B39"/>
                </a:solidFill>
                <a:latin typeface="Courier New"/>
                <a:ea typeface="Courier New"/>
                <a:cs typeface="Courier New"/>
              </a:defRPr>
            </a:lvl7pPr>
            <a:lvl8pPr algn="l">
              <a:defRPr sz="900" b="0">
                <a:solidFill>
                  <a:srgbClr val="EF8B39"/>
                </a:solidFill>
                <a:latin typeface="Courier New"/>
                <a:ea typeface="Courier New"/>
                <a:cs typeface="Courier New"/>
              </a:defRPr>
            </a:lvl8pPr>
            <a:lvl9pPr algn="l">
              <a:defRPr sz="900" b="0">
                <a:solidFill>
                  <a:srgbClr val="EF8B39"/>
                </a:solidFill>
                <a:latin typeface="Courier New"/>
                <a:ea typeface="Courier New"/>
                <a:cs typeface="Courier New"/>
              </a:defRPr>
            </a:lvl9pPr>
          </a:lstStyle>
          <a:p xmlns:a="http://schemas.openxmlformats.org/drawingml/2006/main">
            <a:pPr algn="l">
              <a:defRPr sz="900" b="0">
                <a:solidFill>
                  <a:srgbClr val="EF8B39"/>
                </a:solidFill>
                <a:latin typeface="Courier New"/>
                <a:ea typeface="Courier New"/>
                <a:cs typeface="Courier New"/>
              </a:defRPr>
            </a:pPr>
            <a:r>
              <a:rPr sz="900" b="0">
                <a:solidFill>
                  <a:srgbClr val="EF8B39"/>
                </a:solidFill>
                <a:latin typeface="Courier New"/>
                <a:ea typeface="Courier New"/>
                <a:cs typeface="Courier New"/>
              </a:rPr>
              <a:t>01</a:t>
            </a:r>
          </a:p>
        </p:txBody>
      </p:sp>
      <p:sp>
        <p:nvSpPr>
          <p:cNvPr id="43" name="">
            <a:extLst xmlns:a="http://schemas.openxmlformats.org/drawingml/2006/main">
              <a:ext uri="{FF2B5EF4-FFF2-40B4-BE49-F238E27FC236}">
                <a16:creationId xmlns:a16="http://schemas.microsoft.com/office/drawing/2014/main" id="{18A73103-0E05-4052-8EDC-16EAE12B009E}"/>
              </a:ext>
            </a:extLst>
          </p:cNvPr>
          <p:cNvSpPr>
            <a:spLocks xmlns:a="http://schemas.openxmlformats.org/drawingml/2006/main" noGrp="1"/>
          </p:cNvSpPr>
          <p:nvPr/>
        </p:nvSpPr>
        <p:spPr>
          <a:xfrm xmlns:a="http://schemas.openxmlformats.org/drawingml/2006/main">
            <a:off x="1352550" y="2352675"/>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A round does not begin before Start</a:t>
            </a:r>
          </a:p>
        </p:txBody>
      </p:sp>
      <p:sp>
        <p:nvSpPr>
          <p:cNvPr id="44" name="">
            <a:extLst xmlns:a="http://schemas.openxmlformats.org/drawingml/2006/main">
              <a:ext uri="{FF2B5EF4-FFF2-40B4-BE49-F238E27FC236}">
                <a16:creationId xmlns:a16="http://schemas.microsoft.com/office/drawing/2014/main" id="{0AB18077-67E5-4D32-822A-09397550BB20}"/>
              </a:ext>
            </a:extLst>
          </p:cNvPr>
          <p:cNvSpPr>
            <a:spLocks xmlns:a="http://schemas.openxmlformats.org/drawingml/2006/main" noGrp="1"/>
          </p:cNvSpPr>
          <p:nvPr/>
        </p:nvSpPr>
        <p:spPr>
          <a:xfrm xmlns:a="http://schemas.openxmlformats.org/drawingml/2006/main">
            <a:off x="742950" y="29718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EF8B39"/>
                </a:solidFill>
                <a:latin typeface="Courier New"/>
                <a:ea typeface="Courier New"/>
                <a:cs typeface="Courier New"/>
              </a:defRPr>
            </a:defPPr>
            <a:lvl1pPr algn="l">
              <a:defRPr sz="900" b="0">
                <a:solidFill>
                  <a:srgbClr val="EF8B39"/>
                </a:solidFill>
                <a:latin typeface="Courier New"/>
                <a:ea typeface="Courier New"/>
                <a:cs typeface="Courier New"/>
              </a:defRPr>
            </a:lvl1pPr>
            <a:lvl2pPr algn="l">
              <a:defRPr sz="900" b="0">
                <a:solidFill>
                  <a:srgbClr val="EF8B39"/>
                </a:solidFill>
                <a:latin typeface="Courier New"/>
                <a:ea typeface="Courier New"/>
                <a:cs typeface="Courier New"/>
              </a:defRPr>
            </a:lvl2pPr>
            <a:lvl3pPr algn="l">
              <a:defRPr sz="900" b="0">
                <a:solidFill>
                  <a:srgbClr val="EF8B39"/>
                </a:solidFill>
                <a:latin typeface="Courier New"/>
                <a:ea typeface="Courier New"/>
                <a:cs typeface="Courier New"/>
              </a:defRPr>
            </a:lvl3pPr>
            <a:lvl4pPr algn="l">
              <a:defRPr sz="900" b="0">
                <a:solidFill>
                  <a:srgbClr val="EF8B39"/>
                </a:solidFill>
                <a:latin typeface="Courier New"/>
                <a:ea typeface="Courier New"/>
                <a:cs typeface="Courier New"/>
              </a:defRPr>
            </a:lvl4pPr>
            <a:lvl5pPr algn="l">
              <a:defRPr sz="900" b="0">
                <a:solidFill>
                  <a:srgbClr val="EF8B39"/>
                </a:solidFill>
                <a:latin typeface="Courier New"/>
                <a:ea typeface="Courier New"/>
                <a:cs typeface="Courier New"/>
              </a:defRPr>
            </a:lvl5pPr>
            <a:lvl6pPr algn="l">
              <a:defRPr sz="900" b="0">
                <a:solidFill>
                  <a:srgbClr val="EF8B39"/>
                </a:solidFill>
                <a:latin typeface="Courier New"/>
                <a:ea typeface="Courier New"/>
                <a:cs typeface="Courier New"/>
              </a:defRPr>
            </a:lvl6pPr>
            <a:lvl7pPr algn="l">
              <a:defRPr sz="900" b="0">
                <a:solidFill>
                  <a:srgbClr val="EF8B39"/>
                </a:solidFill>
                <a:latin typeface="Courier New"/>
                <a:ea typeface="Courier New"/>
                <a:cs typeface="Courier New"/>
              </a:defRPr>
            </a:lvl7pPr>
            <a:lvl8pPr algn="l">
              <a:defRPr sz="900" b="0">
                <a:solidFill>
                  <a:srgbClr val="EF8B39"/>
                </a:solidFill>
                <a:latin typeface="Courier New"/>
                <a:ea typeface="Courier New"/>
                <a:cs typeface="Courier New"/>
              </a:defRPr>
            </a:lvl8pPr>
            <a:lvl9pPr algn="l">
              <a:defRPr sz="900" b="0">
                <a:solidFill>
                  <a:srgbClr val="EF8B39"/>
                </a:solidFill>
                <a:latin typeface="Courier New"/>
                <a:ea typeface="Courier New"/>
                <a:cs typeface="Courier New"/>
              </a:defRPr>
            </a:lvl9pPr>
          </a:lstStyle>
          <a:p xmlns:a="http://schemas.openxmlformats.org/drawingml/2006/main">
            <a:pPr algn="l">
              <a:defRPr sz="900" b="0">
                <a:solidFill>
                  <a:srgbClr val="EF8B39"/>
                </a:solidFill>
                <a:latin typeface="Courier New"/>
                <a:ea typeface="Courier New"/>
                <a:cs typeface="Courier New"/>
              </a:defRPr>
            </a:pPr>
            <a:r>
              <a:rPr sz="900" b="0">
                <a:solidFill>
                  <a:srgbClr val="EF8B39"/>
                </a:solidFill>
                <a:latin typeface="Courier New"/>
                <a:ea typeface="Courier New"/>
                <a:cs typeface="Courier New"/>
              </a:rPr>
              <a:t>02</a:t>
            </a:r>
          </a:p>
        </p:txBody>
      </p:sp>
      <p:sp>
        <p:nvSpPr>
          <p:cNvPr id="45" name="">
            <a:extLst xmlns:a="http://schemas.openxmlformats.org/drawingml/2006/main">
              <a:ext uri="{FF2B5EF4-FFF2-40B4-BE49-F238E27FC236}">
                <a16:creationId xmlns:a16="http://schemas.microsoft.com/office/drawing/2014/main" id="{DCB491CE-B345-458D-AE2E-AF473187219A}"/>
              </a:ext>
            </a:extLst>
          </p:cNvPr>
          <p:cNvSpPr>
            <a:spLocks xmlns:a="http://schemas.openxmlformats.org/drawingml/2006/main" noGrp="1"/>
          </p:cNvSpPr>
          <p:nvPr/>
        </p:nvSpPr>
        <p:spPr>
          <a:xfrm xmlns:a="http://schemas.openxmlformats.org/drawingml/2006/main">
            <a:off x="1352550" y="2943225"/>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One answer causes one damage event and one battle resolves one square</a:t>
            </a:r>
          </a:p>
        </p:txBody>
      </p:sp>
      <p:sp>
        <p:nvSpPr>
          <p:cNvPr id="46" name="">
            <a:extLst xmlns:a="http://schemas.openxmlformats.org/drawingml/2006/main">
              <a:ext uri="{FF2B5EF4-FFF2-40B4-BE49-F238E27FC236}">
                <a16:creationId xmlns:a16="http://schemas.microsoft.com/office/drawing/2014/main" id="{7B3EB641-3A74-49BD-B14A-2A89C039628A}"/>
              </a:ext>
            </a:extLst>
          </p:cNvPr>
          <p:cNvSpPr>
            <a:spLocks xmlns:a="http://schemas.openxmlformats.org/drawingml/2006/main" noGrp="1"/>
          </p:cNvSpPr>
          <p:nvPr/>
        </p:nvSpPr>
        <p:spPr>
          <a:xfrm xmlns:a="http://schemas.openxmlformats.org/drawingml/2006/main">
            <a:off x="742950" y="35623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EF8B39"/>
                </a:solidFill>
                <a:latin typeface="Courier New"/>
                <a:ea typeface="Courier New"/>
                <a:cs typeface="Courier New"/>
              </a:defRPr>
            </a:defPPr>
            <a:lvl1pPr algn="l">
              <a:defRPr sz="900" b="0">
                <a:solidFill>
                  <a:srgbClr val="EF8B39"/>
                </a:solidFill>
                <a:latin typeface="Courier New"/>
                <a:ea typeface="Courier New"/>
                <a:cs typeface="Courier New"/>
              </a:defRPr>
            </a:lvl1pPr>
            <a:lvl2pPr algn="l">
              <a:defRPr sz="900" b="0">
                <a:solidFill>
                  <a:srgbClr val="EF8B39"/>
                </a:solidFill>
                <a:latin typeface="Courier New"/>
                <a:ea typeface="Courier New"/>
                <a:cs typeface="Courier New"/>
              </a:defRPr>
            </a:lvl2pPr>
            <a:lvl3pPr algn="l">
              <a:defRPr sz="900" b="0">
                <a:solidFill>
                  <a:srgbClr val="EF8B39"/>
                </a:solidFill>
                <a:latin typeface="Courier New"/>
                <a:ea typeface="Courier New"/>
                <a:cs typeface="Courier New"/>
              </a:defRPr>
            </a:lvl3pPr>
            <a:lvl4pPr algn="l">
              <a:defRPr sz="900" b="0">
                <a:solidFill>
                  <a:srgbClr val="EF8B39"/>
                </a:solidFill>
                <a:latin typeface="Courier New"/>
                <a:ea typeface="Courier New"/>
                <a:cs typeface="Courier New"/>
              </a:defRPr>
            </a:lvl4pPr>
            <a:lvl5pPr algn="l">
              <a:defRPr sz="900" b="0">
                <a:solidFill>
                  <a:srgbClr val="EF8B39"/>
                </a:solidFill>
                <a:latin typeface="Courier New"/>
                <a:ea typeface="Courier New"/>
                <a:cs typeface="Courier New"/>
              </a:defRPr>
            </a:lvl5pPr>
            <a:lvl6pPr algn="l">
              <a:defRPr sz="900" b="0">
                <a:solidFill>
                  <a:srgbClr val="EF8B39"/>
                </a:solidFill>
                <a:latin typeface="Courier New"/>
                <a:ea typeface="Courier New"/>
                <a:cs typeface="Courier New"/>
              </a:defRPr>
            </a:lvl6pPr>
            <a:lvl7pPr algn="l">
              <a:defRPr sz="900" b="0">
                <a:solidFill>
                  <a:srgbClr val="EF8B39"/>
                </a:solidFill>
                <a:latin typeface="Courier New"/>
                <a:ea typeface="Courier New"/>
                <a:cs typeface="Courier New"/>
              </a:defRPr>
            </a:lvl7pPr>
            <a:lvl8pPr algn="l">
              <a:defRPr sz="900" b="0">
                <a:solidFill>
                  <a:srgbClr val="EF8B39"/>
                </a:solidFill>
                <a:latin typeface="Courier New"/>
                <a:ea typeface="Courier New"/>
                <a:cs typeface="Courier New"/>
              </a:defRPr>
            </a:lvl8pPr>
            <a:lvl9pPr algn="l">
              <a:defRPr sz="900" b="0">
                <a:solidFill>
                  <a:srgbClr val="EF8B39"/>
                </a:solidFill>
                <a:latin typeface="Courier New"/>
                <a:ea typeface="Courier New"/>
                <a:cs typeface="Courier New"/>
              </a:defRPr>
            </a:lvl9pPr>
          </a:lstStyle>
          <a:p xmlns:a="http://schemas.openxmlformats.org/drawingml/2006/main">
            <a:pPr algn="l">
              <a:defRPr sz="900" b="0">
                <a:solidFill>
                  <a:srgbClr val="EF8B39"/>
                </a:solidFill>
                <a:latin typeface="Courier New"/>
                <a:ea typeface="Courier New"/>
                <a:cs typeface="Courier New"/>
              </a:defRPr>
            </a:pPr>
            <a:r>
              <a:rPr sz="900" b="0">
                <a:solidFill>
                  <a:srgbClr val="EF8B39"/>
                </a:solidFill>
                <a:latin typeface="Courier New"/>
                <a:ea typeface="Courier New"/>
                <a:cs typeface="Courier New"/>
              </a:rPr>
              <a:t>03</a:t>
            </a:r>
          </a:p>
        </p:txBody>
      </p:sp>
      <p:sp>
        <p:nvSpPr>
          <p:cNvPr id="47" name="">
            <a:extLst xmlns:a="http://schemas.openxmlformats.org/drawingml/2006/main">
              <a:ext uri="{FF2B5EF4-FFF2-40B4-BE49-F238E27FC236}">
                <a16:creationId xmlns:a16="http://schemas.microsoft.com/office/drawing/2014/main" id="{B7638954-DEC2-4F2F-9EEA-11604EE82D11}"/>
              </a:ext>
            </a:extLst>
          </p:cNvPr>
          <p:cNvSpPr>
            <a:spLocks xmlns:a="http://schemas.openxmlformats.org/drawingml/2006/main" noGrp="1"/>
          </p:cNvSpPr>
          <p:nvPr/>
        </p:nvSpPr>
        <p:spPr>
          <a:xfrm xmlns:a="http://schemas.openxmlformats.org/drawingml/2006/main">
            <a:off x="1352550" y="3533775"/>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X lines, O lines, and a full-board draw end correctly</a:t>
            </a:r>
          </a:p>
        </p:txBody>
      </p:sp>
      <p:sp>
        <p:nvSpPr>
          <p:cNvPr id="48" name="">
            <a:extLst xmlns:a="http://schemas.openxmlformats.org/drawingml/2006/main">
              <a:ext uri="{FF2B5EF4-FFF2-40B4-BE49-F238E27FC236}">
                <a16:creationId xmlns:a16="http://schemas.microsoft.com/office/drawing/2014/main" id="{81B1F450-AA93-4DC0-8190-EAA422CEB275}"/>
              </a:ext>
            </a:extLst>
          </p:cNvPr>
          <p:cNvSpPr>
            <a:spLocks xmlns:a="http://schemas.openxmlformats.org/drawingml/2006/main" noGrp="1"/>
          </p:cNvSpPr>
          <p:nvPr/>
        </p:nvSpPr>
        <p:spPr>
          <a:xfrm xmlns:a="http://schemas.openxmlformats.org/drawingml/2006/main">
            <a:off x="742950" y="41529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EF8B39"/>
                </a:solidFill>
                <a:latin typeface="Courier New"/>
                <a:ea typeface="Courier New"/>
                <a:cs typeface="Courier New"/>
              </a:defRPr>
            </a:defPPr>
            <a:lvl1pPr algn="l">
              <a:defRPr sz="900" b="0">
                <a:solidFill>
                  <a:srgbClr val="EF8B39"/>
                </a:solidFill>
                <a:latin typeface="Courier New"/>
                <a:ea typeface="Courier New"/>
                <a:cs typeface="Courier New"/>
              </a:defRPr>
            </a:lvl1pPr>
            <a:lvl2pPr algn="l">
              <a:defRPr sz="900" b="0">
                <a:solidFill>
                  <a:srgbClr val="EF8B39"/>
                </a:solidFill>
                <a:latin typeface="Courier New"/>
                <a:ea typeface="Courier New"/>
                <a:cs typeface="Courier New"/>
              </a:defRPr>
            </a:lvl2pPr>
            <a:lvl3pPr algn="l">
              <a:defRPr sz="900" b="0">
                <a:solidFill>
                  <a:srgbClr val="EF8B39"/>
                </a:solidFill>
                <a:latin typeface="Courier New"/>
                <a:ea typeface="Courier New"/>
                <a:cs typeface="Courier New"/>
              </a:defRPr>
            </a:lvl3pPr>
            <a:lvl4pPr algn="l">
              <a:defRPr sz="900" b="0">
                <a:solidFill>
                  <a:srgbClr val="EF8B39"/>
                </a:solidFill>
                <a:latin typeface="Courier New"/>
                <a:ea typeface="Courier New"/>
                <a:cs typeface="Courier New"/>
              </a:defRPr>
            </a:lvl4pPr>
            <a:lvl5pPr algn="l">
              <a:defRPr sz="900" b="0">
                <a:solidFill>
                  <a:srgbClr val="EF8B39"/>
                </a:solidFill>
                <a:latin typeface="Courier New"/>
                <a:ea typeface="Courier New"/>
                <a:cs typeface="Courier New"/>
              </a:defRPr>
            </a:lvl5pPr>
            <a:lvl6pPr algn="l">
              <a:defRPr sz="900" b="0">
                <a:solidFill>
                  <a:srgbClr val="EF8B39"/>
                </a:solidFill>
                <a:latin typeface="Courier New"/>
                <a:ea typeface="Courier New"/>
                <a:cs typeface="Courier New"/>
              </a:defRPr>
            </a:lvl6pPr>
            <a:lvl7pPr algn="l">
              <a:defRPr sz="900" b="0">
                <a:solidFill>
                  <a:srgbClr val="EF8B39"/>
                </a:solidFill>
                <a:latin typeface="Courier New"/>
                <a:ea typeface="Courier New"/>
                <a:cs typeface="Courier New"/>
              </a:defRPr>
            </a:lvl7pPr>
            <a:lvl8pPr algn="l">
              <a:defRPr sz="900" b="0">
                <a:solidFill>
                  <a:srgbClr val="EF8B39"/>
                </a:solidFill>
                <a:latin typeface="Courier New"/>
                <a:ea typeface="Courier New"/>
                <a:cs typeface="Courier New"/>
              </a:defRPr>
            </a:lvl8pPr>
            <a:lvl9pPr algn="l">
              <a:defRPr sz="900" b="0">
                <a:solidFill>
                  <a:srgbClr val="EF8B39"/>
                </a:solidFill>
                <a:latin typeface="Courier New"/>
                <a:ea typeface="Courier New"/>
                <a:cs typeface="Courier New"/>
              </a:defRPr>
            </a:lvl9pPr>
          </a:lstStyle>
          <a:p xmlns:a="http://schemas.openxmlformats.org/drawingml/2006/main">
            <a:pPr algn="l">
              <a:defRPr sz="900" b="0">
                <a:solidFill>
                  <a:srgbClr val="EF8B39"/>
                </a:solidFill>
                <a:latin typeface="Courier New"/>
                <a:ea typeface="Courier New"/>
                <a:cs typeface="Courier New"/>
              </a:defRPr>
            </a:pPr>
            <a:r>
              <a:rPr sz="900" b="0">
                <a:solidFill>
                  <a:srgbClr val="EF8B39"/>
                </a:solidFill>
                <a:latin typeface="Courier New"/>
                <a:ea typeface="Courier New"/>
                <a:cs typeface="Courier New"/>
              </a:rPr>
              <a:t>04</a:t>
            </a:r>
          </a:p>
        </p:txBody>
      </p:sp>
      <p:sp>
        <p:nvSpPr>
          <p:cNvPr id="49" name="">
            <a:extLst xmlns:a="http://schemas.openxmlformats.org/drawingml/2006/main">
              <a:ext uri="{FF2B5EF4-FFF2-40B4-BE49-F238E27FC236}">
                <a16:creationId xmlns:a16="http://schemas.microsoft.com/office/drawing/2014/main" id="{E90E55A1-167F-4E40-85FD-49E10FEA2519}"/>
              </a:ext>
            </a:extLst>
          </p:cNvPr>
          <p:cNvSpPr>
            <a:spLocks xmlns:a="http://schemas.openxmlformats.org/drawingml/2006/main" noGrp="1"/>
          </p:cNvSpPr>
          <p:nvPr/>
        </p:nvSpPr>
        <p:spPr>
          <a:xfrm xmlns:a="http://schemas.openxmlformats.org/drawingml/2006/main">
            <a:off x="1352550" y="4124325"/>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Play again and Restart game clear the old board and battle</a:t>
            </a:r>
          </a:p>
        </p:txBody>
      </p:sp>
      <p:sp>
        <p:nvSpPr>
          <p:cNvPr id="50" name="">
            <a:extLst xmlns:a="http://schemas.openxmlformats.org/drawingml/2006/main">
              <a:ext uri="{FF2B5EF4-FFF2-40B4-BE49-F238E27FC236}">
                <a16:creationId xmlns:a16="http://schemas.microsoft.com/office/drawing/2014/main" id="{1204F766-30EB-4A03-B4D7-C70761EE5B45}"/>
              </a:ext>
            </a:extLst>
          </p:cNvPr>
          <p:cNvSpPr>
            <a:spLocks xmlns:a="http://schemas.openxmlformats.org/drawingml/2006/main" noGrp="1"/>
          </p:cNvSpPr>
          <p:nvPr/>
        </p:nvSpPr>
        <p:spPr>
          <a:xfrm xmlns:a="http://schemas.openxmlformats.org/drawingml/2006/main">
            <a:off x="742950" y="47434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EF8B39"/>
                </a:solidFill>
                <a:latin typeface="Courier New"/>
                <a:ea typeface="Courier New"/>
                <a:cs typeface="Courier New"/>
              </a:defRPr>
            </a:defPPr>
            <a:lvl1pPr algn="l">
              <a:defRPr sz="900" b="0">
                <a:solidFill>
                  <a:srgbClr val="EF8B39"/>
                </a:solidFill>
                <a:latin typeface="Courier New"/>
                <a:ea typeface="Courier New"/>
                <a:cs typeface="Courier New"/>
              </a:defRPr>
            </a:lvl1pPr>
            <a:lvl2pPr algn="l">
              <a:defRPr sz="900" b="0">
                <a:solidFill>
                  <a:srgbClr val="EF8B39"/>
                </a:solidFill>
                <a:latin typeface="Courier New"/>
                <a:ea typeface="Courier New"/>
                <a:cs typeface="Courier New"/>
              </a:defRPr>
            </a:lvl2pPr>
            <a:lvl3pPr algn="l">
              <a:defRPr sz="900" b="0">
                <a:solidFill>
                  <a:srgbClr val="EF8B39"/>
                </a:solidFill>
                <a:latin typeface="Courier New"/>
                <a:ea typeface="Courier New"/>
                <a:cs typeface="Courier New"/>
              </a:defRPr>
            </a:lvl3pPr>
            <a:lvl4pPr algn="l">
              <a:defRPr sz="900" b="0">
                <a:solidFill>
                  <a:srgbClr val="EF8B39"/>
                </a:solidFill>
                <a:latin typeface="Courier New"/>
                <a:ea typeface="Courier New"/>
                <a:cs typeface="Courier New"/>
              </a:defRPr>
            </a:lvl4pPr>
            <a:lvl5pPr algn="l">
              <a:defRPr sz="900" b="0">
                <a:solidFill>
                  <a:srgbClr val="EF8B39"/>
                </a:solidFill>
                <a:latin typeface="Courier New"/>
                <a:ea typeface="Courier New"/>
                <a:cs typeface="Courier New"/>
              </a:defRPr>
            </a:lvl5pPr>
            <a:lvl6pPr algn="l">
              <a:defRPr sz="900" b="0">
                <a:solidFill>
                  <a:srgbClr val="EF8B39"/>
                </a:solidFill>
                <a:latin typeface="Courier New"/>
                <a:ea typeface="Courier New"/>
                <a:cs typeface="Courier New"/>
              </a:defRPr>
            </a:lvl6pPr>
            <a:lvl7pPr algn="l">
              <a:defRPr sz="900" b="0">
                <a:solidFill>
                  <a:srgbClr val="EF8B39"/>
                </a:solidFill>
                <a:latin typeface="Courier New"/>
                <a:ea typeface="Courier New"/>
                <a:cs typeface="Courier New"/>
              </a:defRPr>
            </a:lvl7pPr>
            <a:lvl8pPr algn="l">
              <a:defRPr sz="900" b="0">
                <a:solidFill>
                  <a:srgbClr val="EF8B39"/>
                </a:solidFill>
                <a:latin typeface="Courier New"/>
                <a:ea typeface="Courier New"/>
                <a:cs typeface="Courier New"/>
              </a:defRPr>
            </a:lvl8pPr>
            <a:lvl9pPr algn="l">
              <a:defRPr sz="900" b="0">
                <a:solidFill>
                  <a:srgbClr val="EF8B39"/>
                </a:solidFill>
                <a:latin typeface="Courier New"/>
                <a:ea typeface="Courier New"/>
                <a:cs typeface="Courier New"/>
              </a:defRPr>
            </a:lvl9pPr>
          </a:lstStyle>
          <a:p xmlns:a="http://schemas.openxmlformats.org/drawingml/2006/main">
            <a:pPr algn="l">
              <a:defRPr sz="900" b="0">
                <a:solidFill>
                  <a:srgbClr val="EF8B39"/>
                </a:solidFill>
                <a:latin typeface="Courier New"/>
                <a:ea typeface="Courier New"/>
                <a:cs typeface="Courier New"/>
              </a:defRPr>
            </a:pPr>
            <a:r>
              <a:rPr sz="900" b="0">
                <a:solidFill>
                  <a:srgbClr val="EF8B39"/>
                </a:solidFill>
                <a:latin typeface="Courier New"/>
                <a:ea typeface="Courier New"/>
                <a:cs typeface="Courier New"/>
              </a:rPr>
              <a:t>05</a:t>
            </a:r>
          </a:p>
        </p:txBody>
      </p:sp>
      <p:sp>
        <p:nvSpPr>
          <p:cNvPr id="51" name="">
            <a:extLst xmlns:a="http://schemas.openxmlformats.org/drawingml/2006/main">
              <a:ext uri="{FF2B5EF4-FFF2-40B4-BE49-F238E27FC236}">
                <a16:creationId xmlns:a16="http://schemas.microsoft.com/office/drawing/2014/main" id="{A65393F8-3C93-4A33-86FF-C854B74EB0F3}"/>
              </a:ext>
            </a:extLst>
          </p:cNvPr>
          <p:cNvSpPr>
            <a:spLocks xmlns:a="http://schemas.openxmlformats.org/drawingml/2006/main" noGrp="1"/>
          </p:cNvSpPr>
          <p:nvPr/>
        </p:nvSpPr>
        <p:spPr>
          <a:xfrm xmlns:a="http://schemas.openxmlformats.org/drawingml/2006/main">
            <a:off x="1352550" y="4714875"/>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Keyboard and phone controls remain reachable</a:t>
            </a:r>
          </a:p>
        </p:txBody>
      </p:sp>
      <p:sp>
        <p:nvSpPr>
          <p:cNvPr id="52" name="">
            <a:extLst xmlns:a="http://schemas.openxmlformats.org/drawingml/2006/main">
              <a:ext uri="{FF2B5EF4-FFF2-40B4-BE49-F238E27FC236}">
                <a16:creationId xmlns:a16="http://schemas.microsoft.com/office/drawing/2014/main" id="{FBC92C3C-7016-4B16-A45B-537E0F09110B}"/>
              </a:ext>
            </a:extLst>
          </p:cNvPr>
          <p:cNvSpPr>
            <a:spLocks xmlns:a="http://schemas.openxmlformats.org/drawingml/2006/main" noGrp="1"/>
          </p:cNvSpPr>
          <p:nvPr/>
        </p:nvSpPr>
        <p:spPr>
          <a:xfrm xmlns:a="http://schemas.openxmlformats.org/drawingml/2006/main">
            <a:off x="647700" y="497205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53" name="">
            <a:extLst xmlns:a="http://schemas.openxmlformats.org/drawingml/2006/main">
              <a:ext uri="{FF2B5EF4-FFF2-40B4-BE49-F238E27FC236}">
                <a16:creationId xmlns:a16="http://schemas.microsoft.com/office/drawing/2014/main" id="{35B95A48-C062-42B6-912C-D8A071599998}"/>
              </a:ext>
            </a:extLst>
          </p:cNvPr>
          <p:cNvSpPr>
            <a:spLocks xmlns:a="http://schemas.openxmlformats.org/drawingml/2006/main" noGrp="1"/>
          </p:cNvSpPr>
          <p:nvPr/>
        </p:nvSpPr>
        <p:spPr>
          <a:xfrm xmlns:a="http://schemas.openxmlformats.org/drawingml/2006/main">
            <a:off x="742950" y="52197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1">
                <a:solidFill>
                  <a:srgbClr val="B93800"/>
                </a:solidFill>
                <a:latin typeface="Montserrat"/>
                <a:ea typeface="Montserrat"/>
                <a:cs typeface="Montserrat"/>
              </a:defRPr>
            </a:defPPr>
            <a:lvl1pPr algn="l">
              <a:defRPr sz="1200" b="1">
                <a:solidFill>
                  <a:srgbClr val="B93800"/>
                </a:solidFill>
                <a:latin typeface="Montserrat"/>
                <a:ea typeface="Montserrat"/>
                <a:cs typeface="Montserrat"/>
              </a:defRPr>
            </a:lvl1pPr>
            <a:lvl2pPr algn="l">
              <a:defRPr sz="1200" b="1">
                <a:solidFill>
                  <a:srgbClr val="B93800"/>
                </a:solidFill>
                <a:latin typeface="Montserrat"/>
                <a:ea typeface="Montserrat"/>
                <a:cs typeface="Montserrat"/>
              </a:defRPr>
            </a:lvl2pPr>
            <a:lvl3pPr algn="l">
              <a:defRPr sz="1200" b="1">
                <a:solidFill>
                  <a:srgbClr val="B93800"/>
                </a:solidFill>
                <a:latin typeface="Montserrat"/>
                <a:ea typeface="Montserrat"/>
                <a:cs typeface="Montserrat"/>
              </a:defRPr>
            </a:lvl3pPr>
            <a:lvl4pPr algn="l">
              <a:defRPr sz="1200" b="1">
                <a:solidFill>
                  <a:srgbClr val="B93800"/>
                </a:solidFill>
                <a:latin typeface="Montserrat"/>
                <a:ea typeface="Montserrat"/>
                <a:cs typeface="Montserrat"/>
              </a:defRPr>
            </a:lvl4pPr>
            <a:lvl5pPr algn="l">
              <a:defRPr sz="1200" b="1">
                <a:solidFill>
                  <a:srgbClr val="B93800"/>
                </a:solidFill>
                <a:latin typeface="Montserrat"/>
                <a:ea typeface="Montserrat"/>
                <a:cs typeface="Montserrat"/>
              </a:defRPr>
            </a:lvl5pPr>
            <a:lvl6pPr algn="l">
              <a:defRPr sz="1200" b="1">
                <a:solidFill>
                  <a:srgbClr val="B93800"/>
                </a:solidFill>
                <a:latin typeface="Montserrat"/>
                <a:ea typeface="Montserrat"/>
                <a:cs typeface="Montserrat"/>
              </a:defRPr>
            </a:lvl6pPr>
            <a:lvl7pPr algn="l">
              <a:defRPr sz="1200" b="1">
                <a:solidFill>
                  <a:srgbClr val="B93800"/>
                </a:solidFill>
                <a:latin typeface="Montserrat"/>
                <a:ea typeface="Montserrat"/>
                <a:cs typeface="Montserrat"/>
              </a:defRPr>
            </a:lvl7pPr>
            <a:lvl8pPr algn="l">
              <a:defRPr sz="1200" b="1">
                <a:solidFill>
                  <a:srgbClr val="B93800"/>
                </a:solidFill>
                <a:latin typeface="Montserrat"/>
                <a:ea typeface="Montserrat"/>
                <a:cs typeface="Montserrat"/>
              </a:defRPr>
            </a:lvl8pPr>
            <a:lvl9pPr algn="l">
              <a:defRPr sz="1200" b="1">
                <a:solidFill>
                  <a:srgbClr val="B93800"/>
                </a:solidFill>
                <a:latin typeface="Montserrat"/>
                <a:ea typeface="Montserrat"/>
                <a:cs typeface="Montserrat"/>
              </a:defRPr>
            </a:lvl9pPr>
          </a:lstStyle>
          <a:p xmlns:a="http://schemas.openxmlformats.org/drawingml/2006/main">
            <a:pPr algn="l">
              <a:defRPr sz="1200" b="1">
                <a:solidFill>
                  <a:srgbClr val="B93800"/>
                </a:solidFill>
                <a:latin typeface="Montserrat"/>
                <a:ea typeface="Montserrat"/>
                <a:cs typeface="Montserrat"/>
              </a:defRPr>
            </a:pPr>
            <a:r>
              <a:rPr sz="1200" b="1">
                <a:solidFill>
                  <a:srgbClr val="B93800"/>
                </a:solidFill>
                <a:latin typeface="Montserrat"/>
                <a:ea typeface="Montserrat"/>
                <a:cs typeface="Montserrat"/>
              </a:rPr>
              <a:t>A chatbot preview is not proof. Test the exported file, then repeat the critical checks at the live URL.</a:t>
            </a:r>
          </a:p>
        </p:txBody>
      </p:sp>
      <p:sp>
        <p:nvSpPr>
          <p:cNvPr id="54" name="">
            <a:extLst xmlns:a="http://schemas.openxmlformats.org/drawingml/2006/main">
              <a:ext uri="{FF2B5EF4-FFF2-40B4-BE49-F238E27FC236}">
                <a16:creationId xmlns:a16="http://schemas.microsoft.com/office/drawing/2014/main" id="{A669B53D-DFA3-42ED-9054-7015ECCFF050}"/>
              </a:ext>
            </a:extLst>
          </p:cNvPr>
          <p:cNvSpPr>
            <a:spLocks xmlns:a="http://schemas.openxmlformats.org/drawingml/2006/main" noGrp="1"/>
          </p:cNvSpPr>
          <p:nvPr/>
        </p:nvSpPr>
        <p:spPr>
          <a:xfrm xmlns:a="http://schemas.openxmlformats.org/drawingml/2006/main">
            <a:off x="3667125" y="6381750"/>
            <a:ext cx="4857750" cy="0"/>
          </a:xfrm>
          <a:prstGeom xmlns:a="http://schemas.openxmlformats.org/drawingml/2006/main" prst="line">
            <a:avLst/>
          </a:prstGeom>
          <a:noFill xmlns:a="http://schemas.openxmlformats.org/drawingml/2006/main"/>
          <a:ln xmlns:a="http://schemas.openxmlformats.org/drawingml/2006/main" w="5715">
            <a:solidFill>
              <a:srgbClr val="D8E2EF"/>
            </a:solidFill>
            <a:prstDash val="solid"/>
          </a:ln>
        </p:spPr>
      </p:sp>
      <p:sp>
        <p:nvSpPr>
          <p:cNvPr id="55" name="">
            <a:extLst xmlns:a="http://schemas.openxmlformats.org/drawingml/2006/main">
              <a:ext uri="{FF2B5EF4-FFF2-40B4-BE49-F238E27FC236}">
                <a16:creationId xmlns:a16="http://schemas.microsoft.com/office/drawing/2014/main" id="{CB912703-D323-47A4-AE3F-CE9727C57009}"/>
              </a:ext>
            </a:extLst>
          </p:cNvPr>
          <p:cNvSpPr>
            <a:spLocks xmlns:a="http://schemas.openxmlformats.org/drawingml/2006/main" noGrp="1"/>
          </p:cNvSpPr>
          <p:nvPr/>
        </p:nvSpPr>
        <p:spPr>
          <a:xfrm xmlns:a="http://schemas.openxmlformats.org/drawingml/2006/main">
            <a:off x="6219825" y="6381750"/>
            <a:ext cx="723900" cy="0"/>
          </a:xfrm>
          <a:prstGeom xmlns:a="http://schemas.openxmlformats.org/drawingml/2006/main" prst="line">
            <a:avLst/>
          </a:prstGeom>
          <a:noFill xmlns:a="http://schemas.openxmlformats.org/drawingml/2006/main"/>
          <a:ln xmlns:a="http://schemas.openxmlformats.org/drawingml/2006/main" w="28575">
            <a:solidFill>
              <a:srgbClr val="EF8B39"/>
            </a:solidFill>
            <a:prstDash val="solid"/>
          </a:ln>
        </p:spPr>
      </p:sp>
      <p:sp>
        <p:nvSpPr>
          <p:cNvPr id="56" name="">
            <a:extLst xmlns:a="http://schemas.openxmlformats.org/drawingml/2006/main">
              <a:ext uri="{FF2B5EF4-FFF2-40B4-BE49-F238E27FC236}">
                <a16:creationId xmlns:a16="http://schemas.microsoft.com/office/drawing/2014/main" id="{C03AE16A-D79A-4ECC-A846-55016ADE8C5F}"/>
              </a:ext>
            </a:extLst>
          </p:cNvPr>
          <p:cNvSpPr>
            <a:spLocks xmlns:a="http://schemas.openxmlformats.org/drawingml/2006/main" noGrp="1"/>
          </p:cNvSpPr>
          <p:nvPr/>
        </p:nvSpPr>
        <p:spPr>
          <a:xfrm xmlns:a="http://schemas.openxmlformats.org/drawingml/2006/main">
            <a:off x="36337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57" name="">
            <a:extLst xmlns:a="http://schemas.openxmlformats.org/drawingml/2006/main">
              <a:ext uri="{FF2B5EF4-FFF2-40B4-BE49-F238E27FC236}">
                <a16:creationId xmlns:a16="http://schemas.microsoft.com/office/drawing/2014/main" id="{E0313937-7B9C-41E1-A08E-A20751DC2D98}"/>
              </a:ext>
            </a:extLst>
          </p:cNvPr>
          <p:cNvSpPr>
            <a:spLocks xmlns:a="http://schemas.openxmlformats.org/drawingml/2006/main" noGrp="1"/>
          </p:cNvSpPr>
          <p:nvPr/>
        </p:nvSpPr>
        <p:spPr>
          <a:xfrm xmlns:a="http://schemas.openxmlformats.org/drawingml/2006/main">
            <a:off x="32670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PLAN</a:t>
            </a:r>
          </a:p>
        </p:txBody>
      </p:sp>
      <p:sp>
        <p:nvSpPr>
          <p:cNvPr id="58" name="">
            <a:extLst xmlns:a="http://schemas.openxmlformats.org/drawingml/2006/main">
              <a:ext uri="{FF2B5EF4-FFF2-40B4-BE49-F238E27FC236}">
                <a16:creationId xmlns:a16="http://schemas.microsoft.com/office/drawing/2014/main" id="{FBD29C46-CB05-402E-BFCF-539B101D2252}"/>
              </a:ext>
            </a:extLst>
          </p:cNvPr>
          <p:cNvSpPr>
            <a:spLocks xmlns:a="http://schemas.openxmlformats.org/drawingml/2006/main" noGrp="1"/>
          </p:cNvSpPr>
          <p:nvPr/>
        </p:nvSpPr>
        <p:spPr>
          <a:xfrm xmlns:a="http://schemas.openxmlformats.org/drawingml/2006/main">
            <a:off x="46053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59" name="">
            <a:extLst xmlns:a="http://schemas.openxmlformats.org/drawingml/2006/main">
              <a:ext uri="{FF2B5EF4-FFF2-40B4-BE49-F238E27FC236}">
                <a16:creationId xmlns:a16="http://schemas.microsoft.com/office/drawing/2014/main" id="{B2CAA328-AC26-4A17-B3D7-393E1363CA8B}"/>
              </a:ext>
            </a:extLst>
          </p:cNvPr>
          <p:cNvSpPr>
            <a:spLocks xmlns:a="http://schemas.openxmlformats.org/drawingml/2006/main" noGrp="1"/>
          </p:cNvSpPr>
          <p:nvPr/>
        </p:nvSpPr>
        <p:spPr>
          <a:xfrm xmlns:a="http://schemas.openxmlformats.org/drawingml/2006/main">
            <a:off x="42386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DESIGN</a:t>
            </a:r>
          </a:p>
        </p:txBody>
      </p:sp>
      <p:sp>
        <p:nvSpPr>
          <p:cNvPr id="60" name="">
            <a:extLst xmlns:a="http://schemas.openxmlformats.org/drawingml/2006/main">
              <a:ext uri="{FF2B5EF4-FFF2-40B4-BE49-F238E27FC236}">
                <a16:creationId xmlns:a16="http://schemas.microsoft.com/office/drawing/2014/main" id="{94637B09-C099-40F9-AA9B-588F914F65BC}"/>
              </a:ext>
            </a:extLst>
          </p:cNvPr>
          <p:cNvSpPr>
            <a:spLocks xmlns:a="http://schemas.openxmlformats.org/drawingml/2006/main" noGrp="1"/>
          </p:cNvSpPr>
          <p:nvPr/>
        </p:nvSpPr>
        <p:spPr>
          <a:xfrm xmlns:a="http://schemas.openxmlformats.org/drawingml/2006/main">
            <a:off x="55768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61" name="">
            <a:extLst xmlns:a="http://schemas.openxmlformats.org/drawingml/2006/main">
              <a:ext uri="{FF2B5EF4-FFF2-40B4-BE49-F238E27FC236}">
                <a16:creationId xmlns:a16="http://schemas.microsoft.com/office/drawing/2014/main" id="{CA1DF019-834E-464C-BDC4-2F8069B10B56}"/>
              </a:ext>
            </a:extLst>
          </p:cNvPr>
          <p:cNvSpPr>
            <a:spLocks xmlns:a="http://schemas.openxmlformats.org/drawingml/2006/main" noGrp="1"/>
          </p:cNvSpPr>
          <p:nvPr/>
        </p:nvSpPr>
        <p:spPr>
          <a:xfrm xmlns:a="http://schemas.openxmlformats.org/drawingml/2006/main">
            <a:off x="52101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BUILD</a:t>
            </a:r>
          </a:p>
        </p:txBody>
      </p:sp>
      <p:sp>
        <p:nvSpPr>
          <p:cNvPr id="62" name="">
            <a:extLst xmlns:a="http://schemas.openxmlformats.org/drawingml/2006/main">
              <a:ext uri="{FF2B5EF4-FFF2-40B4-BE49-F238E27FC236}">
                <a16:creationId xmlns:a16="http://schemas.microsoft.com/office/drawing/2014/main" id="{B37E46B2-8ACD-462A-B84A-16FDF99E2732}"/>
              </a:ext>
            </a:extLst>
          </p:cNvPr>
          <p:cNvSpPr>
            <a:spLocks xmlns:a="http://schemas.openxmlformats.org/drawingml/2006/main" noGrp="1"/>
          </p:cNvSpPr>
          <p:nvPr/>
        </p:nvSpPr>
        <p:spPr>
          <a:xfrm xmlns:a="http://schemas.openxmlformats.org/drawingml/2006/main">
            <a:off x="6534150" y="6334125"/>
            <a:ext cx="95250" cy="95250"/>
          </a:xfrm>
          <a:prstGeom xmlns:a="http://schemas.openxmlformats.org/drawingml/2006/main" prst="ellipse">
            <a:avLst/>
          </a:prstGeom>
          <a:solidFill xmlns:a="http://schemas.openxmlformats.org/drawingml/2006/main">
            <a:srgbClr val="EF8B39"/>
          </a:solidFill>
          <a:ln xmlns:a="http://schemas.openxmlformats.org/drawingml/2006/main" w="9525">
            <a:solidFill>
              <a:srgbClr val="EF8B39"/>
            </a:solidFill>
            <a:prstDash val="solid"/>
          </a:ln>
        </p:spPr>
      </p:sp>
      <p:sp>
        <p:nvSpPr>
          <p:cNvPr id="63" name="">
            <a:extLst xmlns:a="http://schemas.openxmlformats.org/drawingml/2006/main">
              <a:ext uri="{FF2B5EF4-FFF2-40B4-BE49-F238E27FC236}">
                <a16:creationId xmlns:a16="http://schemas.microsoft.com/office/drawing/2014/main" id="{B7AF8A90-4944-4359-B5B8-2211DEC101FA}"/>
              </a:ext>
            </a:extLst>
          </p:cNvPr>
          <p:cNvSpPr>
            <a:spLocks xmlns:a="http://schemas.openxmlformats.org/drawingml/2006/main" noGrp="1"/>
          </p:cNvSpPr>
          <p:nvPr/>
        </p:nvSpPr>
        <p:spPr>
          <a:xfrm xmlns:a="http://schemas.openxmlformats.org/drawingml/2006/main">
            <a:off x="61817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1">
                <a:solidFill>
                  <a:srgbClr val="B93800"/>
                </a:solidFill>
                <a:latin typeface="Montserrat"/>
                <a:ea typeface="Montserrat"/>
                <a:cs typeface="Montserrat"/>
              </a:defRPr>
            </a:defPPr>
            <a:lvl1pPr algn="ctr">
              <a:defRPr sz="675" b="1">
                <a:solidFill>
                  <a:srgbClr val="B93800"/>
                </a:solidFill>
                <a:latin typeface="Montserrat"/>
                <a:ea typeface="Montserrat"/>
                <a:cs typeface="Montserrat"/>
              </a:defRPr>
            </a:lvl1pPr>
            <a:lvl2pPr algn="ctr">
              <a:defRPr sz="675" b="1">
                <a:solidFill>
                  <a:srgbClr val="B93800"/>
                </a:solidFill>
                <a:latin typeface="Montserrat"/>
                <a:ea typeface="Montserrat"/>
                <a:cs typeface="Montserrat"/>
              </a:defRPr>
            </a:lvl2pPr>
            <a:lvl3pPr algn="ctr">
              <a:defRPr sz="675" b="1">
                <a:solidFill>
                  <a:srgbClr val="B93800"/>
                </a:solidFill>
                <a:latin typeface="Montserrat"/>
                <a:ea typeface="Montserrat"/>
                <a:cs typeface="Montserrat"/>
              </a:defRPr>
            </a:lvl3pPr>
            <a:lvl4pPr algn="ctr">
              <a:defRPr sz="675" b="1">
                <a:solidFill>
                  <a:srgbClr val="B93800"/>
                </a:solidFill>
                <a:latin typeface="Montserrat"/>
                <a:ea typeface="Montserrat"/>
                <a:cs typeface="Montserrat"/>
              </a:defRPr>
            </a:lvl4pPr>
            <a:lvl5pPr algn="ctr">
              <a:defRPr sz="675" b="1">
                <a:solidFill>
                  <a:srgbClr val="B93800"/>
                </a:solidFill>
                <a:latin typeface="Montserrat"/>
                <a:ea typeface="Montserrat"/>
                <a:cs typeface="Montserrat"/>
              </a:defRPr>
            </a:lvl5pPr>
            <a:lvl6pPr algn="ctr">
              <a:defRPr sz="675" b="1">
                <a:solidFill>
                  <a:srgbClr val="B93800"/>
                </a:solidFill>
                <a:latin typeface="Montserrat"/>
                <a:ea typeface="Montserrat"/>
                <a:cs typeface="Montserrat"/>
              </a:defRPr>
            </a:lvl6pPr>
            <a:lvl7pPr algn="ctr">
              <a:defRPr sz="675" b="1">
                <a:solidFill>
                  <a:srgbClr val="B93800"/>
                </a:solidFill>
                <a:latin typeface="Montserrat"/>
                <a:ea typeface="Montserrat"/>
                <a:cs typeface="Montserrat"/>
              </a:defRPr>
            </a:lvl7pPr>
            <a:lvl8pPr algn="ctr">
              <a:defRPr sz="675" b="1">
                <a:solidFill>
                  <a:srgbClr val="B93800"/>
                </a:solidFill>
                <a:latin typeface="Montserrat"/>
                <a:ea typeface="Montserrat"/>
                <a:cs typeface="Montserrat"/>
              </a:defRPr>
            </a:lvl8pPr>
            <a:lvl9pPr algn="ctr">
              <a:defRPr sz="675" b="1">
                <a:solidFill>
                  <a:srgbClr val="B93800"/>
                </a:solidFill>
                <a:latin typeface="Montserrat"/>
                <a:ea typeface="Montserrat"/>
                <a:cs typeface="Montserrat"/>
              </a:defRPr>
            </a:lvl9pPr>
          </a:lstStyle>
          <a:p xmlns:a="http://schemas.openxmlformats.org/drawingml/2006/main">
            <a:pPr algn="ctr">
              <a:defRPr sz="675" b="1">
                <a:solidFill>
                  <a:srgbClr val="B93800"/>
                </a:solidFill>
                <a:latin typeface="Montserrat"/>
                <a:ea typeface="Montserrat"/>
                <a:cs typeface="Montserrat"/>
              </a:defRPr>
            </a:pPr>
            <a:r>
              <a:rPr sz="675" b="1">
                <a:solidFill>
                  <a:srgbClr val="B93800"/>
                </a:solidFill>
                <a:latin typeface="Montserrat"/>
                <a:ea typeface="Montserrat"/>
                <a:cs typeface="Montserrat"/>
              </a:rPr>
              <a:t>TEST</a:t>
            </a:r>
          </a:p>
        </p:txBody>
      </p:sp>
      <p:sp>
        <p:nvSpPr>
          <p:cNvPr id="64" name="">
            <a:extLst xmlns:a="http://schemas.openxmlformats.org/drawingml/2006/main">
              <a:ext uri="{FF2B5EF4-FFF2-40B4-BE49-F238E27FC236}">
                <a16:creationId xmlns:a16="http://schemas.microsoft.com/office/drawing/2014/main" id="{EBC90467-D159-4CC0-B190-0290778AC384}"/>
              </a:ext>
            </a:extLst>
          </p:cNvPr>
          <p:cNvSpPr>
            <a:spLocks xmlns:a="http://schemas.openxmlformats.org/drawingml/2006/main" noGrp="1"/>
          </p:cNvSpPr>
          <p:nvPr/>
        </p:nvSpPr>
        <p:spPr>
          <a:xfrm xmlns:a="http://schemas.openxmlformats.org/drawingml/2006/main">
            <a:off x="75199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65" name="">
            <a:extLst xmlns:a="http://schemas.openxmlformats.org/drawingml/2006/main">
              <a:ext uri="{FF2B5EF4-FFF2-40B4-BE49-F238E27FC236}">
                <a16:creationId xmlns:a16="http://schemas.microsoft.com/office/drawing/2014/main" id="{CA85DF29-4073-4059-B6CC-373A14D23C0C}"/>
              </a:ext>
            </a:extLst>
          </p:cNvPr>
          <p:cNvSpPr>
            <a:spLocks xmlns:a="http://schemas.openxmlformats.org/drawingml/2006/main" noGrp="1"/>
          </p:cNvSpPr>
          <p:nvPr/>
        </p:nvSpPr>
        <p:spPr>
          <a:xfrm xmlns:a="http://schemas.openxmlformats.org/drawingml/2006/main">
            <a:off x="71532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DEPLOY</a:t>
            </a:r>
          </a:p>
        </p:txBody>
      </p:sp>
      <p:sp>
        <p:nvSpPr>
          <p:cNvPr id="66" name="">
            <a:extLst xmlns:a="http://schemas.openxmlformats.org/drawingml/2006/main">
              <a:ext uri="{FF2B5EF4-FFF2-40B4-BE49-F238E27FC236}">
                <a16:creationId xmlns:a16="http://schemas.microsoft.com/office/drawing/2014/main" id="{8E48D3AF-F1C4-46D2-A38D-65C1A7BF8D9A}"/>
              </a:ext>
            </a:extLst>
          </p:cNvPr>
          <p:cNvSpPr>
            <a:spLocks xmlns:a="http://schemas.openxmlformats.org/drawingml/2006/main" noGrp="1"/>
          </p:cNvSpPr>
          <p:nvPr/>
        </p:nvSpPr>
        <p:spPr>
          <a:xfrm xmlns:a="http://schemas.openxmlformats.org/drawingml/2006/main">
            <a:off x="84915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67" name="">
            <a:extLst xmlns:a="http://schemas.openxmlformats.org/drawingml/2006/main">
              <a:ext uri="{FF2B5EF4-FFF2-40B4-BE49-F238E27FC236}">
                <a16:creationId xmlns:a16="http://schemas.microsoft.com/office/drawing/2014/main" id="{88C0C511-CEE7-460F-A7D9-5CF13E08167D}"/>
              </a:ext>
            </a:extLst>
          </p:cNvPr>
          <p:cNvSpPr>
            <a:spLocks xmlns:a="http://schemas.openxmlformats.org/drawingml/2006/main" noGrp="1"/>
          </p:cNvSpPr>
          <p:nvPr/>
        </p:nvSpPr>
        <p:spPr>
          <a:xfrm xmlns:a="http://schemas.openxmlformats.org/drawingml/2006/main">
            <a:off x="81248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MAINTAIN</a:t>
            </a:r>
          </a:p>
        </p:txBody>
      </p:sp>
    </p:spTree>
    <p:extLst>
      <p:ext uri="{BB962C8B-B14F-4D97-AF65-F5344CB8AC3E}">
        <p14:creationId xmlns:p14="http://schemas.microsoft.com/office/powerpoint/2010/main" val="1461311891"/>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D2EDD80E-D085-4A9D-959F-920D2DE6EDBB}"/>
              </a:ext>
            </a:extLst>
          </p:cNvPr>
          <p:cNvPicPr>
            <a:picLocks xmlns:a="http://schemas.openxmlformats.org/drawingml/2006/main" noChangeAspect="1"/>
          </p:cNvPicPr>
          <p:nvPr/>
        </p:nvPicPr>
        <p:blipFill>
          <a:blip xmlns:r="http://schemas.openxmlformats.org/officeDocument/2006/relationships" xmlns:a="http://schemas.openxmlformats.org/drawingml/2006/main" r:embed="R4a1505c9b8e64aad"/>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A1626F87-3695-4272-855C-369F31B676E7}"/>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46 / 63</a:t>
            </a:r>
            <a:endParaRPr sz="900"/>
          </a:p>
        </p:txBody>
      </p:sp>
      <p:sp>
        <p:nvSpPr>
          <p:cNvPr id="30" name="">
            <a:extLst xmlns:a="http://schemas.openxmlformats.org/drawingml/2006/main">
              <a:ext uri="{FF2B5EF4-FFF2-40B4-BE49-F238E27FC236}">
                <a16:creationId xmlns:a16="http://schemas.microsoft.com/office/drawing/2014/main" id="{C638254F-17DC-47DD-B6C1-D9CB6F1AD335}"/>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307FE2"/>
                </a:solidFill>
                <a:latin typeface="Montserrat"/>
                <a:ea typeface="Montserrat"/>
                <a:cs typeface="Montserrat"/>
              </a:defRPr>
            </a:defPPr>
            <a:lvl1pPr algn="l">
              <a:defRPr sz="1050" b="1">
                <a:solidFill>
                  <a:srgbClr val="307FE2"/>
                </a:solidFill>
                <a:latin typeface="Montserrat"/>
                <a:ea typeface="Montserrat"/>
                <a:cs typeface="Montserrat"/>
              </a:defRPr>
            </a:lvl1pPr>
            <a:lvl2pPr algn="l">
              <a:defRPr sz="1050" b="1">
                <a:solidFill>
                  <a:srgbClr val="307FE2"/>
                </a:solidFill>
                <a:latin typeface="Montserrat"/>
                <a:ea typeface="Montserrat"/>
                <a:cs typeface="Montserrat"/>
              </a:defRPr>
            </a:lvl2pPr>
            <a:lvl3pPr algn="l">
              <a:defRPr sz="1050" b="1">
                <a:solidFill>
                  <a:srgbClr val="307FE2"/>
                </a:solidFill>
                <a:latin typeface="Montserrat"/>
                <a:ea typeface="Montserrat"/>
                <a:cs typeface="Montserrat"/>
              </a:defRPr>
            </a:lvl3pPr>
            <a:lvl4pPr algn="l">
              <a:defRPr sz="1050" b="1">
                <a:solidFill>
                  <a:srgbClr val="307FE2"/>
                </a:solidFill>
                <a:latin typeface="Montserrat"/>
                <a:ea typeface="Montserrat"/>
                <a:cs typeface="Montserrat"/>
              </a:defRPr>
            </a:lvl4pPr>
            <a:lvl5pPr algn="l">
              <a:defRPr sz="1050" b="1">
                <a:solidFill>
                  <a:srgbClr val="307FE2"/>
                </a:solidFill>
                <a:latin typeface="Montserrat"/>
                <a:ea typeface="Montserrat"/>
                <a:cs typeface="Montserrat"/>
              </a:defRPr>
            </a:lvl5pPr>
            <a:lvl6pPr algn="l">
              <a:defRPr sz="1050" b="1">
                <a:solidFill>
                  <a:srgbClr val="307FE2"/>
                </a:solidFill>
                <a:latin typeface="Montserrat"/>
                <a:ea typeface="Montserrat"/>
                <a:cs typeface="Montserrat"/>
              </a:defRPr>
            </a:lvl6pPr>
            <a:lvl7pPr algn="l">
              <a:defRPr sz="1050" b="1">
                <a:solidFill>
                  <a:srgbClr val="307FE2"/>
                </a:solidFill>
                <a:latin typeface="Montserrat"/>
                <a:ea typeface="Montserrat"/>
                <a:cs typeface="Montserrat"/>
              </a:defRPr>
            </a:lvl7pPr>
            <a:lvl8pPr algn="l">
              <a:defRPr sz="1050" b="1">
                <a:solidFill>
                  <a:srgbClr val="307FE2"/>
                </a:solidFill>
                <a:latin typeface="Montserrat"/>
                <a:ea typeface="Montserrat"/>
                <a:cs typeface="Montserrat"/>
              </a:defRPr>
            </a:lvl8pPr>
            <a:lvl9pPr algn="l">
              <a:defRPr sz="1050" b="1">
                <a:solidFill>
                  <a:srgbClr val="307FE2"/>
                </a:solidFill>
                <a:latin typeface="Montserrat"/>
                <a:ea typeface="Montserrat"/>
                <a:cs typeface="Montserrat"/>
              </a:defRPr>
            </a:lvl9pPr>
          </a:lstStyle>
          <a:p xmlns:a="http://schemas.openxmlformats.org/drawingml/2006/main">
            <a:pPr algn="l">
              <a:defRPr sz="1050" b="1">
                <a:solidFill>
                  <a:srgbClr val="307FE2"/>
                </a:solidFill>
                <a:latin typeface="Montserrat"/>
                <a:ea typeface="Montserrat"/>
                <a:cs typeface="Montserrat"/>
              </a:defRPr>
            </a:pPr>
            <a:r>
              <a:rPr sz="1050" b="1">
                <a:solidFill>
                  <a:srgbClr val="307FE2"/>
                </a:solidFill>
                <a:latin typeface="Montserrat"/>
                <a:ea typeface="Montserrat"/>
                <a:cs typeface="Montserrat"/>
              </a:rPr>
              <a:t>// EXERCISE 2 · TEST</a:t>
            </a:r>
          </a:p>
        </p:txBody>
      </p:sp>
      <p:sp>
        <p:nvSpPr>
          <p:cNvPr id="31" name="">
            <a:extLst xmlns:a="http://schemas.openxmlformats.org/drawingml/2006/main">
              <a:ext uri="{FF2B5EF4-FFF2-40B4-BE49-F238E27FC236}">
                <a16:creationId xmlns:a16="http://schemas.microsoft.com/office/drawing/2014/main" id="{8C1C89FD-68E9-4EAD-8ED5-EF97A6C67A5C}"/>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94A3B8"/>
                </a:solidFill>
                <a:latin typeface="Montserrat"/>
                <a:ea typeface="Montserrat"/>
                <a:cs typeface="Montserrat"/>
              </a:defRPr>
            </a:defPPr>
            <a:lvl1pPr algn="r">
              <a:defRPr sz="900" b="0">
                <a:solidFill>
                  <a:srgbClr val="94A3B8"/>
                </a:solidFill>
                <a:latin typeface="Montserrat"/>
                <a:ea typeface="Montserrat"/>
                <a:cs typeface="Montserrat"/>
              </a:defRPr>
            </a:lvl1pPr>
            <a:lvl2pPr algn="r">
              <a:defRPr sz="900" b="0">
                <a:solidFill>
                  <a:srgbClr val="94A3B8"/>
                </a:solidFill>
                <a:latin typeface="Montserrat"/>
                <a:ea typeface="Montserrat"/>
                <a:cs typeface="Montserrat"/>
              </a:defRPr>
            </a:lvl2pPr>
            <a:lvl3pPr algn="r">
              <a:defRPr sz="900" b="0">
                <a:solidFill>
                  <a:srgbClr val="94A3B8"/>
                </a:solidFill>
                <a:latin typeface="Montserrat"/>
                <a:ea typeface="Montserrat"/>
                <a:cs typeface="Montserrat"/>
              </a:defRPr>
            </a:lvl3pPr>
            <a:lvl4pPr algn="r">
              <a:defRPr sz="900" b="0">
                <a:solidFill>
                  <a:srgbClr val="94A3B8"/>
                </a:solidFill>
                <a:latin typeface="Montserrat"/>
                <a:ea typeface="Montserrat"/>
                <a:cs typeface="Montserrat"/>
              </a:defRPr>
            </a:lvl4pPr>
            <a:lvl5pPr algn="r">
              <a:defRPr sz="900" b="0">
                <a:solidFill>
                  <a:srgbClr val="94A3B8"/>
                </a:solidFill>
                <a:latin typeface="Montserrat"/>
                <a:ea typeface="Montserrat"/>
                <a:cs typeface="Montserrat"/>
              </a:defRPr>
            </a:lvl5pPr>
            <a:lvl6pPr algn="r">
              <a:defRPr sz="900" b="0">
                <a:solidFill>
                  <a:srgbClr val="94A3B8"/>
                </a:solidFill>
                <a:latin typeface="Montserrat"/>
                <a:ea typeface="Montserrat"/>
                <a:cs typeface="Montserrat"/>
              </a:defRPr>
            </a:lvl6pPr>
            <a:lvl7pPr algn="r">
              <a:defRPr sz="900" b="0">
                <a:solidFill>
                  <a:srgbClr val="94A3B8"/>
                </a:solidFill>
                <a:latin typeface="Montserrat"/>
                <a:ea typeface="Montserrat"/>
                <a:cs typeface="Montserrat"/>
              </a:defRPr>
            </a:lvl7pPr>
            <a:lvl8pPr algn="r">
              <a:defRPr sz="900" b="0">
                <a:solidFill>
                  <a:srgbClr val="94A3B8"/>
                </a:solidFill>
                <a:latin typeface="Montserrat"/>
                <a:ea typeface="Montserrat"/>
                <a:cs typeface="Montserrat"/>
              </a:defRPr>
            </a:lvl8pPr>
            <a:lvl9pPr algn="r">
              <a:defRPr sz="900" b="0">
                <a:solidFill>
                  <a:srgbClr val="94A3B8"/>
                </a:solidFill>
                <a:latin typeface="Montserrat"/>
                <a:ea typeface="Montserrat"/>
                <a:cs typeface="Montserrat"/>
              </a:defRPr>
            </a:lvl9pPr>
          </a:lstStyle>
          <a:p xmlns:a="http://schemas.openxmlformats.org/drawingml/2006/main">
            <a:pPr algn="r">
              <a:defRPr sz="900" b="0">
                <a:solidFill>
                  <a:srgbClr val="94A3B8"/>
                </a:solidFill>
                <a:latin typeface="Montserrat"/>
                <a:ea typeface="Montserrat"/>
                <a:cs typeface="Montserrat"/>
              </a:defRPr>
            </a:pPr>
            <a:r>
              <a:rPr sz="900" b="0">
                <a:solidFill>
                  <a:srgbClr val="94A3B8"/>
                </a:solidFill>
                <a:latin typeface="Montserrat"/>
                <a:ea typeface="Montserrat"/>
                <a:cs typeface="Montserrat"/>
              </a:rPr>
              <a:t>3:00–4:30</a:t>
            </a:r>
          </a:p>
        </p:txBody>
      </p:sp>
      <p:sp>
        <p:nvSpPr>
          <p:cNvPr id="32" name="">
            <a:extLst xmlns:a="http://schemas.openxmlformats.org/drawingml/2006/main">
              <a:ext uri="{FF2B5EF4-FFF2-40B4-BE49-F238E27FC236}">
                <a16:creationId xmlns:a16="http://schemas.microsoft.com/office/drawing/2014/main" id="{39C2F858-E50B-4EDD-AD10-035EE6BB781E}"/>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A new player</a:t>
            </a:r>
          </a:p>
        </p:txBody>
      </p:sp>
      <p:sp>
        <p:nvSpPr>
          <p:cNvPr id="33" name="">
            <a:extLst xmlns:a="http://schemas.openxmlformats.org/drawingml/2006/main">
              <a:ext uri="{FF2B5EF4-FFF2-40B4-BE49-F238E27FC236}">
                <a16:creationId xmlns:a16="http://schemas.microsoft.com/office/drawing/2014/main" id="{4EA2B534-7B48-42DC-AC73-168E27099CA1}"/>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TWO MINUTES · NO COACHING</a:t>
            </a:r>
          </a:p>
        </p:txBody>
      </p:sp>
      <p:sp>
        <p:nvSpPr>
          <p:cNvPr id="34" name="">
            <a:extLst xmlns:a="http://schemas.openxmlformats.org/drawingml/2006/main">
              <a:ext uri="{FF2B5EF4-FFF2-40B4-BE49-F238E27FC236}">
                <a16:creationId xmlns:a16="http://schemas.microsoft.com/office/drawing/2014/main" id="{F541184D-1B5C-4777-8DCD-B4F39DD468B2}"/>
              </a:ext>
            </a:extLst>
          </p:cNvPr>
          <p:cNvSpPr>
            <a:spLocks xmlns:a="http://schemas.openxmlformats.org/drawingml/2006/main" noGrp="1"/>
          </p:cNvSpPr>
          <p:nvPr/>
        </p:nvSpPr>
        <p:spPr>
          <a:xfrm xmlns:a="http://schemas.openxmlformats.org/drawingml/2006/main">
            <a:off x="647700" y="2009775"/>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35" name="">
            <a:extLst xmlns:a="http://schemas.openxmlformats.org/drawingml/2006/main">
              <a:ext uri="{FF2B5EF4-FFF2-40B4-BE49-F238E27FC236}">
                <a16:creationId xmlns:a16="http://schemas.microsoft.com/office/drawing/2014/main" id="{85D07EB6-6B3B-45D9-ABEB-90397B6E080C}"/>
              </a:ext>
            </a:extLst>
          </p:cNvPr>
          <p:cNvSpPr>
            <a:spLocks xmlns:a="http://schemas.openxmlformats.org/drawingml/2006/main" noGrp="1"/>
          </p:cNvSpPr>
          <p:nvPr/>
        </p:nvSpPr>
        <p:spPr>
          <a:xfrm xmlns:a="http://schemas.openxmlformats.org/drawingml/2006/main">
            <a:off x="742950"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01</a:t>
            </a:r>
          </a:p>
        </p:txBody>
      </p:sp>
      <p:sp>
        <p:nvSpPr>
          <p:cNvPr id="36" name="">
            <a:extLst xmlns:a="http://schemas.openxmlformats.org/drawingml/2006/main">
              <a:ext uri="{FF2B5EF4-FFF2-40B4-BE49-F238E27FC236}">
                <a16:creationId xmlns:a16="http://schemas.microsoft.com/office/drawing/2014/main" id="{3F4525DA-04F9-4458-A4C8-FAF861185529}"/>
              </a:ext>
            </a:extLst>
          </p:cNvPr>
          <p:cNvSpPr>
            <a:spLocks xmlns:a="http://schemas.openxmlformats.org/drawingml/2006/main" noGrp="1"/>
          </p:cNvSpPr>
          <p:nvPr/>
        </p:nvSpPr>
        <p:spPr>
          <a:xfrm xmlns:a="http://schemas.openxmlformats.org/drawingml/2006/main">
            <a:off x="742950"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Give the goal</a:t>
            </a:r>
          </a:p>
        </p:txBody>
      </p:sp>
      <p:sp>
        <p:nvSpPr>
          <p:cNvPr id="37" name="">
            <a:extLst xmlns:a="http://schemas.openxmlformats.org/drawingml/2006/main">
              <a:ext uri="{FF2B5EF4-FFF2-40B4-BE49-F238E27FC236}">
                <a16:creationId xmlns:a16="http://schemas.microsoft.com/office/drawing/2014/main" id="{971183A7-890C-4A0A-B48A-D4F00AB47441}"/>
              </a:ext>
            </a:extLst>
          </p:cNvPr>
          <p:cNvSpPr>
            <a:spLocks xmlns:a="http://schemas.openxmlformats.org/drawingml/2006/main" noGrp="1"/>
          </p:cNvSpPr>
          <p:nvPr/>
        </p:nvSpPr>
        <p:spPr>
          <a:xfrm xmlns:a="http://schemas.openxmlformats.org/drawingml/2006/main">
            <a:off x="742950"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Say only: complete a line of X before the alien completes O.</a:t>
            </a:r>
          </a:p>
        </p:txBody>
      </p:sp>
      <p:sp>
        <p:nvSpPr>
          <p:cNvPr id="38" name="">
            <a:extLst xmlns:a="http://schemas.openxmlformats.org/drawingml/2006/main">
              <a:ext uri="{FF2B5EF4-FFF2-40B4-BE49-F238E27FC236}">
                <a16:creationId xmlns:a16="http://schemas.microsoft.com/office/drawing/2014/main" id="{4952316A-D571-4158-844A-D372D86F2259}"/>
              </a:ext>
            </a:extLst>
          </p:cNvPr>
          <p:cNvSpPr>
            <a:spLocks xmlns:a="http://schemas.openxmlformats.org/drawingml/2006/main" noGrp="1"/>
          </p:cNvSpPr>
          <p:nvPr/>
        </p:nvSpPr>
        <p:spPr>
          <a:xfrm xmlns:a="http://schemas.openxmlformats.org/drawingml/2006/main">
            <a:off x="3362325"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39" name="">
            <a:extLst xmlns:a="http://schemas.openxmlformats.org/drawingml/2006/main">
              <a:ext uri="{FF2B5EF4-FFF2-40B4-BE49-F238E27FC236}">
                <a16:creationId xmlns:a16="http://schemas.microsoft.com/office/drawing/2014/main" id="{C9F17EBC-6B21-419A-AFDE-F305A03EB425}"/>
              </a:ext>
            </a:extLst>
          </p:cNvPr>
          <p:cNvSpPr>
            <a:spLocks xmlns:a="http://schemas.openxmlformats.org/drawingml/2006/main" noGrp="1"/>
          </p:cNvSpPr>
          <p:nvPr/>
        </p:nvSpPr>
        <p:spPr>
          <a:xfrm xmlns:a="http://schemas.openxmlformats.org/drawingml/2006/main">
            <a:off x="3476625"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02</a:t>
            </a:r>
          </a:p>
        </p:txBody>
      </p:sp>
      <p:sp>
        <p:nvSpPr>
          <p:cNvPr id="40" name="">
            <a:extLst xmlns:a="http://schemas.openxmlformats.org/drawingml/2006/main">
              <a:ext uri="{FF2B5EF4-FFF2-40B4-BE49-F238E27FC236}">
                <a16:creationId xmlns:a16="http://schemas.microsoft.com/office/drawing/2014/main" id="{3AAC0B36-C3DF-419E-A637-7250244CFB07}"/>
              </a:ext>
            </a:extLst>
          </p:cNvPr>
          <p:cNvSpPr>
            <a:spLocks xmlns:a="http://schemas.openxmlformats.org/drawingml/2006/main" noGrp="1"/>
          </p:cNvSpPr>
          <p:nvPr/>
        </p:nvSpPr>
        <p:spPr>
          <a:xfrm xmlns:a="http://schemas.openxmlformats.org/drawingml/2006/main">
            <a:off x="3476625"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Watch the first square</a:t>
            </a:r>
          </a:p>
        </p:txBody>
      </p:sp>
      <p:sp>
        <p:nvSpPr>
          <p:cNvPr id="41" name="">
            <a:extLst xmlns:a="http://schemas.openxmlformats.org/drawingml/2006/main">
              <a:ext uri="{FF2B5EF4-FFF2-40B4-BE49-F238E27FC236}">
                <a16:creationId xmlns:a16="http://schemas.microsoft.com/office/drawing/2014/main" id="{497227BC-6943-4FB3-A33D-034226554730}"/>
              </a:ext>
            </a:extLst>
          </p:cNvPr>
          <p:cNvSpPr>
            <a:spLocks xmlns:a="http://schemas.openxmlformats.org/drawingml/2006/main" noGrp="1"/>
          </p:cNvSpPr>
          <p:nvPr/>
        </p:nvSpPr>
        <p:spPr>
          <a:xfrm xmlns:a="http://schemas.openxmlformats.org/drawingml/2006/main">
            <a:off x="3476625"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Do they understand that the battle determines the mark?</a:t>
            </a:r>
          </a:p>
        </p:txBody>
      </p:sp>
      <p:sp>
        <p:nvSpPr>
          <p:cNvPr id="42" name="">
            <a:extLst xmlns:a="http://schemas.openxmlformats.org/drawingml/2006/main">
              <a:ext uri="{FF2B5EF4-FFF2-40B4-BE49-F238E27FC236}">
                <a16:creationId xmlns:a16="http://schemas.microsoft.com/office/drawing/2014/main" id="{526B08EE-8EEB-49DA-8B56-242F95EB1169}"/>
              </a:ext>
            </a:extLst>
          </p:cNvPr>
          <p:cNvSpPr>
            <a:spLocks xmlns:a="http://schemas.openxmlformats.org/drawingml/2006/main" noGrp="1"/>
          </p:cNvSpPr>
          <p:nvPr/>
        </p:nvSpPr>
        <p:spPr>
          <a:xfrm xmlns:a="http://schemas.openxmlformats.org/drawingml/2006/main">
            <a:off x="6096000"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43" name="">
            <a:extLst xmlns:a="http://schemas.openxmlformats.org/drawingml/2006/main">
              <a:ext uri="{FF2B5EF4-FFF2-40B4-BE49-F238E27FC236}">
                <a16:creationId xmlns:a16="http://schemas.microsoft.com/office/drawing/2014/main" id="{35FB5CF7-45D2-4760-967C-CF1BD9C7BD29}"/>
              </a:ext>
            </a:extLst>
          </p:cNvPr>
          <p:cNvSpPr>
            <a:spLocks xmlns:a="http://schemas.openxmlformats.org/drawingml/2006/main" noGrp="1"/>
          </p:cNvSpPr>
          <p:nvPr/>
        </p:nvSpPr>
        <p:spPr>
          <a:xfrm xmlns:a="http://schemas.openxmlformats.org/drawingml/2006/main">
            <a:off x="6210300"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03</a:t>
            </a:r>
          </a:p>
        </p:txBody>
      </p:sp>
      <p:sp>
        <p:nvSpPr>
          <p:cNvPr id="44" name="">
            <a:extLst xmlns:a="http://schemas.openxmlformats.org/drawingml/2006/main">
              <a:ext uri="{FF2B5EF4-FFF2-40B4-BE49-F238E27FC236}">
                <a16:creationId xmlns:a16="http://schemas.microsoft.com/office/drawing/2014/main" id="{C446F047-4699-4ACD-88F0-DE53F85FC83B}"/>
              </a:ext>
            </a:extLst>
          </p:cNvPr>
          <p:cNvSpPr>
            <a:spLocks xmlns:a="http://schemas.openxmlformats.org/drawingml/2006/main" noGrp="1"/>
          </p:cNvSpPr>
          <p:nvPr/>
        </p:nvSpPr>
        <p:spPr>
          <a:xfrm xmlns:a="http://schemas.openxmlformats.org/drawingml/2006/main">
            <a:off x="6210300"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Watch the restart</a:t>
            </a:r>
          </a:p>
        </p:txBody>
      </p:sp>
      <p:sp>
        <p:nvSpPr>
          <p:cNvPr id="45" name="">
            <a:extLst xmlns:a="http://schemas.openxmlformats.org/drawingml/2006/main">
              <a:ext uri="{FF2B5EF4-FFF2-40B4-BE49-F238E27FC236}">
                <a16:creationId xmlns:a16="http://schemas.microsoft.com/office/drawing/2014/main" id="{AE312046-DAAE-4409-8A19-C9FA1AD67581}"/>
              </a:ext>
            </a:extLst>
          </p:cNvPr>
          <p:cNvSpPr>
            <a:spLocks xmlns:a="http://schemas.openxmlformats.org/drawingml/2006/main" noGrp="1"/>
          </p:cNvSpPr>
          <p:nvPr/>
        </p:nvSpPr>
        <p:spPr>
          <a:xfrm xmlns:a="http://schemas.openxmlformats.org/drawingml/2006/main">
            <a:off x="6210300"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Can they finish a result and begin a clean round?</a:t>
            </a:r>
          </a:p>
        </p:txBody>
      </p:sp>
      <p:sp>
        <p:nvSpPr>
          <p:cNvPr id="46" name="">
            <a:extLst xmlns:a="http://schemas.openxmlformats.org/drawingml/2006/main">
              <a:ext uri="{FF2B5EF4-FFF2-40B4-BE49-F238E27FC236}">
                <a16:creationId xmlns:a16="http://schemas.microsoft.com/office/drawing/2014/main" id="{F45FB959-389E-47A5-8FBC-C27C7C034D31}"/>
              </a:ext>
            </a:extLst>
          </p:cNvPr>
          <p:cNvSpPr>
            <a:spLocks xmlns:a="http://schemas.openxmlformats.org/drawingml/2006/main" noGrp="1"/>
          </p:cNvSpPr>
          <p:nvPr/>
        </p:nvSpPr>
        <p:spPr>
          <a:xfrm xmlns:a="http://schemas.openxmlformats.org/drawingml/2006/main">
            <a:off x="8829675"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47" name="">
            <a:extLst xmlns:a="http://schemas.openxmlformats.org/drawingml/2006/main">
              <a:ext uri="{FF2B5EF4-FFF2-40B4-BE49-F238E27FC236}">
                <a16:creationId xmlns:a16="http://schemas.microsoft.com/office/drawing/2014/main" id="{E31060D6-BCC8-4677-A8EF-13435EE98350}"/>
              </a:ext>
            </a:extLst>
          </p:cNvPr>
          <p:cNvSpPr>
            <a:spLocks xmlns:a="http://schemas.openxmlformats.org/drawingml/2006/main" noGrp="1"/>
          </p:cNvSpPr>
          <p:nvPr/>
        </p:nvSpPr>
        <p:spPr>
          <a:xfrm xmlns:a="http://schemas.openxmlformats.org/drawingml/2006/main">
            <a:off x="8943975"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04</a:t>
            </a:r>
          </a:p>
        </p:txBody>
      </p:sp>
      <p:sp>
        <p:nvSpPr>
          <p:cNvPr id="48" name="">
            <a:extLst xmlns:a="http://schemas.openxmlformats.org/drawingml/2006/main">
              <a:ext uri="{FF2B5EF4-FFF2-40B4-BE49-F238E27FC236}">
                <a16:creationId xmlns:a16="http://schemas.microsoft.com/office/drawing/2014/main" id="{C27B0BBF-C1DB-4926-A361-5E8898C4BF37}"/>
              </a:ext>
            </a:extLst>
          </p:cNvPr>
          <p:cNvSpPr>
            <a:spLocks xmlns:a="http://schemas.openxmlformats.org/drawingml/2006/main" noGrp="1"/>
          </p:cNvSpPr>
          <p:nvPr/>
        </p:nvSpPr>
        <p:spPr>
          <a:xfrm xmlns:a="http://schemas.openxmlformats.org/drawingml/2006/main">
            <a:off x="8943975"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Repair one confusion</a:t>
            </a:r>
          </a:p>
        </p:txBody>
      </p:sp>
      <p:sp>
        <p:nvSpPr>
          <p:cNvPr id="49" name="">
            <a:extLst xmlns:a="http://schemas.openxmlformats.org/drawingml/2006/main">
              <a:ext uri="{FF2B5EF4-FFF2-40B4-BE49-F238E27FC236}">
                <a16:creationId xmlns:a16="http://schemas.microsoft.com/office/drawing/2014/main" id="{4DD0F03C-C025-4B0A-8B32-25E6876EB105}"/>
              </a:ext>
            </a:extLst>
          </p:cNvPr>
          <p:cNvSpPr>
            <a:spLocks xmlns:a="http://schemas.openxmlformats.org/drawingml/2006/main" noGrp="1"/>
          </p:cNvSpPr>
          <p:nvPr/>
        </p:nvSpPr>
        <p:spPr>
          <a:xfrm xmlns:a="http://schemas.openxmlformats.org/drawingml/2006/main">
            <a:off x="8943975"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Improve the instruction or feedback without changing the rules.</a:t>
            </a:r>
          </a:p>
        </p:txBody>
      </p:sp>
      <p:sp>
        <p:nvSpPr>
          <p:cNvPr id="50" name="">
            <a:extLst xmlns:a="http://schemas.openxmlformats.org/drawingml/2006/main">
              <a:ext uri="{FF2B5EF4-FFF2-40B4-BE49-F238E27FC236}">
                <a16:creationId xmlns:a16="http://schemas.microsoft.com/office/drawing/2014/main" id="{D3487C3F-3F95-4517-BDEE-884B7D716159}"/>
              </a:ext>
            </a:extLst>
          </p:cNvPr>
          <p:cNvSpPr>
            <a:spLocks xmlns:a="http://schemas.openxmlformats.org/drawingml/2006/main" noGrp="1"/>
          </p:cNvSpPr>
          <p:nvPr/>
        </p:nvSpPr>
        <p:spPr>
          <a:xfrm xmlns:a="http://schemas.openxmlformats.org/drawingml/2006/main">
            <a:off x="647700" y="470535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51" name="">
            <a:extLst xmlns:a="http://schemas.openxmlformats.org/drawingml/2006/main">
              <a:ext uri="{FF2B5EF4-FFF2-40B4-BE49-F238E27FC236}">
                <a16:creationId xmlns:a16="http://schemas.microsoft.com/office/drawing/2014/main" id="{F96C90CB-A7CD-40C9-858C-F2C07637611D}"/>
              </a:ext>
            </a:extLst>
          </p:cNvPr>
          <p:cNvSpPr>
            <a:spLocks xmlns:a="http://schemas.openxmlformats.org/drawingml/2006/main" noGrp="1"/>
          </p:cNvSpPr>
          <p:nvPr/>
        </p:nvSpPr>
        <p:spPr>
          <a:xfrm xmlns:a="http://schemas.openxmlformats.org/drawingml/2006/main">
            <a:off x="742950" y="49530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The player should not need your memory of how the game works.</a:t>
            </a:r>
          </a:p>
        </p:txBody>
      </p:sp>
      <p:sp>
        <p:nvSpPr>
          <p:cNvPr id="52" name="">
            <a:extLst xmlns:a="http://schemas.openxmlformats.org/drawingml/2006/main">
              <a:ext uri="{FF2B5EF4-FFF2-40B4-BE49-F238E27FC236}">
                <a16:creationId xmlns:a16="http://schemas.microsoft.com/office/drawing/2014/main" id="{DFEB92B6-003D-45EA-8BC2-82A54473A28A}"/>
              </a:ext>
            </a:extLst>
          </p:cNvPr>
          <p:cNvSpPr>
            <a:spLocks xmlns:a="http://schemas.openxmlformats.org/drawingml/2006/main" noGrp="1"/>
          </p:cNvSpPr>
          <p:nvPr/>
        </p:nvSpPr>
        <p:spPr>
          <a:xfrm xmlns:a="http://schemas.openxmlformats.org/drawingml/2006/main">
            <a:off x="3667125" y="6381750"/>
            <a:ext cx="4857750" cy="0"/>
          </a:xfrm>
          <a:prstGeom xmlns:a="http://schemas.openxmlformats.org/drawingml/2006/main" prst="line">
            <a:avLst/>
          </a:prstGeom>
          <a:noFill xmlns:a="http://schemas.openxmlformats.org/drawingml/2006/main"/>
          <a:ln xmlns:a="http://schemas.openxmlformats.org/drawingml/2006/main" w="5715">
            <a:solidFill>
              <a:srgbClr val="D8E2EF"/>
            </a:solidFill>
            <a:prstDash val="solid"/>
          </a:ln>
        </p:spPr>
      </p:sp>
      <p:sp>
        <p:nvSpPr>
          <p:cNvPr id="53" name="">
            <a:extLst xmlns:a="http://schemas.openxmlformats.org/drawingml/2006/main">
              <a:ext uri="{FF2B5EF4-FFF2-40B4-BE49-F238E27FC236}">
                <a16:creationId xmlns:a16="http://schemas.microsoft.com/office/drawing/2014/main" id="{665E7951-BF09-4320-8F6A-AEAA6448AC47}"/>
              </a:ext>
            </a:extLst>
          </p:cNvPr>
          <p:cNvSpPr>
            <a:spLocks xmlns:a="http://schemas.openxmlformats.org/drawingml/2006/main" noGrp="1"/>
          </p:cNvSpPr>
          <p:nvPr/>
        </p:nvSpPr>
        <p:spPr>
          <a:xfrm xmlns:a="http://schemas.openxmlformats.org/drawingml/2006/main">
            <a:off x="6219825" y="6381750"/>
            <a:ext cx="723900" cy="0"/>
          </a:xfrm>
          <a:prstGeom xmlns:a="http://schemas.openxmlformats.org/drawingml/2006/main" prst="line">
            <a:avLst/>
          </a:prstGeom>
          <a:noFill xmlns:a="http://schemas.openxmlformats.org/drawingml/2006/main"/>
          <a:ln xmlns:a="http://schemas.openxmlformats.org/drawingml/2006/main" w="28575">
            <a:solidFill>
              <a:srgbClr val="EF8B39"/>
            </a:solidFill>
            <a:prstDash val="solid"/>
          </a:ln>
        </p:spPr>
      </p:sp>
      <p:sp>
        <p:nvSpPr>
          <p:cNvPr id="54" name="">
            <a:extLst xmlns:a="http://schemas.openxmlformats.org/drawingml/2006/main">
              <a:ext uri="{FF2B5EF4-FFF2-40B4-BE49-F238E27FC236}">
                <a16:creationId xmlns:a16="http://schemas.microsoft.com/office/drawing/2014/main" id="{DBE98B6D-3ECD-49D1-AD8C-8EB8119033FB}"/>
              </a:ext>
            </a:extLst>
          </p:cNvPr>
          <p:cNvSpPr>
            <a:spLocks xmlns:a="http://schemas.openxmlformats.org/drawingml/2006/main" noGrp="1"/>
          </p:cNvSpPr>
          <p:nvPr/>
        </p:nvSpPr>
        <p:spPr>
          <a:xfrm xmlns:a="http://schemas.openxmlformats.org/drawingml/2006/main">
            <a:off x="36337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55" name="">
            <a:extLst xmlns:a="http://schemas.openxmlformats.org/drawingml/2006/main">
              <a:ext uri="{FF2B5EF4-FFF2-40B4-BE49-F238E27FC236}">
                <a16:creationId xmlns:a16="http://schemas.microsoft.com/office/drawing/2014/main" id="{FEC518CF-B895-4FC4-A0DA-36A34CF778AA}"/>
              </a:ext>
            </a:extLst>
          </p:cNvPr>
          <p:cNvSpPr>
            <a:spLocks xmlns:a="http://schemas.openxmlformats.org/drawingml/2006/main" noGrp="1"/>
          </p:cNvSpPr>
          <p:nvPr/>
        </p:nvSpPr>
        <p:spPr>
          <a:xfrm xmlns:a="http://schemas.openxmlformats.org/drawingml/2006/main">
            <a:off x="32670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PLAN</a:t>
            </a:r>
          </a:p>
        </p:txBody>
      </p:sp>
      <p:sp>
        <p:nvSpPr>
          <p:cNvPr id="56" name="">
            <a:extLst xmlns:a="http://schemas.openxmlformats.org/drawingml/2006/main">
              <a:ext uri="{FF2B5EF4-FFF2-40B4-BE49-F238E27FC236}">
                <a16:creationId xmlns:a16="http://schemas.microsoft.com/office/drawing/2014/main" id="{C841B705-F6EE-49FA-8AEE-C8BC842E19BC}"/>
              </a:ext>
            </a:extLst>
          </p:cNvPr>
          <p:cNvSpPr>
            <a:spLocks xmlns:a="http://schemas.openxmlformats.org/drawingml/2006/main" noGrp="1"/>
          </p:cNvSpPr>
          <p:nvPr/>
        </p:nvSpPr>
        <p:spPr>
          <a:xfrm xmlns:a="http://schemas.openxmlformats.org/drawingml/2006/main">
            <a:off x="46053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57" name="">
            <a:extLst xmlns:a="http://schemas.openxmlformats.org/drawingml/2006/main">
              <a:ext uri="{FF2B5EF4-FFF2-40B4-BE49-F238E27FC236}">
                <a16:creationId xmlns:a16="http://schemas.microsoft.com/office/drawing/2014/main" id="{30F8AE25-5BAA-4047-BBF7-0CB1D393E776}"/>
              </a:ext>
            </a:extLst>
          </p:cNvPr>
          <p:cNvSpPr>
            <a:spLocks xmlns:a="http://schemas.openxmlformats.org/drawingml/2006/main" noGrp="1"/>
          </p:cNvSpPr>
          <p:nvPr/>
        </p:nvSpPr>
        <p:spPr>
          <a:xfrm xmlns:a="http://schemas.openxmlformats.org/drawingml/2006/main">
            <a:off x="42386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DESIGN</a:t>
            </a:r>
          </a:p>
        </p:txBody>
      </p:sp>
      <p:sp>
        <p:nvSpPr>
          <p:cNvPr id="58" name="">
            <a:extLst xmlns:a="http://schemas.openxmlformats.org/drawingml/2006/main">
              <a:ext uri="{FF2B5EF4-FFF2-40B4-BE49-F238E27FC236}">
                <a16:creationId xmlns:a16="http://schemas.microsoft.com/office/drawing/2014/main" id="{1E470052-C5B1-4F04-8D43-FADC37536610}"/>
              </a:ext>
            </a:extLst>
          </p:cNvPr>
          <p:cNvSpPr>
            <a:spLocks xmlns:a="http://schemas.openxmlformats.org/drawingml/2006/main" noGrp="1"/>
          </p:cNvSpPr>
          <p:nvPr/>
        </p:nvSpPr>
        <p:spPr>
          <a:xfrm xmlns:a="http://schemas.openxmlformats.org/drawingml/2006/main">
            <a:off x="55768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59" name="">
            <a:extLst xmlns:a="http://schemas.openxmlformats.org/drawingml/2006/main">
              <a:ext uri="{FF2B5EF4-FFF2-40B4-BE49-F238E27FC236}">
                <a16:creationId xmlns:a16="http://schemas.microsoft.com/office/drawing/2014/main" id="{2DD1E5E9-B5BC-4812-801E-60577B85062D}"/>
              </a:ext>
            </a:extLst>
          </p:cNvPr>
          <p:cNvSpPr>
            <a:spLocks xmlns:a="http://schemas.openxmlformats.org/drawingml/2006/main" noGrp="1"/>
          </p:cNvSpPr>
          <p:nvPr/>
        </p:nvSpPr>
        <p:spPr>
          <a:xfrm xmlns:a="http://schemas.openxmlformats.org/drawingml/2006/main">
            <a:off x="52101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BUILD</a:t>
            </a:r>
          </a:p>
        </p:txBody>
      </p:sp>
      <p:sp>
        <p:nvSpPr>
          <p:cNvPr id="60" name="">
            <a:extLst xmlns:a="http://schemas.openxmlformats.org/drawingml/2006/main">
              <a:ext uri="{FF2B5EF4-FFF2-40B4-BE49-F238E27FC236}">
                <a16:creationId xmlns:a16="http://schemas.microsoft.com/office/drawing/2014/main" id="{996BA676-E63F-4E71-B6BE-B549F8A18197}"/>
              </a:ext>
            </a:extLst>
          </p:cNvPr>
          <p:cNvSpPr>
            <a:spLocks xmlns:a="http://schemas.openxmlformats.org/drawingml/2006/main" noGrp="1"/>
          </p:cNvSpPr>
          <p:nvPr/>
        </p:nvSpPr>
        <p:spPr>
          <a:xfrm xmlns:a="http://schemas.openxmlformats.org/drawingml/2006/main">
            <a:off x="6534150" y="6334125"/>
            <a:ext cx="95250" cy="95250"/>
          </a:xfrm>
          <a:prstGeom xmlns:a="http://schemas.openxmlformats.org/drawingml/2006/main" prst="ellipse">
            <a:avLst/>
          </a:prstGeom>
          <a:solidFill xmlns:a="http://schemas.openxmlformats.org/drawingml/2006/main">
            <a:srgbClr val="EF8B39"/>
          </a:solidFill>
          <a:ln xmlns:a="http://schemas.openxmlformats.org/drawingml/2006/main" w="9525">
            <a:solidFill>
              <a:srgbClr val="EF8B39"/>
            </a:solidFill>
            <a:prstDash val="solid"/>
          </a:ln>
        </p:spPr>
      </p:sp>
      <p:sp>
        <p:nvSpPr>
          <p:cNvPr id="61" name="">
            <a:extLst xmlns:a="http://schemas.openxmlformats.org/drawingml/2006/main">
              <a:ext uri="{FF2B5EF4-FFF2-40B4-BE49-F238E27FC236}">
                <a16:creationId xmlns:a16="http://schemas.microsoft.com/office/drawing/2014/main" id="{22120399-E16D-402D-9C55-69DC1F1C6822}"/>
              </a:ext>
            </a:extLst>
          </p:cNvPr>
          <p:cNvSpPr>
            <a:spLocks xmlns:a="http://schemas.openxmlformats.org/drawingml/2006/main" noGrp="1"/>
          </p:cNvSpPr>
          <p:nvPr/>
        </p:nvSpPr>
        <p:spPr>
          <a:xfrm xmlns:a="http://schemas.openxmlformats.org/drawingml/2006/main">
            <a:off x="61817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1">
                <a:solidFill>
                  <a:srgbClr val="B93800"/>
                </a:solidFill>
                <a:latin typeface="Montserrat"/>
                <a:ea typeface="Montserrat"/>
                <a:cs typeface="Montserrat"/>
              </a:defRPr>
            </a:defPPr>
            <a:lvl1pPr algn="ctr">
              <a:defRPr sz="675" b="1">
                <a:solidFill>
                  <a:srgbClr val="B93800"/>
                </a:solidFill>
                <a:latin typeface="Montserrat"/>
                <a:ea typeface="Montserrat"/>
                <a:cs typeface="Montserrat"/>
              </a:defRPr>
            </a:lvl1pPr>
            <a:lvl2pPr algn="ctr">
              <a:defRPr sz="675" b="1">
                <a:solidFill>
                  <a:srgbClr val="B93800"/>
                </a:solidFill>
                <a:latin typeface="Montserrat"/>
                <a:ea typeface="Montserrat"/>
                <a:cs typeface="Montserrat"/>
              </a:defRPr>
            </a:lvl2pPr>
            <a:lvl3pPr algn="ctr">
              <a:defRPr sz="675" b="1">
                <a:solidFill>
                  <a:srgbClr val="B93800"/>
                </a:solidFill>
                <a:latin typeface="Montserrat"/>
                <a:ea typeface="Montserrat"/>
                <a:cs typeface="Montserrat"/>
              </a:defRPr>
            </a:lvl3pPr>
            <a:lvl4pPr algn="ctr">
              <a:defRPr sz="675" b="1">
                <a:solidFill>
                  <a:srgbClr val="B93800"/>
                </a:solidFill>
                <a:latin typeface="Montserrat"/>
                <a:ea typeface="Montserrat"/>
                <a:cs typeface="Montserrat"/>
              </a:defRPr>
            </a:lvl4pPr>
            <a:lvl5pPr algn="ctr">
              <a:defRPr sz="675" b="1">
                <a:solidFill>
                  <a:srgbClr val="B93800"/>
                </a:solidFill>
                <a:latin typeface="Montserrat"/>
                <a:ea typeface="Montserrat"/>
                <a:cs typeface="Montserrat"/>
              </a:defRPr>
            </a:lvl5pPr>
            <a:lvl6pPr algn="ctr">
              <a:defRPr sz="675" b="1">
                <a:solidFill>
                  <a:srgbClr val="B93800"/>
                </a:solidFill>
                <a:latin typeface="Montserrat"/>
                <a:ea typeface="Montserrat"/>
                <a:cs typeface="Montserrat"/>
              </a:defRPr>
            </a:lvl6pPr>
            <a:lvl7pPr algn="ctr">
              <a:defRPr sz="675" b="1">
                <a:solidFill>
                  <a:srgbClr val="B93800"/>
                </a:solidFill>
                <a:latin typeface="Montserrat"/>
                <a:ea typeface="Montserrat"/>
                <a:cs typeface="Montserrat"/>
              </a:defRPr>
            </a:lvl7pPr>
            <a:lvl8pPr algn="ctr">
              <a:defRPr sz="675" b="1">
                <a:solidFill>
                  <a:srgbClr val="B93800"/>
                </a:solidFill>
                <a:latin typeface="Montserrat"/>
                <a:ea typeface="Montserrat"/>
                <a:cs typeface="Montserrat"/>
              </a:defRPr>
            </a:lvl8pPr>
            <a:lvl9pPr algn="ctr">
              <a:defRPr sz="675" b="1">
                <a:solidFill>
                  <a:srgbClr val="B93800"/>
                </a:solidFill>
                <a:latin typeface="Montserrat"/>
                <a:ea typeface="Montserrat"/>
                <a:cs typeface="Montserrat"/>
              </a:defRPr>
            </a:lvl9pPr>
          </a:lstStyle>
          <a:p xmlns:a="http://schemas.openxmlformats.org/drawingml/2006/main">
            <a:pPr algn="ctr">
              <a:defRPr sz="675" b="1">
                <a:solidFill>
                  <a:srgbClr val="B93800"/>
                </a:solidFill>
                <a:latin typeface="Montserrat"/>
                <a:ea typeface="Montserrat"/>
                <a:cs typeface="Montserrat"/>
              </a:defRPr>
            </a:pPr>
            <a:r>
              <a:rPr sz="675" b="1">
                <a:solidFill>
                  <a:srgbClr val="B93800"/>
                </a:solidFill>
                <a:latin typeface="Montserrat"/>
                <a:ea typeface="Montserrat"/>
                <a:cs typeface="Montserrat"/>
              </a:rPr>
              <a:t>TEST</a:t>
            </a:r>
          </a:p>
        </p:txBody>
      </p:sp>
      <p:sp>
        <p:nvSpPr>
          <p:cNvPr id="62" name="">
            <a:extLst xmlns:a="http://schemas.openxmlformats.org/drawingml/2006/main">
              <a:ext uri="{FF2B5EF4-FFF2-40B4-BE49-F238E27FC236}">
                <a16:creationId xmlns:a16="http://schemas.microsoft.com/office/drawing/2014/main" id="{A5E599E3-8C4B-40C8-AF63-D651DF42C6E2}"/>
              </a:ext>
            </a:extLst>
          </p:cNvPr>
          <p:cNvSpPr>
            <a:spLocks xmlns:a="http://schemas.openxmlformats.org/drawingml/2006/main" noGrp="1"/>
          </p:cNvSpPr>
          <p:nvPr/>
        </p:nvSpPr>
        <p:spPr>
          <a:xfrm xmlns:a="http://schemas.openxmlformats.org/drawingml/2006/main">
            <a:off x="75199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63" name="">
            <a:extLst xmlns:a="http://schemas.openxmlformats.org/drawingml/2006/main">
              <a:ext uri="{FF2B5EF4-FFF2-40B4-BE49-F238E27FC236}">
                <a16:creationId xmlns:a16="http://schemas.microsoft.com/office/drawing/2014/main" id="{F8E2245C-81FC-48AF-8D29-A27C74BCDF61}"/>
              </a:ext>
            </a:extLst>
          </p:cNvPr>
          <p:cNvSpPr>
            <a:spLocks xmlns:a="http://schemas.openxmlformats.org/drawingml/2006/main" noGrp="1"/>
          </p:cNvSpPr>
          <p:nvPr/>
        </p:nvSpPr>
        <p:spPr>
          <a:xfrm xmlns:a="http://schemas.openxmlformats.org/drawingml/2006/main">
            <a:off x="71532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DEPLOY</a:t>
            </a:r>
          </a:p>
        </p:txBody>
      </p:sp>
      <p:sp>
        <p:nvSpPr>
          <p:cNvPr id="64" name="">
            <a:extLst xmlns:a="http://schemas.openxmlformats.org/drawingml/2006/main">
              <a:ext uri="{FF2B5EF4-FFF2-40B4-BE49-F238E27FC236}">
                <a16:creationId xmlns:a16="http://schemas.microsoft.com/office/drawing/2014/main" id="{8752D10B-9220-45B2-81FC-83EDAE29D807}"/>
              </a:ext>
            </a:extLst>
          </p:cNvPr>
          <p:cNvSpPr>
            <a:spLocks xmlns:a="http://schemas.openxmlformats.org/drawingml/2006/main" noGrp="1"/>
          </p:cNvSpPr>
          <p:nvPr/>
        </p:nvSpPr>
        <p:spPr>
          <a:xfrm xmlns:a="http://schemas.openxmlformats.org/drawingml/2006/main">
            <a:off x="84915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65" name="">
            <a:extLst xmlns:a="http://schemas.openxmlformats.org/drawingml/2006/main">
              <a:ext uri="{FF2B5EF4-FFF2-40B4-BE49-F238E27FC236}">
                <a16:creationId xmlns:a16="http://schemas.microsoft.com/office/drawing/2014/main" id="{862A6B28-AFB0-4FC2-889F-90F350D8FD96}"/>
              </a:ext>
            </a:extLst>
          </p:cNvPr>
          <p:cNvSpPr>
            <a:spLocks xmlns:a="http://schemas.openxmlformats.org/drawingml/2006/main" noGrp="1"/>
          </p:cNvSpPr>
          <p:nvPr/>
        </p:nvSpPr>
        <p:spPr>
          <a:xfrm xmlns:a="http://schemas.openxmlformats.org/drawingml/2006/main">
            <a:off x="81248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MAINTAIN</a:t>
            </a:r>
          </a:p>
        </p:txBody>
      </p:sp>
    </p:spTree>
    <p:extLst>
      <p:ext uri="{BB962C8B-B14F-4D97-AF65-F5344CB8AC3E}">
        <p14:creationId xmlns:p14="http://schemas.microsoft.com/office/powerpoint/2010/main" val="2058869917"/>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F6385F92-01AB-4192-849A-AFBC919C9CD7}"/>
              </a:ext>
            </a:extLst>
          </p:cNvPr>
          <p:cNvPicPr>
            <a:picLocks xmlns:a="http://schemas.openxmlformats.org/drawingml/2006/main" noChangeAspect="1"/>
          </p:cNvPicPr>
          <p:nvPr/>
        </p:nvPicPr>
        <p:blipFill>
          <a:blip xmlns:r="http://schemas.openxmlformats.org/officeDocument/2006/relationships" xmlns:a="http://schemas.openxmlformats.org/drawingml/2006/main" r:embed="R0090158f6f744b7f"/>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B36FE45C-88E8-4268-BCAF-5B783F6AB3A1}"/>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47 / 63</a:t>
            </a:r>
            <a:endParaRPr sz="900"/>
          </a:p>
        </p:txBody>
      </p:sp>
      <p:sp>
        <p:nvSpPr>
          <p:cNvPr id="87" name="">
            <a:extLst xmlns:a="http://schemas.openxmlformats.org/drawingml/2006/main">
              <a:ext uri="{FF2B5EF4-FFF2-40B4-BE49-F238E27FC236}">
                <a16:creationId xmlns:a16="http://schemas.microsoft.com/office/drawing/2014/main" id="{C426CA63-34DC-41E3-A742-D2259A669867}"/>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307FE2"/>
                </a:solidFill>
                <a:latin typeface="Montserrat"/>
                <a:ea typeface="Montserrat"/>
                <a:cs typeface="Montserrat"/>
              </a:defRPr>
            </a:defPPr>
            <a:lvl1pPr algn="l">
              <a:defRPr sz="1050" b="1">
                <a:solidFill>
                  <a:srgbClr val="307FE2"/>
                </a:solidFill>
                <a:latin typeface="Montserrat"/>
                <a:ea typeface="Montserrat"/>
                <a:cs typeface="Montserrat"/>
              </a:defRPr>
            </a:lvl1pPr>
            <a:lvl2pPr algn="l">
              <a:defRPr sz="1050" b="1">
                <a:solidFill>
                  <a:srgbClr val="307FE2"/>
                </a:solidFill>
                <a:latin typeface="Montserrat"/>
                <a:ea typeface="Montserrat"/>
                <a:cs typeface="Montserrat"/>
              </a:defRPr>
            </a:lvl2pPr>
            <a:lvl3pPr algn="l">
              <a:defRPr sz="1050" b="1">
                <a:solidFill>
                  <a:srgbClr val="307FE2"/>
                </a:solidFill>
                <a:latin typeface="Montserrat"/>
                <a:ea typeface="Montserrat"/>
                <a:cs typeface="Montserrat"/>
              </a:defRPr>
            </a:lvl3pPr>
            <a:lvl4pPr algn="l">
              <a:defRPr sz="1050" b="1">
                <a:solidFill>
                  <a:srgbClr val="307FE2"/>
                </a:solidFill>
                <a:latin typeface="Montserrat"/>
                <a:ea typeface="Montserrat"/>
                <a:cs typeface="Montserrat"/>
              </a:defRPr>
            </a:lvl4pPr>
            <a:lvl5pPr algn="l">
              <a:defRPr sz="1050" b="1">
                <a:solidFill>
                  <a:srgbClr val="307FE2"/>
                </a:solidFill>
                <a:latin typeface="Montserrat"/>
                <a:ea typeface="Montserrat"/>
                <a:cs typeface="Montserrat"/>
              </a:defRPr>
            </a:lvl5pPr>
            <a:lvl6pPr algn="l">
              <a:defRPr sz="1050" b="1">
                <a:solidFill>
                  <a:srgbClr val="307FE2"/>
                </a:solidFill>
                <a:latin typeface="Montserrat"/>
                <a:ea typeface="Montserrat"/>
                <a:cs typeface="Montserrat"/>
              </a:defRPr>
            </a:lvl6pPr>
            <a:lvl7pPr algn="l">
              <a:defRPr sz="1050" b="1">
                <a:solidFill>
                  <a:srgbClr val="307FE2"/>
                </a:solidFill>
                <a:latin typeface="Montserrat"/>
                <a:ea typeface="Montserrat"/>
                <a:cs typeface="Montserrat"/>
              </a:defRPr>
            </a:lvl7pPr>
            <a:lvl8pPr algn="l">
              <a:defRPr sz="1050" b="1">
                <a:solidFill>
                  <a:srgbClr val="307FE2"/>
                </a:solidFill>
                <a:latin typeface="Montserrat"/>
                <a:ea typeface="Montserrat"/>
                <a:cs typeface="Montserrat"/>
              </a:defRPr>
            </a:lvl8pPr>
            <a:lvl9pPr algn="l">
              <a:defRPr sz="1050" b="1">
                <a:solidFill>
                  <a:srgbClr val="307FE2"/>
                </a:solidFill>
                <a:latin typeface="Montserrat"/>
                <a:ea typeface="Montserrat"/>
                <a:cs typeface="Montserrat"/>
              </a:defRPr>
            </a:lvl9pPr>
          </a:lstStyle>
          <a:p xmlns:a="http://schemas.openxmlformats.org/drawingml/2006/main">
            <a:pPr algn="l">
              <a:defRPr sz="1050" b="1">
                <a:solidFill>
                  <a:srgbClr val="307FE2"/>
                </a:solidFill>
                <a:latin typeface="Montserrat"/>
                <a:ea typeface="Montserrat"/>
                <a:cs typeface="Montserrat"/>
              </a:defRPr>
            </a:pPr>
            <a:r>
              <a:rPr sz="1050" b="1">
                <a:solidFill>
                  <a:srgbClr val="307FE2"/>
                </a:solidFill>
                <a:latin typeface="Montserrat"/>
                <a:ea typeface="Montserrat"/>
                <a:cs typeface="Montserrat"/>
              </a:rPr>
              <a:t>// EXERCISE 2 · DEPLOY</a:t>
            </a:r>
          </a:p>
        </p:txBody>
      </p:sp>
      <p:sp>
        <p:nvSpPr>
          <p:cNvPr id="88" name="">
            <a:extLst xmlns:a="http://schemas.openxmlformats.org/drawingml/2006/main">
              <a:ext uri="{FF2B5EF4-FFF2-40B4-BE49-F238E27FC236}">
                <a16:creationId xmlns:a16="http://schemas.microsoft.com/office/drawing/2014/main" id="{C140313F-D898-42E5-8C65-CFB86C299CD4}"/>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94A3B8"/>
                </a:solidFill>
                <a:latin typeface="Montserrat"/>
                <a:ea typeface="Montserrat"/>
                <a:cs typeface="Montserrat"/>
              </a:defRPr>
            </a:defPPr>
            <a:lvl1pPr algn="r">
              <a:defRPr sz="900" b="0">
                <a:solidFill>
                  <a:srgbClr val="94A3B8"/>
                </a:solidFill>
                <a:latin typeface="Montserrat"/>
                <a:ea typeface="Montserrat"/>
                <a:cs typeface="Montserrat"/>
              </a:defRPr>
            </a:lvl1pPr>
            <a:lvl2pPr algn="r">
              <a:defRPr sz="900" b="0">
                <a:solidFill>
                  <a:srgbClr val="94A3B8"/>
                </a:solidFill>
                <a:latin typeface="Montserrat"/>
                <a:ea typeface="Montserrat"/>
                <a:cs typeface="Montserrat"/>
              </a:defRPr>
            </a:lvl2pPr>
            <a:lvl3pPr algn="r">
              <a:defRPr sz="900" b="0">
                <a:solidFill>
                  <a:srgbClr val="94A3B8"/>
                </a:solidFill>
                <a:latin typeface="Montserrat"/>
                <a:ea typeface="Montserrat"/>
                <a:cs typeface="Montserrat"/>
              </a:defRPr>
            </a:lvl3pPr>
            <a:lvl4pPr algn="r">
              <a:defRPr sz="900" b="0">
                <a:solidFill>
                  <a:srgbClr val="94A3B8"/>
                </a:solidFill>
                <a:latin typeface="Montserrat"/>
                <a:ea typeface="Montserrat"/>
                <a:cs typeface="Montserrat"/>
              </a:defRPr>
            </a:lvl4pPr>
            <a:lvl5pPr algn="r">
              <a:defRPr sz="900" b="0">
                <a:solidFill>
                  <a:srgbClr val="94A3B8"/>
                </a:solidFill>
                <a:latin typeface="Montserrat"/>
                <a:ea typeface="Montserrat"/>
                <a:cs typeface="Montserrat"/>
              </a:defRPr>
            </a:lvl5pPr>
            <a:lvl6pPr algn="r">
              <a:defRPr sz="900" b="0">
                <a:solidFill>
                  <a:srgbClr val="94A3B8"/>
                </a:solidFill>
                <a:latin typeface="Montserrat"/>
                <a:ea typeface="Montserrat"/>
                <a:cs typeface="Montserrat"/>
              </a:defRPr>
            </a:lvl6pPr>
            <a:lvl7pPr algn="r">
              <a:defRPr sz="900" b="0">
                <a:solidFill>
                  <a:srgbClr val="94A3B8"/>
                </a:solidFill>
                <a:latin typeface="Montserrat"/>
                <a:ea typeface="Montserrat"/>
                <a:cs typeface="Montserrat"/>
              </a:defRPr>
            </a:lvl7pPr>
            <a:lvl8pPr algn="r">
              <a:defRPr sz="900" b="0">
                <a:solidFill>
                  <a:srgbClr val="94A3B8"/>
                </a:solidFill>
                <a:latin typeface="Montserrat"/>
                <a:ea typeface="Montserrat"/>
                <a:cs typeface="Montserrat"/>
              </a:defRPr>
            </a:lvl8pPr>
            <a:lvl9pPr algn="r">
              <a:defRPr sz="900" b="0">
                <a:solidFill>
                  <a:srgbClr val="94A3B8"/>
                </a:solidFill>
                <a:latin typeface="Montserrat"/>
                <a:ea typeface="Montserrat"/>
                <a:cs typeface="Montserrat"/>
              </a:defRPr>
            </a:lvl9pPr>
          </a:lstStyle>
          <a:p xmlns:a="http://schemas.openxmlformats.org/drawingml/2006/main">
            <a:pPr algn="r">
              <a:defRPr sz="900" b="0">
                <a:solidFill>
                  <a:srgbClr val="94A3B8"/>
                </a:solidFill>
                <a:latin typeface="Montserrat"/>
                <a:ea typeface="Montserrat"/>
                <a:cs typeface="Montserrat"/>
              </a:defRPr>
            </a:pPr>
            <a:r>
              <a:rPr sz="900" b="0">
                <a:solidFill>
                  <a:srgbClr val="94A3B8"/>
                </a:solidFill>
                <a:latin typeface="Montserrat"/>
                <a:ea typeface="Montserrat"/>
                <a:cs typeface="Montserrat"/>
              </a:rPr>
              <a:t>3:00–4:30</a:t>
            </a:r>
          </a:p>
        </p:txBody>
      </p:sp>
      <p:sp>
        <p:nvSpPr>
          <p:cNvPr id="89" name="">
            <a:extLst xmlns:a="http://schemas.openxmlformats.org/drawingml/2006/main">
              <a:ext uri="{FF2B5EF4-FFF2-40B4-BE49-F238E27FC236}">
                <a16:creationId xmlns:a16="http://schemas.microsoft.com/office/drawing/2014/main" id="{68407393-9034-414B-B94D-ECD07FAD8D66}"/>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Save the game to GitHub</a:t>
            </a:r>
          </a:p>
        </p:txBody>
      </p:sp>
      <p:sp>
        <p:nvSpPr>
          <p:cNvPr id="90" name="">
            <a:extLst xmlns:a="http://schemas.openxmlformats.org/drawingml/2006/main">
              <a:ext uri="{FF2B5EF4-FFF2-40B4-BE49-F238E27FC236}">
                <a16:creationId xmlns:a16="http://schemas.microsoft.com/office/drawing/2014/main" id="{D10DD6A2-13CE-4380-AC95-101A1B3933E2}"/>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NEW REPOSITORY · KEEP THE WEBSITE INTACT</a:t>
            </a:r>
          </a:p>
        </p:txBody>
      </p:sp>
      <p:sp>
        <p:nvSpPr>
          <p:cNvPr id="91" name="">
            <a:extLst xmlns:a="http://schemas.openxmlformats.org/drawingml/2006/main">
              <a:ext uri="{FF2B5EF4-FFF2-40B4-BE49-F238E27FC236}">
                <a16:creationId xmlns:a16="http://schemas.microsoft.com/office/drawing/2014/main" id="{7404B3F2-F45E-4E44-914B-432C5A14FB75}"/>
              </a:ext>
            </a:extLst>
          </p:cNvPr>
          <p:cNvSpPr>
            <a:spLocks xmlns:a="http://schemas.openxmlformats.org/drawingml/2006/main" noGrp="1"/>
          </p:cNvSpPr>
          <p:nvPr/>
        </p:nvSpPr>
        <p:spPr>
          <a:xfrm xmlns:a="http://schemas.openxmlformats.org/drawingml/2006/main">
            <a:off x="647700" y="2009775"/>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92" name="">
            <a:extLst xmlns:a="http://schemas.openxmlformats.org/drawingml/2006/main">
              <a:ext uri="{FF2B5EF4-FFF2-40B4-BE49-F238E27FC236}">
                <a16:creationId xmlns:a16="http://schemas.microsoft.com/office/drawing/2014/main" id="{588FF7F4-121F-4D9A-9118-F1147961C8A7}"/>
              </a:ext>
            </a:extLst>
          </p:cNvPr>
          <p:cNvSpPr>
            <a:spLocks xmlns:a="http://schemas.openxmlformats.org/drawingml/2006/main" noGrp="1"/>
          </p:cNvSpPr>
          <p:nvPr/>
        </p:nvSpPr>
        <p:spPr>
          <a:xfrm xmlns:a="http://schemas.openxmlformats.org/drawingml/2006/main">
            <a:off x="742950"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01</a:t>
            </a:r>
          </a:p>
        </p:txBody>
      </p:sp>
      <p:sp>
        <p:nvSpPr>
          <p:cNvPr id="93" name="">
            <a:extLst xmlns:a="http://schemas.openxmlformats.org/drawingml/2006/main">
              <a:ext uri="{FF2B5EF4-FFF2-40B4-BE49-F238E27FC236}">
                <a16:creationId xmlns:a16="http://schemas.microsoft.com/office/drawing/2014/main" id="{C1D6BC73-C214-411D-A8AB-E583CCC4AC78}"/>
              </a:ext>
            </a:extLst>
          </p:cNvPr>
          <p:cNvSpPr>
            <a:spLocks xmlns:a="http://schemas.openxmlformats.org/drawingml/2006/main" noGrp="1"/>
          </p:cNvSpPr>
          <p:nvPr/>
        </p:nvSpPr>
        <p:spPr>
          <a:xfrm xmlns:a="http://schemas.openxmlformats.org/drawingml/2006/main">
            <a:off x="742950"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Create my-first-game</a:t>
            </a:r>
          </a:p>
        </p:txBody>
      </p:sp>
      <p:sp>
        <p:nvSpPr>
          <p:cNvPr id="94" name="">
            <a:extLst xmlns:a="http://schemas.openxmlformats.org/drawingml/2006/main">
              <a:ext uri="{FF2B5EF4-FFF2-40B4-BE49-F238E27FC236}">
                <a16:creationId xmlns:a16="http://schemas.microsoft.com/office/drawing/2014/main" id="{B7B0BD8A-BA96-4EE3-BE12-7C357BCDCEBC}"/>
              </a:ext>
            </a:extLst>
          </p:cNvPr>
          <p:cNvSpPr>
            <a:spLocks xmlns:a="http://schemas.openxmlformats.org/drawingml/2006/main" noGrp="1"/>
          </p:cNvSpPr>
          <p:nvPr/>
        </p:nvSpPr>
        <p:spPr>
          <a:xfrm xmlns:a="http://schemas.openxmlformats.org/drawingml/2006/main">
            <a:off x="742950"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Use your account. Do not reuse my-first-site.</a:t>
            </a:r>
          </a:p>
        </p:txBody>
      </p:sp>
      <p:sp>
        <p:nvSpPr>
          <p:cNvPr id="95" name="">
            <a:extLst xmlns:a="http://schemas.openxmlformats.org/drawingml/2006/main">
              <a:ext uri="{FF2B5EF4-FFF2-40B4-BE49-F238E27FC236}">
                <a16:creationId xmlns:a16="http://schemas.microsoft.com/office/drawing/2014/main" id="{43B3B1E8-1897-43F9-8F4A-ECC2198BF14B}"/>
              </a:ext>
            </a:extLst>
          </p:cNvPr>
          <p:cNvSpPr>
            <a:spLocks xmlns:a="http://schemas.openxmlformats.org/drawingml/2006/main" noGrp="1"/>
          </p:cNvSpPr>
          <p:nvPr/>
        </p:nvSpPr>
        <p:spPr>
          <a:xfrm xmlns:a="http://schemas.openxmlformats.org/drawingml/2006/main">
            <a:off x="3362325"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96" name="">
            <a:extLst xmlns:a="http://schemas.openxmlformats.org/drawingml/2006/main">
              <a:ext uri="{FF2B5EF4-FFF2-40B4-BE49-F238E27FC236}">
                <a16:creationId xmlns:a16="http://schemas.microsoft.com/office/drawing/2014/main" id="{7D0EF81D-E3DD-40A6-9FE3-F3866E30A00F}"/>
              </a:ext>
            </a:extLst>
          </p:cNvPr>
          <p:cNvSpPr>
            <a:spLocks xmlns:a="http://schemas.openxmlformats.org/drawingml/2006/main" noGrp="1"/>
          </p:cNvSpPr>
          <p:nvPr/>
        </p:nvSpPr>
        <p:spPr>
          <a:xfrm xmlns:a="http://schemas.openxmlformats.org/drawingml/2006/main">
            <a:off x="3476625"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02</a:t>
            </a:r>
          </a:p>
        </p:txBody>
      </p:sp>
      <p:sp>
        <p:nvSpPr>
          <p:cNvPr id="97" name="">
            <a:extLst xmlns:a="http://schemas.openxmlformats.org/drawingml/2006/main">
              <a:ext uri="{FF2B5EF4-FFF2-40B4-BE49-F238E27FC236}">
                <a16:creationId xmlns:a16="http://schemas.microsoft.com/office/drawing/2014/main" id="{93AEE603-7747-4CF5-9101-266CE773CC13}"/>
              </a:ext>
            </a:extLst>
          </p:cNvPr>
          <p:cNvSpPr>
            <a:spLocks xmlns:a="http://schemas.openxmlformats.org/drawingml/2006/main" noGrp="1"/>
          </p:cNvSpPr>
          <p:nvPr/>
        </p:nvSpPr>
        <p:spPr>
          <a:xfrm xmlns:a="http://schemas.openxmlformats.org/drawingml/2006/main">
            <a:off x="3476625"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Choose the final files</a:t>
            </a:r>
          </a:p>
        </p:txBody>
      </p:sp>
      <p:sp>
        <p:nvSpPr>
          <p:cNvPr id="98" name="">
            <a:extLst xmlns:a="http://schemas.openxmlformats.org/drawingml/2006/main">
              <a:ext uri="{FF2B5EF4-FFF2-40B4-BE49-F238E27FC236}">
                <a16:creationId xmlns:a16="http://schemas.microsoft.com/office/drawing/2014/main" id="{589EC59C-A5B9-40E3-A189-8AAE8F595A4B}"/>
              </a:ext>
            </a:extLst>
          </p:cNvPr>
          <p:cNvSpPr>
            <a:spLocks xmlns:a="http://schemas.openxmlformats.org/drawingml/2006/main" noGrp="1"/>
          </p:cNvSpPr>
          <p:nvPr/>
        </p:nvSpPr>
        <p:spPr>
          <a:xfrm xmlns:a="http://schemas.openxmlformats.org/drawingml/2006/main">
            <a:off x="3476625"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Upload the integrated game, not the prototypes or temporary test controls.</a:t>
            </a:r>
          </a:p>
        </p:txBody>
      </p:sp>
      <p:sp>
        <p:nvSpPr>
          <p:cNvPr id="99" name="">
            <a:extLst xmlns:a="http://schemas.openxmlformats.org/drawingml/2006/main">
              <a:ext uri="{FF2B5EF4-FFF2-40B4-BE49-F238E27FC236}">
                <a16:creationId xmlns:a16="http://schemas.microsoft.com/office/drawing/2014/main" id="{4B7D615F-446B-46D5-9CB0-6998F184E992}"/>
              </a:ext>
            </a:extLst>
          </p:cNvPr>
          <p:cNvSpPr>
            <a:spLocks xmlns:a="http://schemas.openxmlformats.org/drawingml/2006/main" noGrp="1"/>
          </p:cNvSpPr>
          <p:nvPr/>
        </p:nvSpPr>
        <p:spPr>
          <a:xfrm xmlns:a="http://schemas.openxmlformats.org/drawingml/2006/main">
            <a:off x="6096000"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100" name="">
            <a:extLst xmlns:a="http://schemas.openxmlformats.org/drawingml/2006/main">
              <a:ext uri="{FF2B5EF4-FFF2-40B4-BE49-F238E27FC236}">
                <a16:creationId xmlns:a16="http://schemas.microsoft.com/office/drawing/2014/main" id="{C3669841-D62D-4852-9BD2-89CFB3457C5B}"/>
              </a:ext>
            </a:extLst>
          </p:cNvPr>
          <p:cNvSpPr>
            <a:spLocks xmlns:a="http://schemas.openxmlformats.org/drawingml/2006/main" noGrp="1"/>
          </p:cNvSpPr>
          <p:nvPr/>
        </p:nvSpPr>
        <p:spPr>
          <a:xfrm xmlns:a="http://schemas.openxmlformats.org/drawingml/2006/main">
            <a:off x="6210300"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03</a:t>
            </a:r>
          </a:p>
        </p:txBody>
      </p:sp>
      <p:sp>
        <p:nvSpPr>
          <p:cNvPr id="101" name="">
            <a:extLst xmlns:a="http://schemas.openxmlformats.org/drawingml/2006/main">
              <a:ext uri="{FF2B5EF4-FFF2-40B4-BE49-F238E27FC236}">
                <a16:creationId xmlns:a16="http://schemas.microsoft.com/office/drawing/2014/main" id="{B0818846-10C6-47F3-80B9-7B4CC0A81B5B}"/>
              </a:ext>
            </a:extLst>
          </p:cNvPr>
          <p:cNvSpPr>
            <a:spLocks xmlns:a="http://schemas.openxmlformats.org/drawingml/2006/main" noGrp="1"/>
          </p:cNvSpPr>
          <p:nvPr/>
        </p:nvSpPr>
        <p:spPr>
          <a:xfrm xmlns:a="http://schemas.openxmlformats.org/drawingml/2006/main">
            <a:off x="6210300"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Name the save</a:t>
            </a:r>
          </a:p>
        </p:txBody>
      </p:sp>
      <p:sp>
        <p:nvSpPr>
          <p:cNvPr id="102" name="">
            <a:extLst xmlns:a="http://schemas.openxmlformats.org/drawingml/2006/main">
              <a:ext uri="{FF2B5EF4-FFF2-40B4-BE49-F238E27FC236}">
                <a16:creationId xmlns:a16="http://schemas.microsoft.com/office/drawing/2014/main" id="{95FA429D-88E3-4244-B3C7-170770CC5340}"/>
              </a:ext>
            </a:extLst>
          </p:cNvPr>
          <p:cNvSpPr>
            <a:spLocks xmlns:a="http://schemas.openxmlformats.org/drawingml/2006/main" noGrp="1"/>
          </p:cNvSpPr>
          <p:nvPr/>
        </p:nvSpPr>
        <p:spPr>
          <a:xfrm xmlns:a="http://schemas.openxmlformats.org/drawingml/2006/main">
            <a:off x="6210300"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Use a commit message that identifies the checked game version.</a:t>
            </a:r>
          </a:p>
        </p:txBody>
      </p:sp>
      <p:sp>
        <p:nvSpPr>
          <p:cNvPr id="103" name="">
            <a:extLst xmlns:a="http://schemas.openxmlformats.org/drawingml/2006/main">
              <a:ext uri="{FF2B5EF4-FFF2-40B4-BE49-F238E27FC236}">
                <a16:creationId xmlns:a16="http://schemas.microsoft.com/office/drawing/2014/main" id="{7E93C683-C45E-4E09-9B87-F6BF09A958FF}"/>
              </a:ext>
            </a:extLst>
          </p:cNvPr>
          <p:cNvSpPr>
            <a:spLocks xmlns:a="http://schemas.openxmlformats.org/drawingml/2006/main" noGrp="1"/>
          </p:cNvSpPr>
          <p:nvPr/>
        </p:nvSpPr>
        <p:spPr>
          <a:xfrm xmlns:a="http://schemas.openxmlformats.org/drawingml/2006/main">
            <a:off x="8829675"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104" name="">
            <a:extLst xmlns:a="http://schemas.openxmlformats.org/drawingml/2006/main">
              <a:ext uri="{FF2B5EF4-FFF2-40B4-BE49-F238E27FC236}">
                <a16:creationId xmlns:a16="http://schemas.microsoft.com/office/drawing/2014/main" id="{F9D11295-0904-4379-A82C-0586BD9B07EF}"/>
              </a:ext>
            </a:extLst>
          </p:cNvPr>
          <p:cNvSpPr>
            <a:spLocks xmlns:a="http://schemas.openxmlformats.org/drawingml/2006/main" noGrp="1"/>
          </p:cNvSpPr>
          <p:nvPr/>
        </p:nvSpPr>
        <p:spPr>
          <a:xfrm xmlns:a="http://schemas.openxmlformats.org/drawingml/2006/main">
            <a:off x="8943975"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04</a:t>
            </a:r>
          </a:p>
        </p:txBody>
      </p:sp>
      <p:sp>
        <p:nvSpPr>
          <p:cNvPr id="105" name="">
            <a:extLst xmlns:a="http://schemas.openxmlformats.org/drawingml/2006/main">
              <a:ext uri="{FF2B5EF4-FFF2-40B4-BE49-F238E27FC236}">
                <a16:creationId xmlns:a16="http://schemas.microsoft.com/office/drawing/2014/main" id="{D4DB24FB-432E-415B-B97A-DB171BEC4D95}"/>
              </a:ext>
            </a:extLst>
          </p:cNvPr>
          <p:cNvSpPr>
            <a:spLocks xmlns:a="http://schemas.openxmlformats.org/drawingml/2006/main" noGrp="1"/>
          </p:cNvSpPr>
          <p:nvPr/>
        </p:nvSpPr>
        <p:spPr>
          <a:xfrm xmlns:a="http://schemas.openxmlformats.org/drawingml/2006/main">
            <a:off x="8943975"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Read it back</a:t>
            </a:r>
          </a:p>
        </p:txBody>
      </p:sp>
      <p:sp>
        <p:nvSpPr>
          <p:cNvPr id="106" name="">
            <a:extLst xmlns:a="http://schemas.openxmlformats.org/drawingml/2006/main">
              <a:ext uri="{FF2B5EF4-FFF2-40B4-BE49-F238E27FC236}">
                <a16:creationId xmlns:a16="http://schemas.microsoft.com/office/drawing/2014/main" id="{A4E498C0-0919-47F2-BBCF-26BBB7B35A04}"/>
              </a:ext>
            </a:extLst>
          </p:cNvPr>
          <p:cNvSpPr>
            <a:spLocks xmlns:a="http://schemas.openxmlformats.org/drawingml/2006/main" noGrp="1"/>
          </p:cNvSpPr>
          <p:nvPr/>
        </p:nvSpPr>
        <p:spPr>
          <a:xfrm xmlns:a="http://schemas.openxmlformats.org/drawingml/2006/main">
            <a:off x="8943975"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Open index.html in the game repository and confirm the current instructions.</a:t>
            </a:r>
          </a:p>
        </p:txBody>
      </p:sp>
      <p:sp>
        <p:nvSpPr>
          <p:cNvPr id="107" name="">
            <a:extLst xmlns:a="http://schemas.openxmlformats.org/drawingml/2006/main">
              <a:ext uri="{FF2B5EF4-FFF2-40B4-BE49-F238E27FC236}">
                <a16:creationId xmlns:a16="http://schemas.microsoft.com/office/drawing/2014/main" id="{CD564833-497C-47C4-8342-D221F38DC181}"/>
              </a:ext>
            </a:extLst>
          </p:cNvPr>
          <p:cNvSpPr>
            <a:spLocks xmlns:a="http://schemas.openxmlformats.org/drawingml/2006/main" noGrp="1"/>
          </p:cNvSpPr>
          <p:nvPr/>
        </p:nvSpPr>
        <p:spPr>
          <a:xfrm xmlns:a="http://schemas.openxmlformats.org/drawingml/2006/main">
            <a:off x="647700" y="470535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108" name="">
            <a:extLst xmlns:a="http://schemas.openxmlformats.org/drawingml/2006/main">
              <a:ext uri="{FF2B5EF4-FFF2-40B4-BE49-F238E27FC236}">
                <a16:creationId xmlns:a16="http://schemas.microsoft.com/office/drawing/2014/main" id="{152A9118-0BFE-4896-8AA1-5A69F81CCFCB}"/>
              </a:ext>
            </a:extLst>
          </p:cNvPr>
          <p:cNvSpPr>
            <a:spLocks xmlns:a="http://schemas.openxmlformats.org/drawingml/2006/main" noGrp="1"/>
          </p:cNvSpPr>
          <p:nvPr/>
        </p:nvSpPr>
        <p:spPr>
          <a:xfrm xmlns:a="http://schemas.openxmlformats.org/drawingml/2006/main">
            <a:off x="742950" y="49530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GitHub now holds a second project with its own history.</a:t>
            </a:r>
          </a:p>
        </p:txBody>
      </p:sp>
      <p:sp>
        <p:nvSpPr>
          <p:cNvPr id="109" name="">
            <a:extLst xmlns:a="http://schemas.openxmlformats.org/drawingml/2006/main">
              <a:ext uri="{FF2B5EF4-FFF2-40B4-BE49-F238E27FC236}">
                <a16:creationId xmlns:a16="http://schemas.microsoft.com/office/drawing/2014/main" id="{A4355D37-42F6-4FDB-934A-C67F1140722B}"/>
              </a:ext>
            </a:extLst>
          </p:cNvPr>
          <p:cNvSpPr>
            <a:spLocks xmlns:a="http://schemas.openxmlformats.org/drawingml/2006/main" noGrp="1"/>
          </p:cNvSpPr>
          <p:nvPr/>
        </p:nvSpPr>
        <p:spPr>
          <a:xfrm xmlns:a="http://schemas.openxmlformats.org/drawingml/2006/main">
            <a:off x="3667125" y="6381750"/>
            <a:ext cx="4857750" cy="0"/>
          </a:xfrm>
          <a:prstGeom xmlns:a="http://schemas.openxmlformats.org/drawingml/2006/main" prst="line">
            <a:avLst/>
          </a:prstGeom>
          <a:noFill xmlns:a="http://schemas.openxmlformats.org/drawingml/2006/main"/>
          <a:ln xmlns:a="http://schemas.openxmlformats.org/drawingml/2006/main" w="5715">
            <a:solidFill>
              <a:srgbClr val="D8E2EF"/>
            </a:solidFill>
            <a:prstDash val="solid"/>
          </a:ln>
        </p:spPr>
      </p:sp>
      <p:sp>
        <p:nvSpPr>
          <p:cNvPr id="110" name="">
            <a:extLst xmlns:a="http://schemas.openxmlformats.org/drawingml/2006/main">
              <a:ext uri="{FF2B5EF4-FFF2-40B4-BE49-F238E27FC236}">
                <a16:creationId xmlns:a16="http://schemas.microsoft.com/office/drawing/2014/main" id="{B584A131-79D8-4317-9431-71ADF7931BC0}"/>
              </a:ext>
            </a:extLst>
          </p:cNvPr>
          <p:cNvSpPr>
            <a:spLocks xmlns:a="http://schemas.openxmlformats.org/drawingml/2006/main" noGrp="1"/>
          </p:cNvSpPr>
          <p:nvPr/>
        </p:nvSpPr>
        <p:spPr>
          <a:xfrm xmlns:a="http://schemas.openxmlformats.org/drawingml/2006/main">
            <a:off x="7191375" y="6381750"/>
            <a:ext cx="723900" cy="0"/>
          </a:xfrm>
          <a:prstGeom xmlns:a="http://schemas.openxmlformats.org/drawingml/2006/main" prst="line">
            <a:avLst/>
          </a:prstGeom>
          <a:noFill xmlns:a="http://schemas.openxmlformats.org/drawingml/2006/main"/>
          <a:ln xmlns:a="http://schemas.openxmlformats.org/drawingml/2006/main" w="28575">
            <a:solidFill>
              <a:srgbClr val="EF8B39"/>
            </a:solidFill>
            <a:prstDash val="solid"/>
          </a:ln>
        </p:spPr>
      </p:sp>
      <p:sp>
        <p:nvSpPr>
          <p:cNvPr id="111" name="">
            <a:extLst xmlns:a="http://schemas.openxmlformats.org/drawingml/2006/main">
              <a:ext uri="{FF2B5EF4-FFF2-40B4-BE49-F238E27FC236}">
                <a16:creationId xmlns:a16="http://schemas.microsoft.com/office/drawing/2014/main" id="{4A3056AE-5F57-4518-AEAB-5B0F5FFE9CA1}"/>
              </a:ext>
            </a:extLst>
          </p:cNvPr>
          <p:cNvSpPr>
            <a:spLocks xmlns:a="http://schemas.openxmlformats.org/drawingml/2006/main" noGrp="1"/>
          </p:cNvSpPr>
          <p:nvPr/>
        </p:nvSpPr>
        <p:spPr>
          <a:xfrm xmlns:a="http://schemas.openxmlformats.org/drawingml/2006/main">
            <a:off x="36337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12" name="">
            <a:extLst xmlns:a="http://schemas.openxmlformats.org/drawingml/2006/main">
              <a:ext uri="{FF2B5EF4-FFF2-40B4-BE49-F238E27FC236}">
                <a16:creationId xmlns:a16="http://schemas.microsoft.com/office/drawing/2014/main" id="{4318E44F-E17D-4CA3-A1FE-71A5D0E7F2A2}"/>
              </a:ext>
            </a:extLst>
          </p:cNvPr>
          <p:cNvSpPr>
            <a:spLocks xmlns:a="http://schemas.openxmlformats.org/drawingml/2006/main" noGrp="1"/>
          </p:cNvSpPr>
          <p:nvPr/>
        </p:nvSpPr>
        <p:spPr>
          <a:xfrm xmlns:a="http://schemas.openxmlformats.org/drawingml/2006/main">
            <a:off x="32670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PLAN</a:t>
            </a:r>
          </a:p>
        </p:txBody>
      </p:sp>
      <p:sp>
        <p:nvSpPr>
          <p:cNvPr id="113" name="">
            <a:extLst xmlns:a="http://schemas.openxmlformats.org/drawingml/2006/main">
              <a:ext uri="{FF2B5EF4-FFF2-40B4-BE49-F238E27FC236}">
                <a16:creationId xmlns:a16="http://schemas.microsoft.com/office/drawing/2014/main" id="{B0EBCBF4-3524-4E5C-B9CC-A9972DEFEBBE}"/>
              </a:ext>
            </a:extLst>
          </p:cNvPr>
          <p:cNvSpPr>
            <a:spLocks xmlns:a="http://schemas.openxmlformats.org/drawingml/2006/main" noGrp="1"/>
          </p:cNvSpPr>
          <p:nvPr/>
        </p:nvSpPr>
        <p:spPr>
          <a:xfrm xmlns:a="http://schemas.openxmlformats.org/drawingml/2006/main">
            <a:off x="46053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14" name="">
            <a:extLst xmlns:a="http://schemas.openxmlformats.org/drawingml/2006/main">
              <a:ext uri="{FF2B5EF4-FFF2-40B4-BE49-F238E27FC236}">
                <a16:creationId xmlns:a16="http://schemas.microsoft.com/office/drawing/2014/main" id="{8C48B69E-AEE3-4305-9200-9E09A453AC91}"/>
              </a:ext>
            </a:extLst>
          </p:cNvPr>
          <p:cNvSpPr>
            <a:spLocks xmlns:a="http://schemas.openxmlformats.org/drawingml/2006/main" noGrp="1"/>
          </p:cNvSpPr>
          <p:nvPr/>
        </p:nvSpPr>
        <p:spPr>
          <a:xfrm xmlns:a="http://schemas.openxmlformats.org/drawingml/2006/main">
            <a:off x="42386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DESIGN</a:t>
            </a:r>
          </a:p>
        </p:txBody>
      </p:sp>
      <p:sp>
        <p:nvSpPr>
          <p:cNvPr id="115" name="">
            <a:extLst xmlns:a="http://schemas.openxmlformats.org/drawingml/2006/main">
              <a:ext uri="{FF2B5EF4-FFF2-40B4-BE49-F238E27FC236}">
                <a16:creationId xmlns:a16="http://schemas.microsoft.com/office/drawing/2014/main" id="{DC148372-C8E1-410E-A466-B73D17560CBF}"/>
              </a:ext>
            </a:extLst>
          </p:cNvPr>
          <p:cNvSpPr>
            <a:spLocks xmlns:a="http://schemas.openxmlformats.org/drawingml/2006/main" noGrp="1"/>
          </p:cNvSpPr>
          <p:nvPr/>
        </p:nvSpPr>
        <p:spPr>
          <a:xfrm xmlns:a="http://schemas.openxmlformats.org/drawingml/2006/main">
            <a:off x="55768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16" name="">
            <a:extLst xmlns:a="http://schemas.openxmlformats.org/drawingml/2006/main">
              <a:ext uri="{FF2B5EF4-FFF2-40B4-BE49-F238E27FC236}">
                <a16:creationId xmlns:a16="http://schemas.microsoft.com/office/drawing/2014/main" id="{A580B3F2-602C-40C5-8D8D-BD861AA9F6FD}"/>
              </a:ext>
            </a:extLst>
          </p:cNvPr>
          <p:cNvSpPr>
            <a:spLocks xmlns:a="http://schemas.openxmlformats.org/drawingml/2006/main" noGrp="1"/>
          </p:cNvSpPr>
          <p:nvPr/>
        </p:nvSpPr>
        <p:spPr>
          <a:xfrm xmlns:a="http://schemas.openxmlformats.org/drawingml/2006/main">
            <a:off x="52101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BUILD</a:t>
            </a:r>
          </a:p>
        </p:txBody>
      </p:sp>
      <p:sp>
        <p:nvSpPr>
          <p:cNvPr id="117" name="">
            <a:extLst xmlns:a="http://schemas.openxmlformats.org/drawingml/2006/main">
              <a:ext uri="{FF2B5EF4-FFF2-40B4-BE49-F238E27FC236}">
                <a16:creationId xmlns:a16="http://schemas.microsoft.com/office/drawing/2014/main" id="{E9BEB95E-A142-40F9-9263-C69BC77DAB1A}"/>
              </a:ext>
            </a:extLst>
          </p:cNvPr>
          <p:cNvSpPr>
            <a:spLocks xmlns:a="http://schemas.openxmlformats.org/drawingml/2006/main" noGrp="1"/>
          </p:cNvSpPr>
          <p:nvPr/>
        </p:nvSpPr>
        <p:spPr>
          <a:xfrm xmlns:a="http://schemas.openxmlformats.org/drawingml/2006/main">
            <a:off x="65484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18" name="">
            <a:extLst xmlns:a="http://schemas.openxmlformats.org/drawingml/2006/main">
              <a:ext uri="{FF2B5EF4-FFF2-40B4-BE49-F238E27FC236}">
                <a16:creationId xmlns:a16="http://schemas.microsoft.com/office/drawing/2014/main" id="{FF355363-E67C-47DC-AF15-8C2B0569B38F}"/>
              </a:ext>
            </a:extLst>
          </p:cNvPr>
          <p:cNvSpPr>
            <a:spLocks xmlns:a="http://schemas.openxmlformats.org/drawingml/2006/main" noGrp="1"/>
          </p:cNvSpPr>
          <p:nvPr/>
        </p:nvSpPr>
        <p:spPr>
          <a:xfrm xmlns:a="http://schemas.openxmlformats.org/drawingml/2006/main">
            <a:off x="61817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TEST</a:t>
            </a:r>
          </a:p>
        </p:txBody>
      </p:sp>
      <p:sp>
        <p:nvSpPr>
          <p:cNvPr id="119" name="">
            <a:extLst xmlns:a="http://schemas.openxmlformats.org/drawingml/2006/main">
              <a:ext uri="{FF2B5EF4-FFF2-40B4-BE49-F238E27FC236}">
                <a16:creationId xmlns:a16="http://schemas.microsoft.com/office/drawing/2014/main" id="{58862247-3E76-4173-B831-829D59DC8736}"/>
              </a:ext>
            </a:extLst>
          </p:cNvPr>
          <p:cNvSpPr>
            <a:spLocks xmlns:a="http://schemas.openxmlformats.org/drawingml/2006/main" noGrp="1"/>
          </p:cNvSpPr>
          <p:nvPr/>
        </p:nvSpPr>
        <p:spPr>
          <a:xfrm xmlns:a="http://schemas.openxmlformats.org/drawingml/2006/main">
            <a:off x="7505700" y="6334125"/>
            <a:ext cx="95250" cy="95250"/>
          </a:xfrm>
          <a:prstGeom xmlns:a="http://schemas.openxmlformats.org/drawingml/2006/main" prst="ellipse">
            <a:avLst/>
          </a:prstGeom>
          <a:solidFill xmlns:a="http://schemas.openxmlformats.org/drawingml/2006/main">
            <a:srgbClr val="EF8B39"/>
          </a:solidFill>
          <a:ln xmlns:a="http://schemas.openxmlformats.org/drawingml/2006/main" w="9525">
            <a:solidFill>
              <a:srgbClr val="EF8B39"/>
            </a:solidFill>
            <a:prstDash val="solid"/>
          </a:ln>
        </p:spPr>
      </p:sp>
      <p:sp>
        <p:nvSpPr>
          <p:cNvPr id="120" name="">
            <a:extLst xmlns:a="http://schemas.openxmlformats.org/drawingml/2006/main">
              <a:ext uri="{FF2B5EF4-FFF2-40B4-BE49-F238E27FC236}">
                <a16:creationId xmlns:a16="http://schemas.microsoft.com/office/drawing/2014/main" id="{9F411B21-974E-4061-B266-54C9F8133981}"/>
              </a:ext>
            </a:extLst>
          </p:cNvPr>
          <p:cNvSpPr>
            <a:spLocks xmlns:a="http://schemas.openxmlformats.org/drawingml/2006/main" noGrp="1"/>
          </p:cNvSpPr>
          <p:nvPr/>
        </p:nvSpPr>
        <p:spPr>
          <a:xfrm xmlns:a="http://schemas.openxmlformats.org/drawingml/2006/main">
            <a:off x="71532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1">
                <a:solidFill>
                  <a:srgbClr val="B93800"/>
                </a:solidFill>
                <a:latin typeface="Montserrat"/>
                <a:ea typeface="Montserrat"/>
                <a:cs typeface="Montserrat"/>
              </a:defRPr>
            </a:defPPr>
            <a:lvl1pPr algn="ctr">
              <a:defRPr sz="675" b="1">
                <a:solidFill>
                  <a:srgbClr val="B93800"/>
                </a:solidFill>
                <a:latin typeface="Montserrat"/>
                <a:ea typeface="Montserrat"/>
                <a:cs typeface="Montserrat"/>
              </a:defRPr>
            </a:lvl1pPr>
            <a:lvl2pPr algn="ctr">
              <a:defRPr sz="675" b="1">
                <a:solidFill>
                  <a:srgbClr val="B93800"/>
                </a:solidFill>
                <a:latin typeface="Montserrat"/>
                <a:ea typeface="Montserrat"/>
                <a:cs typeface="Montserrat"/>
              </a:defRPr>
            </a:lvl2pPr>
            <a:lvl3pPr algn="ctr">
              <a:defRPr sz="675" b="1">
                <a:solidFill>
                  <a:srgbClr val="B93800"/>
                </a:solidFill>
                <a:latin typeface="Montserrat"/>
                <a:ea typeface="Montserrat"/>
                <a:cs typeface="Montserrat"/>
              </a:defRPr>
            </a:lvl3pPr>
            <a:lvl4pPr algn="ctr">
              <a:defRPr sz="675" b="1">
                <a:solidFill>
                  <a:srgbClr val="B93800"/>
                </a:solidFill>
                <a:latin typeface="Montserrat"/>
                <a:ea typeface="Montserrat"/>
                <a:cs typeface="Montserrat"/>
              </a:defRPr>
            </a:lvl4pPr>
            <a:lvl5pPr algn="ctr">
              <a:defRPr sz="675" b="1">
                <a:solidFill>
                  <a:srgbClr val="B93800"/>
                </a:solidFill>
                <a:latin typeface="Montserrat"/>
                <a:ea typeface="Montserrat"/>
                <a:cs typeface="Montserrat"/>
              </a:defRPr>
            </a:lvl5pPr>
            <a:lvl6pPr algn="ctr">
              <a:defRPr sz="675" b="1">
                <a:solidFill>
                  <a:srgbClr val="B93800"/>
                </a:solidFill>
                <a:latin typeface="Montserrat"/>
                <a:ea typeface="Montserrat"/>
                <a:cs typeface="Montserrat"/>
              </a:defRPr>
            </a:lvl6pPr>
            <a:lvl7pPr algn="ctr">
              <a:defRPr sz="675" b="1">
                <a:solidFill>
                  <a:srgbClr val="B93800"/>
                </a:solidFill>
                <a:latin typeface="Montserrat"/>
                <a:ea typeface="Montserrat"/>
                <a:cs typeface="Montserrat"/>
              </a:defRPr>
            </a:lvl7pPr>
            <a:lvl8pPr algn="ctr">
              <a:defRPr sz="675" b="1">
                <a:solidFill>
                  <a:srgbClr val="B93800"/>
                </a:solidFill>
                <a:latin typeface="Montserrat"/>
                <a:ea typeface="Montserrat"/>
                <a:cs typeface="Montserrat"/>
              </a:defRPr>
            </a:lvl8pPr>
            <a:lvl9pPr algn="ctr">
              <a:defRPr sz="675" b="1">
                <a:solidFill>
                  <a:srgbClr val="B93800"/>
                </a:solidFill>
                <a:latin typeface="Montserrat"/>
                <a:ea typeface="Montserrat"/>
                <a:cs typeface="Montserrat"/>
              </a:defRPr>
            </a:lvl9pPr>
          </a:lstStyle>
          <a:p xmlns:a="http://schemas.openxmlformats.org/drawingml/2006/main">
            <a:pPr algn="ctr">
              <a:defRPr sz="675" b="1">
                <a:solidFill>
                  <a:srgbClr val="B93800"/>
                </a:solidFill>
                <a:latin typeface="Montserrat"/>
                <a:ea typeface="Montserrat"/>
                <a:cs typeface="Montserrat"/>
              </a:defRPr>
            </a:pPr>
            <a:r>
              <a:rPr sz="675" b="1">
                <a:solidFill>
                  <a:srgbClr val="B93800"/>
                </a:solidFill>
                <a:latin typeface="Montserrat"/>
                <a:ea typeface="Montserrat"/>
                <a:cs typeface="Montserrat"/>
              </a:rPr>
              <a:t>DEPLOY</a:t>
            </a:r>
          </a:p>
        </p:txBody>
      </p:sp>
      <p:sp>
        <p:nvSpPr>
          <p:cNvPr id="121" name="">
            <a:extLst xmlns:a="http://schemas.openxmlformats.org/drawingml/2006/main">
              <a:ext uri="{FF2B5EF4-FFF2-40B4-BE49-F238E27FC236}">
                <a16:creationId xmlns:a16="http://schemas.microsoft.com/office/drawing/2014/main" id="{348BDEB3-CC81-47EE-A706-DD5722AFED5F}"/>
              </a:ext>
            </a:extLst>
          </p:cNvPr>
          <p:cNvSpPr>
            <a:spLocks xmlns:a="http://schemas.openxmlformats.org/drawingml/2006/main" noGrp="1"/>
          </p:cNvSpPr>
          <p:nvPr/>
        </p:nvSpPr>
        <p:spPr>
          <a:xfrm xmlns:a="http://schemas.openxmlformats.org/drawingml/2006/main">
            <a:off x="84915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22" name="">
            <a:extLst xmlns:a="http://schemas.openxmlformats.org/drawingml/2006/main">
              <a:ext uri="{FF2B5EF4-FFF2-40B4-BE49-F238E27FC236}">
                <a16:creationId xmlns:a16="http://schemas.microsoft.com/office/drawing/2014/main" id="{8E69A2CD-41FA-4C08-816B-F37E0746A000}"/>
              </a:ext>
            </a:extLst>
          </p:cNvPr>
          <p:cNvSpPr>
            <a:spLocks xmlns:a="http://schemas.openxmlformats.org/drawingml/2006/main" noGrp="1"/>
          </p:cNvSpPr>
          <p:nvPr/>
        </p:nvSpPr>
        <p:spPr>
          <a:xfrm xmlns:a="http://schemas.openxmlformats.org/drawingml/2006/main">
            <a:off x="81248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MAINTAIN</a:t>
            </a:r>
          </a:p>
        </p:txBody>
      </p:sp>
    </p:spTree>
    <p:extLst>
      <p:ext uri="{BB962C8B-B14F-4D97-AF65-F5344CB8AC3E}">
        <p14:creationId xmlns:p14="http://schemas.microsoft.com/office/powerpoint/2010/main" val="671339531"/>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6F9B7CEF-7C72-44CC-8564-50EA75C36B28}"/>
              </a:ext>
            </a:extLst>
          </p:cNvPr>
          <p:cNvPicPr>
            <a:picLocks xmlns:a="http://schemas.openxmlformats.org/drawingml/2006/main" noChangeAspect="1"/>
          </p:cNvPicPr>
          <p:nvPr/>
        </p:nvPicPr>
        <p:blipFill>
          <a:blip xmlns:r="http://schemas.openxmlformats.org/officeDocument/2006/relationships" xmlns:a="http://schemas.openxmlformats.org/drawingml/2006/main" r:embed="R331ac6b929f24818"/>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F9195540-F9BF-400A-A08D-975CBC91A63B}"/>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48 / 63</a:t>
            </a:r>
            <a:endParaRPr sz="900"/>
          </a:p>
        </p:txBody>
      </p:sp>
      <p:sp>
        <p:nvSpPr>
          <p:cNvPr id="76" name="">
            <a:extLst xmlns:a="http://schemas.openxmlformats.org/drawingml/2006/main">
              <a:ext uri="{FF2B5EF4-FFF2-40B4-BE49-F238E27FC236}">
                <a16:creationId xmlns:a16="http://schemas.microsoft.com/office/drawing/2014/main" id="{50E44D6F-E739-4C8B-8E36-950310A26664}"/>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307FE2"/>
                </a:solidFill>
                <a:latin typeface="Montserrat"/>
                <a:ea typeface="Montserrat"/>
                <a:cs typeface="Montserrat"/>
              </a:defRPr>
            </a:defPPr>
            <a:lvl1pPr algn="l">
              <a:defRPr sz="1050" b="1">
                <a:solidFill>
                  <a:srgbClr val="307FE2"/>
                </a:solidFill>
                <a:latin typeface="Montserrat"/>
                <a:ea typeface="Montserrat"/>
                <a:cs typeface="Montserrat"/>
              </a:defRPr>
            </a:lvl1pPr>
            <a:lvl2pPr algn="l">
              <a:defRPr sz="1050" b="1">
                <a:solidFill>
                  <a:srgbClr val="307FE2"/>
                </a:solidFill>
                <a:latin typeface="Montserrat"/>
                <a:ea typeface="Montserrat"/>
                <a:cs typeface="Montserrat"/>
              </a:defRPr>
            </a:lvl2pPr>
            <a:lvl3pPr algn="l">
              <a:defRPr sz="1050" b="1">
                <a:solidFill>
                  <a:srgbClr val="307FE2"/>
                </a:solidFill>
                <a:latin typeface="Montserrat"/>
                <a:ea typeface="Montserrat"/>
                <a:cs typeface="Montserrat"/>
              </a:defRPr>
            </a:lvl3pPr>
            <a:lvl4pPr algn="l">
              <a:defRPr sz="1050" b="1">
                <a:solidFill>
                  <a:srgbClr val="307FE2"/>
                </a:solidFill>
                <a:latin typeface="Montserrat"/>
                <a:ea typeface="Montserrat"/>
                <a:cs typeface="Montserrat"/>
              </a:defRPr>
            </a:lvl4pPr>
            <a:lvl5pPr algn="l">
              <a:defRPr sz="1050" b="1">
                <a:solidFill>
                  <a:srgbClr val="307FE2"/>
                </a:solidFill>
                <a:latin typeface="Montserrat"/>
                <a:ea typeface="Montserrat"/>
                <a:cs typeface="Montserrat"/>
              </a:defRPr>
            </a:lvl5pPr>
            <a:lvl6pPr algn="l">
              <a:defRPr sz="1050" b="1">
                <a:solidFill>
                  <a:srgbClr val="307FE2"/>
                </a:solidFill>
                <a:latin typeface="Montserrat"/>
                <a:ea typeface="Montserrat"/>
                <a:cs typeface="Montserrat"/>
              </a:defRPr>
            </a:lvl6pPr>
            <a:lvl7pPr algn="l">
              <a:defRPr sz="1050" b="1">
                <a:solidFill>
                  <a:srgbClr val="307FE2"/>
                </a:solidFill>
                <a:latin typeface="Montserrat"/>
                <a:ea typeface="Montserrat"/>
                <a:cs typeface="Montserrat"/>
              </a:defRPr>
            </a:lvl7pPr>
            <a:lvl8pPr algn="l">
              <a:defRPr sz="1050" b="1">
                <a:solidFill>
                  <a:srgbClr val="307FE2"/>
                </a:solidFill>
                <a:latin typeface="Montserrat"/>
                <a:ea typeface="Montserrat"/>
                <a:cs typeface="Montserrat"/>
              </a:defRPr>
            </a:lvl8pPr>
            <a:lvl9pPr algn="l">
              <a:defRPr sz="1050" b="1">
                <a:solidFill>
                  <a:srgbClr val="307FE2"/>
                </a:solidFill>
                <a:latin typeface="Montserrat"/>
                <a:ea typeface="Montserrat"/>
                <a:cs typeface="Montserrat"/>
              </a:defRPr>
            </a:lvl9pPr>
          </a:lstStyle>
          <a:p xmlns:a="http://schemas.openxmlformats.org/drawingml/2006/main">
            <a:pPr algn="l">
              <a:defRPr sz="1050" b="1">
                <a:solidFill>
                  <a:srgbClr val="307FE2"/>
                </a:solidFill>
                <a:latin typeface="Montserrat"/>
                <a:ea typeface="Montserrat"/>
                <a:cs typeface="Montserrat"/>
              </a:defRPr>
            </a:pPr>
            <a:r>
              <a:rPr sz="1050" b="1">
                <a:solidFill>
                  <a:srgbClr val="307FE2"/>
                </a:solidFill>
                <a:latin typeface="Montserrat"/>
                <a:ea typeface="Montserrat"/>
                <a:cs typeface="Montserrat"/>
              </a:rPr>
              <a:t>// EXERCISE 2 · DEPLOY</a:t>
            </a:r>
          </a:p>
        </p:txBody>
      </p:sp>
      <p:sp>
        <p:nvSpPr>
          <p:cNvPr id="77" name="">
            <a:extLst xmlns:a="http://schemas.openxmlformats.org/drawingml/2006/main">
              <a:ext uri="{FF2B5EF4-FFF2-40B4-BE49-F238E27FC236}">
                <a16:creationId xmlns:a16="http://schemas.microsoft.com/office/drawing/2014/main" id="{2897605D-B5A0-4348-9C71-D27DB5CB9DC7}"/>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94A3B8"/>
                </a:solidFill>
                <a:latin typeface="Montserrat"/>
                <a:ea typeface="Montserrat"/>
                <a:cs typeface="Montserrat"/>
              </a:defRPr>
            </a:defPPr>
            <a:lvl1pPr algn="r">
              <a:defRPr sz="900" b="0">
                <a:solidFill>
                  <a:srgbClr val="94A3B8"/>
                </a:solidFill>
                <a:latin typeface="Montserrat"/>
                <a:ea typeface="Montserrat"/>
                <a:cs typeface="Montserrat"/>
              </a:defRPr>
            </a:lvl1pPr>
            <a:lvl2pPr algn="r">
              <a:defRPr sz="900" b="0">
                <a:solidFill>
                  <a:srgbClr val="94A3B8"/>
                </a:solidFill>
                <a:latin typeface="Montserrat"/>
                <a:ea typeface="Montserrat"/>
                <a:cs typeface="Montserrat"/>
              </a:defRPr>
            </a:lvl2pPr>
            <a:lvl3pPr algn="r">
              <a:defRPr sz="900" b="0">
                <a:solidFill>
                  <a:srgbClr val="94A3B8"/>
                </a:solidFill>
                <a:latin typeface="Montserrat"/>
                <a:ea typeface="Montserrat"/>
                <a:cs typeface="Montserrat"/>
              </a:defRPr>
            </a:lvl3pPr>
            <a:lvl4pPr algn="r">
              <a:defRPr sz="900" b="0">
                <a:solidFill>
                  <a:srgbClr val="94A3B8"/>
                </a:solidFill>
                <a:latin typeface="Montserrat"/>
                <a:ea typeface="Montserrat"/>
                <a:cs typeface="Montserrat"/>
              </a:defRPr>
            </a:lvl4pPr>
            <a:lvl5pPr algn="r">
              <a:defRPr sz="900" b="0">
                <a:solidFill>
                  <a:srgbClr val="94A3B8"/>
                </a:solidFill>
                <a:latin typeface="Montserrat"/>
                <a:ea typeface="Montserrat"/>
                <a:cs typeface="Montserrat"/>
              </a:defRPr>
            </a:lvl5pPr>
            <a:lvl6pPr algn="r">
              <a:defRPr sz="900" b="0">
                <a:solidFill>
                  <a:srgbClr val="94A3B8"/>
                </a:solidFill>
                <a:latin typeface="Montserrat"/>
                <a:ea typeface="Montserrat"/>
                <a:cs typeface="Montserrat"/>
              </a:defRPr>
            </a:lvl6pPr>
            <a:lvl7pPr algn="r">
              <a:defRPr sz="900" b="0">
                <a:solidFill>
                  <a:srgbClr val="94A3B8"/>
                </a:solidFill>
                <a:latin typeface="Montserrat"/>
                <a:ea typeface="Montserrat"/>
                <a:cs typeface="Montserrat"/>
              </a:defRPr>
            </a:lvl7pPr>
            <a:lvl8pPr algn="r">
              <a:defRPr sz="900" b="0">
                <a:solidFill>
                  <a:srgbClr val="94A3B8"/>
                </a:solidFill>
                <a:latin typeface="Montserrat"/>
                <a:ea typeface="Montserrat"/>
                <a:cs typeface="Montserrat"/>
              </a:defRPr>
            </a:lvl8pPr>
            <a:lvl9pPr algn="r">
              <a:defRPr sz="900" b="0">
                <a:solidFill>
                  <a:srgbClr val="94A3B8"/>
                </a:solidFill>
                <a:latin typeface="Montserrat"/>
                <a:ea typeface="Montserrat"/>
                <a:cs typeface="Montserrat"/>
              </a:defRPr>
            </a:lvl9pPr>
          </a:lstStyle>
          <a:p xmlns:a="http://schemas.openxmlformats.org/drawingml/2006/main">
            <a:pPr algn="r">
              <a:defRPr sz="900" b="0">
                <a:solidFill>
                  <a:srgbClr val="94A3B8"/>
                </a:solidFill>
                <a:latin typeface="Montserrat"/>
                <a:ea typeface="Montserrat"/>
                <a:cs typeface="Montserrat"/>
              </a:defRPr>
            </a:pPr>
            <a:r>
              <a:rPr sz="900" b="0">
                <a:solidFill>
                  <a:srgbClr val="94A3B8"/>
                </a:solidFill>
                <a:latin typeface="Montserrat"/>
                <a:ea typeface="Montserrat"/>
                <a:cs typeface="Montserrat"/>
              </a:rPr>
              <a:t>3:00–4:30</a:t>
            </a:r>
          </a:p>
        </p:txBody>
      </p:sp>
      <p:sp>
        <p:nvSpPr>
          <p:cNvPr id="78" name="">
            <a:extLst xmlns:a="http://schemas.openxmlformats.org/drawingml/2006/main">
              <a:ext uri="{FF2B5EF4-FFF2-40B4-BE49-F238E27FC236}">
                <a16:creationId xmlns:a16="http://schemas.microsoft.com/office/drawing/2014/main" id="{791BD754-100E-429F-A8EE-1BFE3E41175F}"/>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Deploy the game</a:t>
            </a:r>
          </a:p>
        </p:txBody>
      </p:sp>
      <p:sp>
        <p:nvSpPr>
          <p:cNvPr id="79" name="">
            <a:extLst xmlns:a="http://schemas.openxmlformats.org/drawingml/2006/main">
              <a:ext uri="{FF2B5EF4-FFF2-40B4-BE49-F238E27FC236}">
                <a16:creationId xmlns:a16="http://schemas.microsoft.com/office/drawing/2014/main" id="{869937DC-DD5C-4CF5-8DE0-11D73CB23D93}"/>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A SECOND VERCEL PROJECT · A SECOND LIVE URL</a:t>
            </a:r>
          </a:p>
        </p:txBody>
      </p:sp>
      <p:sp>
        <p:nvSpPr>
          <p:cNvPr id="80" name="">
            <a:extLst xmlns:a="http://schemas.openxmlformats.org/drawingml/2006/main">
              <a:ext uri="{FF2B5EF4-FFF2-40B4-BE49-F238E27FC236}">
                <a16:creationId xmlns:a16="http://schemas.microsoft.com/office/drawing/2014/main" id="{98CC0FA5-2C56-4EB5-84F7-0ECFEAC73EA0}"/>
              </a:ext>
            </a:extLst>
          </p:cNvPr>
          <p:cNvSpPr>
            <a:spLocks xmlns:a="http://schemas.openxmlformats.org/drawingml/2006/main" noGrp="1"/>
          </p:cNvSpPr>
          <p:nvPr/>
        </p:nvSpPr>
        <p:spPr>
          <a:xfrm xmlns:a="http://schemas.openxmlformats.org/drawingml/2006/main">
            <a:off x="647700" y="2009775"/>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81" name="">
            <a:extLst xmlns:a="http://schemas.openxmlformats.org/drawingml/2006/main">
              <a:ext uri="{FF2B5EF4-FFF2-40B4-BE49-F238E27FC236}">
                <a16:creationId xmlns:a16="http://schemas.microsoft.com/office/drawing/2014/main" id="{A0813AC3-5809-488A-972A-68ED82A4710B}"/>
              </a:ext>
            </a:extLst>
          </p:cNvPr>
          <p:cNvSpPr>
            <a:spLocks xmlns:a="http://schemas.openxmlformats.org/drawingml/2006/main" noGrp="1"/>
          </p:cNvSpPr>
          <p:nvPr/>
        </p:nvSpPr>
        <p:spPr>
          <a:xfrm xmlns:a="http://schemas.openxmlformats.org/drawingml/2006/main">
            <a:off x="742950"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01</a:t>
            </a:r>
          </a:p>
        </p:txBody>
      </p:sp>
      <p:sp>
        <p:nvSpPr>
          <p:cNvPr id="82" name="">
            <a:extLst xmlns:a="http://schemas.openxmlformats.org/drawingml/2006/main">
              <a:ext uri="{FF2B5EF4-FFF2-40B4-BE49-F238E27FC236}">
                <a16:creationId xmlns:a16="http://schemas.microsoft.com/office/drawing/2014/main" id="{0937220C-37C1-46F4-8E6E-C2547DA4275E}"/>
              </a:ext>
            </a:extLst>
          </p:cNvPr>
          <p:cNvSpPr>
            <a:spLocks xmlns:a="http://schemas.openxmlformats.org/drawingml/2006/main" noGrp="1"/>
          </p:cNvSpPr>
          <p:nvPr/>
        </p:nvSpPr>
        <p:spPr>
          <a:xfrm xmlns:a="http://schemas.openxmlformats.org/drawingml/2006/main">
            <a:off x="742950"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New Project</a:t>
            </a:r>
          </a:p>
        </p:txBody>
      </p:sp>
      <p:sp>
        <p:nvSpPr>
          <p:cNvPr id="83" name="">
            <a:extLst xmlns:a="http://schemas.openxmlformats.org/drawingml/2006/main">
              <a:ext uri="{FF2B5EF4-FFF2-40B4-BE49-F238E27FC236}">
                <a16:creationId xmlns:a16="http://schemas.microsoft.com/office/drawing/2014/main" id="{705400CA-28A9-4736-99DD-6CC7A3CD4CC1}"/>
              </a:ext>
            </a:extLst>
          </p:cNvPr>
          <p:cNvSpPr>
            <a:spLocks xmlns:a="http://schemas.openxmlformats.org/drawingml/2006/main" noGrp="1"/>
          </p:cNvSpPr>
          <p:nvPr/>
        </p:nvSpPr>
        <p:spPr>
          <a:xfrm xmlns:a="http://schemas.openxmlformats.org/drawingml/2006/main">
            <a:off x="742950"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Start another Vercel project under the intended account or team.</a:t>
            </a:r>
          </a:p>
        </p:txBody>
      </p:sp>
      <p:sp>
        <p:nvSpPr>
          <p:cNvPr id="84" name="">
            <a:extLst xmlns:a="http://schemas.openxmlformats.org/drawingml/2006/main">
              <a:ext uri="{FF2B5EF4-FFF2-40B4-BE49-F238E27FC236}">
                <a16:creationId xmlns:a16="http://schemas.microsoft.com/office/drawing/2014/main" id="{DFBFF446-1B04-4632-BD0E-E88F902E11D3}"/>
              </a:ext>
            </a:extLst>
          </p:cNvPr>
          <p:cNvSpPr>
            <a:spLocks xmlns:a="http://schemas.openxmlformats.org/drawingml/2006/main" noGrp="1"/>
          </p:cNvSpPr>
          <p:nvPr/>
        </p:nvSpPr>
        <p:spPr>
          <a:xfrm xmlns:a="http://schemas.openxmlformats.org/drawingml/2006/main">
            <a:off x="3362325"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85" name="">
            <a:extLst xmlns:a="http://schemas.openxmlformats.org/drawingml/2006/main">
              <a:ext uri="{FF2B5EF4-FFF2-40B4-BE49-F238E27FC236}">
                <a16:creationId xmlns:a16="http://schemas.microsoft.com/office/drawing/2014/main" id="{863F2BBD-B2A0-48A6-87CF-F1268AD816CB}"/>
              </a:ext>
            </a:extLst>
          </p:cNvPr>
          <p:cNvSpPr>
            <a:spLocks xmlns:a="http://schemas.openxmlformats.org/drawingml/2006/main" noGrp="1"/>
          </p:cNvSpPr>
          <p:nvPr/>
        </p:nvSpPr>
        <p:spPr>
          <a:xfrm xmlns:a="http://schemas.openxmlformats.org/drawingml/2006/main">
            <a:off x="3476625"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02</a:t>
            </a:r>
          </a:p>
        </p:txBody>
      </p:sp>
      <p:sp>
        <p:nvSpPr>
          <p:cNvPr id="86" name="">
            <a:extLst xmlns:a="http://schemas.openxmlformats.org/drawingml/2006/main">
              <a:ext uri="{FF2B5EF4-FFF2-40B4-BE49-F238E27FC236}">
                <a16:creationId xmlns:a16="http://schemas.microsoft.com/office/drawing/2014/main" id="{FBCD760D-FB83-4020-B713-02A464FE948A}"/>
              </a:ext>
            </a:extLst>
          </p:cNvPr>
          <p:cNvSpPr>
            <a:spLocks xmlns:a="http://schemas.openxmlformats.org/drawingml/2006/main" noGrp="1"/>
          </p:cNvSpPr>
          <p:nvPr/>
        </p:nvSpPr>
        <p:spPr>
          <a:xfrm xmlns:a="http://schemas.openxmlformats.org/drawingml/2006/main">
            <a:off x="3476625"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Import my-first-game</a:t>
            </a:r>
          </a:p>
        </p:txBody>
      </p:sp>
      <p:sp>
        <p:nvSpPr>
          <p:cNvPr id="87" name="">
            <a:extLst xmlns:a="http://schemas.openxmlformats.org/drawingml/2006/main">
              <a:ext uri="{FF2B5EF4-FFF2-40B4-BE49-F238E27FC236}">
                <a16:creationId xmlns:a16="http://schemas.microsoft.com/office/drawing/2014/main" id="{F0A9EDD3-D790-4700-BD18-829D3F6DB0E5}"/>
              </a:ext>
            </a:extLst>
          </p:cNvPr>
          <p:cNvSpPr>
            <a:spLocks xmlns:a="http://schemas.openxmlformats.org/drawingml/2006/main" noGrp="1"/>
          </p:cNvSpPr>
          <p:nvPr/>
        </p:nvSpPr>
        <p:spPr>
          <a:xfrm xmlns:a="http://schemas.openxmlformats.org/drawingml/2006/main">
            <a:off x="3476625"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Confirm the repository name before choosing Import.</a:t>
            </a:r>
          </a:p>
        </p:txBody>
      </p:sp>
      <p:sp>
        <p:nvSpPr>
          <p:cNvPr id="88" name="">
            <a:extLst xmlns:a="http://schemas.openxmlformats.org/drawingml/2006/main">
              <a:ext uri="{FF2B5EF4-FFF2-40B4-BE49-F238E27FC236}">
                <a16:creationId xmlns:a16="http://schemas.microsoft.com/office/drawing/2014/main" id="{11F81F53-6013-4108-BF1C-9100094B04E8}"/>
              </a:ext>
            </a:extLst>
          </p:cNvPr>
          <p:cNvSpPr>
            <a:spLocks xmlns:a="http://schemas.openxmlformats.org/drawingml/2006/main" noGrp="1"/>
          </p:cNvSpPr>
          <p:nvPr/>
        </p:nvSpPr>
        <p:spPr>
          <a:xfrm xmlns:a="http://schemas.openxmlformats.org/drawingml/2006/main">
            <a:off x="6096000"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89" name="">
            <a:extLst xmlns:a="http://schemas.openxmlformats.org/drawingml/2006/main">
              <a:ext uri="{FF2B5EF4-FFF2-40B4-BE49-F238E27FC236}">
                <a16:creationId xmlns:a16="http://schemas.microsoft.com/office/drawing/2014/main" id="{3CACDCE4-533A-4AB0-BEA4-1EF88E8CC745}"/>
              </a:ext>
            </a:extLst>
          </p:cNvPr>
          <p:cNvSpPr>
            <a:spLocks xmlns:a="http://schemas.openxmlformats.org/drawingml/2006/main" noGrp="1"/>
          </p:cNvSpPr>
          <p:nvPr/>
        </p:nvSpPr>
        <p:spPr>
          <a:xfrm xmlns:a="http://schemas.openxmlformats.org/drawingml/2006/main">
            <a:off x="6210300"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03</a:t>
            </a:r>
          </a:p>
        </p:txBody>
      </p:sp>
      <p:sp>
        <p:nvSpPr>
          <p:cNvPr id="90" name="">
            <a:extLst xmlns:a="http://schemas.openxmlformats.org/drawingml/2006/main">
              <a:ext uri="{FF2B5EF4-FFF2-40B4-BE49-F238E27FC236}">
                <a16:creationId xmlns:a16="http://schemas.microsoft.com/office/drawing/2014/main" id="{DEC3A8BD-6868-433E-A02A-C13E4BB64660}"/>
              </a:ext>
            </a:extLst>
          </p:cNvPr>
          <p:cNvSpPr>
            <a:spLocks xmlns:a="http://schemas.openxmlformats.org/drawingml/2006/main" noGrp="1"/>
          </p:cNvSpPr>
          <p:nvPr/>
        </p:nvSpPr>
        <p:spPr>
          <a:xfrm xmlns:a="http://schemas.openxmlformats.org/drawingml/2006/main">
            <a:off x="6210300"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Check the static settings</a:t>
            </a:r>
          </a:p>
        </p:txBody>
      </p:sp>
      <p:sp>
        <p:nvSpPr>
          <p:cNvPr id="91" name="">
            <a:extLst xmlns:a="http://schemas.openxmlformats.org/drawingml/2006/main">
              <a:ext uri="{FF2B5EF4-FFF2-40B4-BE49-F238E27FC236}">
                <a16:creationId xmlns:a16="http://schemas.microsoft.com/office/drawing/2014/main" id="{D27D0598-1EBC-483B-B9A3-E6EE96593DE6}"/>
              </a:ext>
            </a:extLst>
          </p:cNvPr>
          <p:cNvSpPr>
            <a:spLocks xmlns:a="http://schemas.openxmlformats.org/drawingml/2006/main" noGrp="1"/>
          </p:cNvSpPr>
          <p:nvPr/>
        </p:nvSpPr>
        <p:spPr>
          <a:xfrm xmlns:a="http://schemas.openxmlformats.org/drawingml/2006/main">
            <a:off x="6210300"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Use the repository root and no build command for the single-file game.</a:t>
            </a:r>
          </a:p>
        </p:txBody>
      </p:sp>
      <p:sp>
        <p:nvSpPr>
          <p:cNvPr id="92" name="">
            <a:extLst xmlns:a="http://schemas.openxmlformats.org/drawingml/2006/main">
              <a:ext uri="{FF2B5EF4-FFF2-40B4-BE49-F238E27FC236}">
                <a16:creationId xmlns:a16="http://schemas.microsoft.com/office/drawing/2014/main" id="{30A6C256-45B4-4CFB-B584-ED9DDD498E30}"/>
              </a:ext>
            </a:extLst>
          </p:cNvPr>
          <p:cNvSpPr>
            <a:spLocks xmlns:a="http://schemas.openxmlformats.org/drawingml/2006/main" noGrp="1"/>
          </p:cNvSpPr>
          <p:nvPr/>
        </p:nvSpPr>
        <p:spPr>
          <a:xfrm xmlns:a="http://schemas.openxmlformats.org/drawingml/2006/main">
            <a:off x="8829675"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93" name="">
            <a:extLst xmlns:a="http://schemas.openxmlformats.org/drawingml/2006/main">
              <a:ext uri="{FF2B5EF4-FFF2-40B4-BE49-F238E27FC236}">
                <a16:creationId xmlns:a16="http://schemas.microsoft.com/office/drawing/2014/main" id="{37E55CDF-FBA5-48A3-A19D-975F878606E1}"/>
              </a:ext>
            </a:extLst>
          </p:cNvPr>
          <p:cNvSpPr>
            <a:spLocks xmlns:a="http://schemas.openxmlformats.org/drawingml/2006/main" noGrp="1"/>
          </p:cNvSpPr>
          <p:nvPr/>
        </p:nvSpPr>
        <p:spPr>
          <a:xfrm xmlns:a="http://schemas.openxmlformats.org/drawingml/2006/main">
            <a:off x="8943975"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04</a:t>
            </a:r>
          </a:p>
        </p:txBody>
      </p:sp>
      <p:sp>
        <p:nvSpPr>
          <p:cNvPr id="94" name="">
            <a:extLst xmlns:a="http://schemas.openxmlformats.org/drawingml/2006/main">
              <a:ext uri="{FF2B5EF4-FFF2-40B4-BE49-F238E27FC236}">
                <a16:creationId xmlns:a16="http://schemas.microsoft.com/office/drawing/2014/main" id="{BF9DE260-31E6-4882-921C-3EEA648DBD9B}"/>
              </a:ext>
            </a:extLst>
          </p:cNvPr>
          <p:cNvSpPr>
            <a:spLocks xmlns:a="http://schemas.openxmlformats.org/drawingml/2006/main" noGrp="1"/>
          </p:cNvSpPr>
          <p:nvPr/>
        </p:nvSpPr>
        <p:spPr>
          <a:xfrm xmlns:a="http://schemas.openxmlformats.org/drawingml/2006/main">
            <a:off x="8943975"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Deploy and play</a:t>
            </a:r>
          </a:p>
        </p:txBody>
      </p:sp>
      <p:sp>
        <p:nvSpPr>
          <p:cNvPr id="95" name="">
            <a:extLst xmlns:a="http://schemas.openxmlformats.org/drawingml/2006/main">
              <a:ext uri="{FF2B5EF4-FFF2-40B4-BE49-F238E27FC236}">
                <a16:creationId xmlns:a16="http://schemas.microsoft.com/office/drawing/2014/main" id="{783B7EAB-C8E4-43E7-92FE-5A95E0C9FCCF}"/>
              </a:ext>
            </a:extLst>
          </p:cNvPr>
          <p:cNvSpPr>
            <a:spLocks xmlns:a="http://schemas.openxmlformats.org/drawingml/2006/main" noGrp="1"/>
          </p:cNvSpPr>
          <p:nvPr/>
        </p:nvSpPr>
        <p:spPr>
          <a:xfrm xmlns:a="http://schemas.openxmlformats.org/drawingml/2006/main">
            <a:off x="8943975"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Open the finished URL. Complete one battle, one board result, and a restart.</a:t>
            </a:r>
          </a:p>
        </p:txBody>
      </p:sp>
      <p:sp>
        <p:nvSpPr>
          <p:cNvPr id="96" name="">
            <a:extLst xmlns:a="http://schemas.openxmlformats.org/drawingml/2006/main">
              <a:ext uri="{FF2B5EF4-FFF2-40B4-BE49-F238E27FC236}">
                <a16:creationId xmlns:a16="http://schemas.microsoft.com/office/drawing/2014/main" id="{20579653-EDF6-4C8C-AAF1-ABF16CF1F7A8}"/>
              </a:ext>
            </a:extLst>
          </p:cNvPr>
          <p:cNvSpPr>
            <a:spLocks xmlns:a="http://schemas.openxmlformats.org/drawingml/2006/main" noGrp="1"/>
          </p:cNvSpPr>
          <p:nvPr/>
        </p:nvSpPr>
        <p:spPr>
          <a:xfrm xmlns:a="http://schemas.openxmlformats.org/drawingml/2006/main">
            <a:off x="647700" y="470535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97" name="">
            <a:extLst xmlns:a="http://schemas.openxmlformats.org/drawingml/2006/main">
              <a:ext uri="{FF2B5EF4-FFF2-40B4-BE49-F238E27FC236}">
                <a16:creationId xmlns:a16="http://schemas.microsoft.com/office/drawing/2014/main" id="{16E3B1D3-156E-454E-B087-D01EDDA5E338}"/>
              </a:ext>
            </a:extLst>
          </p:cNvPr>
          <p:cNvSpPr>
            <a:spLocks xmlns:a="http://schemas.openxmlformats.org/drawingml/2006/main" noGrp="1"/>
          </p:cNvSpPr>
          <p:nvPr/>
        </p:nvSpPr>
        <p:spPr>
          <a:xfrm xmlns:a="http://schemas.openxmlformats.org/drawingml/2006/main">
            <a:off x="742950" y="49530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The game and website now have different repositories, projects, and URLs.</a:t>
            </a:r>
          </a:p>
        </p:txBody>
      </p:sp>
      <p:sp>
        <p:nvSpPr>
          <p:cNvPr id="98" name="">
            <a:extLst xmlns:a="http://schemas.openxmlformats.org/drawingml/2006/main">
              <a:ext uri="{FF2B5EF4-FFF2-40B4-BE49-F238E27FC236}">
                <a16:creationId xmlns:a16="http://schemas.microsoft.com/office/drawing/2014/main" id="{D5187BE9-285E-4C4D-B234-FE2208D62246}"/>
              </a:ext>
            </a:extLst>
          </p:cNvPr>
          <p:cNvSpPr>
            <a:spLocks xmlns:a="http://schemas.openxmlformats.org/drawingml/2006/main" noGrp="1"/>
          </p:cNvSpPr>
          <p:nvPr/>
        </p:nvSpPr>
        <p:spPr>
          <a:xfrm xmlns:a="http://schemas.openxmlformats.org/drawingml/2006/main">
            <a:off x="3667125" y="6381750"/>
            <a:ext cx="4857750" cy="0"/>
          </a:xfrm>
          <a:prstGeom xmlns:a="http://schemas.openxmlformats.org/drawingml/2006/main" prst="line">
            <a:avLst/>
          </a:prstGeom>
          <a:noFill xmlns:a="http://schemas.openxmlformats.org/drawingml/2006/main"/>
          <a:ln xmlns:a="http://schemas.openxmlformats.org/drawingml/2006/main" w="5715">
            <a:solidFill>
              <a:srgbClr val="D8E2EF"/>
            </a:solidFill>
            <a:prstDash val="solid"/>
          </a:ln>
        </p:spPr>
      </p:sp>
      <p:sp>
        <p:nvSpPr>
          <p:cNvPr id="99" name="">
            <a:extLst xmlns:a="http://schemas.openxmlformats.org/drawingml/2006/main">
              <a:ext uri="{FF2B5EF4-FFF2-40B4-BE49-F238E27FC236}">
                <a16:creationId xmlns:a16="http://schemas.microsoft.com/office/drawing/2014/main" id="{7386871D-3F94-4463-A262-ACBC36A4C351}"/>
              </a:ext>
            </a:extLst>
          </p:cNvPr>
          <p:cNvSpPr>
            <a:spLocks xmlns:a="http://schemas.openxmlformats.org/drawingml/2006/main" noGrp="1"/>
          </p:cNvSpPr>
          <p:nvPr/>
        </p:nvSpPr>
        <p:spPr>
          <a:xfrm xmlns:a="http://schemas.openxmlformats.org/drawingml/2006/main">
            <a:off x="7191375" y="6381750"/>
            <a:ext cx="723900" cy="0"/>
          </a:xfrm>
          <a:prstGeom xmlns:a="http://schemas.openxmlformats.org/drawingml/2006/main" prst="line">
            <a:avLst/>
          </a:prstGeom>
          <a:noFill xmlns:a="http://schemas.openxmlformats.org/drawingml/2006/main"/>
          <a:ln xmlns:a="http://schemas.openxmlformats.org/drawingml/2006/main" w="28575">
            <a:solidFill>
              <a:srgbClr val="EF8B39"/>
            </a:solidFill>
            <a:prstDash val="solid"/>
          </a:ln>
        </p:spPr>
      </p:sp>
      <p:sp>
        <p:nvSpPr>
          <p:cNvPr id="100" name="">
            <a:extLst xmlns:a="http://schemas.openxmlformats.org/drawingml/2006/main">
              <a:ext uri="{FF2B5EF4-FFF2-40B4-BE49-F238E27FC236}">
                <a16:creationId xmlns:a16="http://schemas.microsoft.com/office/drawing/2014/main" id="{6B6B1ABD-0E89-466D-846B-8447FC626942}"/>
              </a:ext>
            </a:extLst>
          </p:cNvPr>
          <p:cNvSpPr>
            <a:spLocks xmlns:a="http://schemas.openxmlformats.org/drawingml/2006/main" noGrp="1"/>
          </p:cNvSpPr>
          <p:nvPr/>
        </p:nvSpPr>
        <p:spPr>
          <a:xfrm xmlns:a="http://schemas.openxmlformats.org/drawingml/2006/main">
            <a:off x="36337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01" name="">
            <a:extLst xmlns:a="http://schemas.openxmlformats.org/drawingml/2006/main">
              <a:ext uri="{FF2B5EF4-FFF2-40B4-BE49-F238E27FC236}">
                <a16:creationId xmlns:a16="http://schemas.microsoft.com/office/drawing/2014/main" id="{A110B811-53A3-4F93-9FE6-CE88958604F8}"/>
              </a:ext>
            </a:extLst>
          </p:cNvPr>
          <p:cNvSpPr>
            <a:spLocks xmlns:a="http://schemas.openxmlformats.org/drawingml/2006/main" noGrp="1"/>
          </p:cNvSpPr>
          <p:nvPr/>
        </p:nvSpPr>
        <p:spPr>
          <a:xfrm xmlns:a="http://schemas.openxmlformats.org/drawingml/2006/main">
            <a:off x="32670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PLAN</a:t>
            </a:r>
          </a:p>
        </p:txBody>
      </p:sp>
      <p:sp>
        <p:nvSpPr>
          <p:cNvPr id="102" name="">
            <a:extLst xmlns:a="http://schemas.openxmlformats.org/drawingml/2006/main">
              <a:ext uri="{FF2B5EF4-FFF2-40B4-BE49-F238E27FC236}">
                <a16:creationId xmlns:a16="http://schemas.microsoft.com/office/drawing/2014/main" id="{A7652A19-F35F-499F-9352-0FC3D3A988DA}"/>
              </a:ext>
            </a:extLst>
          </p:cNvPr>
          <p:cNvSpPr>
            <a:spLocks xmlns:a="http://schemas.openxmlformats.org/drawingml/2006/main" noGrp="1"/>
          </p:cNvSpPr>
          <p:nvPr/>
        </p:nvSpPr>
        <p:spPr>
          <a:xfrm xmlns:a="http://schemas.openxmlformats.org/drawingml/2006/main">
            <a:off x="46053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03" name="">
            <a:extLst xmlns:a="http://schemas.openxmlformats.org/drawingml/2006/main">
              <a:ext uri="{FF2B5EF4-FFF2-40B4-BE49-F238E27FC236}">
                <a16:creationId xmlns:a16="http://schemas.microsoft.com/office/drawing/2014/main" id="{DD0B4297-AA6B-477A-AE1B-7FB56C29EA22}"/>
              </a:ext>
            </a:extLst>
          </p:cNvPr>
          <p:cNvSpPr>
            <a:spLocks xmlns:a="http://schemas.openxmlformats.org/drawingml/2006/main" noGrp="1"/>
          </p:cNvSpPr>
          <p:nvPr/>
        </p:nvSpPr>
        <p:spPr>
          <a:xfrm xmlns:a="http://schemas.openxmlformats.org/drawingml/2006/main">
            <a:off x="42386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DESIGN</a:t>
            </a:r>
          </a:p>
        </p:txBody>
      </p:sp>
      <p:sp>
        <p:nvSpPr>
          <p:cNvPr id="104" name="">
            <a:extLst xmlns:a="http://schemas.openxmlformats.org/drawingml/2006/main">
              <a:ext uri="{FF2B5EF4-FFF2-40B4-BE49-F238E27FC236}">
                <a16:creationId xmlns:a16="http://schemas.microsoft.com/office/drawing/2014/main" id="{2F4AC48B-76C0-4C14-8A6A-FC1A22207B4C}"/>
              </a:ext>
            </a:extLst>
          </p:cNvPr>
          <p:cNvSpPr>
            <a:spLocks xmlns:a="http://schemas.openxmlformats.org/drawingml/2006/main" noGrp="1"/>
          </p:cNvSpPr>
          <p:nvPr/>
        </p:nvSpPr>
        <p:spPr>
          <a:xfrm xmlns:a="http://schemas.openxmlformats.org/drawingml/2006/main">
            <a:off x="55768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05" name="">
            <a:extLst xmlns:a="http://schemas.openxmlformats.org/drawingml/2006/main">
              <a:ext uri="{FF2B5EF4-FFF2-40B4-BE49-F238E27FC236}">
                <a16:creationId xmlns:a16="http://schemas.microsoft.com/office/drawing/2014/main" id="{40D7ED85-4FA6-4CBC-85CD-534541E46D88}"/>
              </a:ext>
            </a:extLst>
          </p:cNvPr>
          <p:cNvSpPr>
            <a:spLocks xmlns:a="http://schemas.openxmlformats.org/drawingml/2006/main" noGrp="1"/>
          </p:cNvSpPr>
          <p:nvPr/>
        </p:nvSpPr>
        <p:spPr>
          <a:xfrm xmlns:a="http://schemas.openxmlformats.org/drawingml/2006/main">
            <a:off x="52101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BUILD</a:t>
            </a:r>
          </a:p>
        </p:txBody>
      </p:sp>
      <p:sp>
        <p:nvSpPr>
          <p:cNvPr id="106" name="">
            <a:extLst xmlns:a="http://schemas.openxmlformats.org/drawingml/2006/main">
              <a:ext uri="{FF2B5EF4-FFF2-40B4-BE49-F238E27FC236}">
                <a16:creationId xmlns:a16="http://schemas.microsoft.com/office/drawing/2014/main" id="{315C8075-087E-40A3-822E-0911D3BC0C2C}"/>
              </a:ext>
            </a:extLst>
          </p:cNvPr>
          <p:cNvSpPr>
            <a:spLocks xmlns:a="http://schemas.openxmlformats.org/drawingml/2006/main" noGrp="1"/>
          </p:cNvSpPr>
          <p:nvPr/>
        </p:nvSpPr>
        <p:spPr>
          <a:xfrm xmlns:a="http://schemas.openxmlformats.org/drawingml/2006/main">
            <a:off x="65484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07" name="">
            <a:extLst xmlns:a="http://schemas.openxmlformats.org/drawingml/2006/main">
              <a:ext uri="{FF2B5EF4-FFF2-40B4-BE49-F238E27FC236}">
                <a16:creationId xmlns:a16="http://schemas.microsoft.com/office/drawing/2014/main" id="{A7D9F6C4-3350-42A5-A777-0FB516AABB76}"/>
              </a:ext>
            </a:extLst>
          </p:cNvPr>
          <p:cNvSpPr>
            <a:spLocks xmlns:a="http://schemas.openxmlformats.org/drawingml/2006/main" noGrp="1"/>
          </p:cNvSpPr>
          <p:nvPr/>
        </p:nvSpPr>
        <p:spPr>
          <a:xfrm xmlns:a="http://schemas.openxmlformats.org/drawingml/2006/main">
            <a:off x="61817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TEST</a:t>
            </a:r>
          </a:p>
        </p:txBody>
      </p:sp>
      <p:sp>
        <p:nvSpPr>
          <p:cNvPr id="108" name="">
            <a:extLst xmlns:a="http://schemas.openxmlformats.org/drawingml/2006/main">
              <a:ext uri="{FF2B5EF4-FFF2-40B4-BE49-F238E27FC236}">
                <a16:creationId xmlns:a16="http://schemas.microsoft.com/office/drawing/2014/main" id="{A95320B0-24C5-4167-B02A-7A07B0051E6C}"/>
              </a:ext>
            </a:extLst>
          </p:cNvPr>
          <p:cNvSpPr>
            <a:spLocks xmlns:a="http://schemas.openxmlformats.org/drawingml/2006/main" noGrp="1"/>
          </p:cNvSpPr>
          <p:nvPr/>
        </p:nvSpPr>
        <p:spPr>
          <a:xfrm xmlns:a="http://schemas.openxmlformats.org/drawingml/2006/main">
            <a:off x="7505700" y="6334125"/>
            <a:ext cx="95250" cy="95250"/>
          </a:xfrm>
          <a:prstGeom xmlns:a="http://schemas.openxmlformats.org/drawingml/2006/main" prst="ellipse">
            <a:avLst/>
          </a:prstGeom>
          <a:solidFill xmlns:a="http://schemas.openxmlformats.org/drawingml/2006/main">
            <a:srgbClr val="EF8B39"/>
          </a:solidFill>
          <a:ln xmlns:a="http://schemas.openxmlformats.org/drawingml/2006/main" w="9525">
            <a:solidFill>
              <a:srgbClr val="EF8B39"/>
            </a:solidFill>
            <a:prstDash val="solid"/>
          </a:ln>
        </p:spPr>
      </p:sp>
      <p:sp>
        <p:nvSpPr>
          <p:cNvPr id="109" name="">
            <a:extLst xmlns:a="http://schemas.openxmlformats.org/drawingml/2006/main">
              <a:ext uri="{FF2B5EF4-FFF2-40B4-BE49-F238E27FC236}">
                <a16:creationId xmlns:a16="http://schemas.microsoft.com/office/drawing/2014/main" id="{2AB46FDF-3866-416A-9CEE-A229A12EFE4D}"/>
              </a:ext>
            </a:extLst>
          </p:cNvPr>
          <p:cNvSpPr>
            <a:spLocks xmlns:a="http://schemas.openxmlformats.org/drawingml/2006/main" noGrp="1"/>
          </p:cNvSpPr>
          <p:nvPr/>
        </p:nvSpPr>
        <p:spPr>
          <a:xfrm xmlns:a="http://schemas.openxmlformats.org/drawingml/2006/main">
            <a:off x="71532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1">
                <a:solidFill>
                  <a:srgbClr val="B93800"/>
                </a:solidFill>
                <a:latin typeface="Montserrat"/>
                <a:ea typeface="Montserrat"/>
                <a:cs typeface="Montserrat"/>
              </a:defRPr>
            </a:defPPr>
            <a:lvl1pPr algn="ctr">
              <a:defRPr sz="675" b="1">
                <a:solidFill>
                  <a:srgbClr val="B93800"/>
                </a:solidFill>
                <a:latin typeface="Montserrat"/>
                <a:ea typeface="Montserrat"/>
                <a:cs typeface="Montserrat"/>
              </a:defRPr>
            </a:lvl1pPr>
            <a:lvl2pPr algn="ctr">
              <a:defRPr sz="675" b="1">
                <a:solidFill>
                  <a:srgbClr val="B93800"/>
                </a:solidFill>
                <a:latin typeface="Montserrat"/>
                <a:ea typeface="Montserrat"/>
                <a:cs typeface="Montserrat"/>
              </a:defRPr>
            </a:lvl2pPr>
            <a:lvl3pPr algn="ctr">
              <a:defRPr sz="675" b="1">
                <a:solidFill>
                  <a:srgbClr val="B93800"/>
                </a:solidFill>
                <a:latin typeface="Montserrat"/>
                <a:ea typeface="Montserrat"/>
                <a:cs typeface="Montserrat"/>
              </a:defRPr>
            </a:lvl3pPr>
            <a:lvl4pPr algn="ctr">
              <a:defRPr sz="675" b="1">
                <a:solidFill>
                  <a:srgbClr val="B93800"/>
                </a:solidFill>
                <a:latin typeface="Montserrat"/>
                <a:ea typeface="Montserrat"/>
                <a:cs typeface="Montserrat"/>
              </a:defRPr>
            </a:lvl4pPr>
            <a:lvl5pPr algn="ctr">
              <a:defRPr sz="675" b="1">
                <a:solidFill>
                  <a:srgbClr val="B93800"/>
                </a:solidFill>
                <a:latin typeface="Montserrat"/>
                <a:ea typeface="Montserrat"/>
                <a:cs typeface="Montserrat"/>
              </a:defRPr>
            </a:lvl5pPr>
            <a:lvl6pPr algn="ctr">
              <a:defRPr sz="675" b="1">
                <a:solidFill>
                  <a:srgbClr val="B93800"/>
                </a:solidFill>
                <a:latin typeface="Montserrat"/>
                <a:ea typeface="Montserrat"/>
                <a:cs typeface="Montserrat"/>
              </a:defRPr>
            </a:lvl6pPr>
            <a:lvl7pPr algn="ctr">
              <a:defRPr sz="675" b="1">
                <a:solidFill>
                  <a:srgbClr val="B93800"/>
                </a:solidFill>
                <a:latin typeface="Montserrat"/>
                <a:ea typeface="Montserrat"/>
                <a:cs typeface="Montserrat"/>
              </a:defRPr>
            </a:lvl7pPr>
            <a:lvl8pPr algn="ctr">
              <a:defRPr sz="675" b="1">
                <a:solidFill>
                  <a:srgbClr val="B93800"/>
                </a:solidFill>
                <a:latin typeface="Montserrat"/>
                <a:ea typeface="Montserrat"/>
                <a:cs typeface="Montserrat"/>
              </a:defRPr>
            </a:lvl8pPr>
            <a:lvl9pPr algn="ctr">
              <a:defRPr sz="675" b="1">
                <a:solidFill>
                  <a:srgbClr val="B93800"/>
                </a:solidFill>
                <a:latin typeface="Montserrat"/>
                <a:ea typeface="Montserrat"/>
                <a:cs typeface="Montserrat"/>
              </a:defRPr>
            </a:lvl9pPr>
          </a:lstStyle>
          <a:p xmlns:a="http://schemas.openxmlformats.org/drawingml/2006/main">
            <a:pPr algn="ctr">
              <a:defRPr sz="675" b="1">
                <a:solidFill>
                  <a:srgbClr val="B93800"/>
                </a:solidFill>
                <a:latin typeface="Montserrat"/>
                <a:ea typeface="Montserrat"/>
                <a:cs typeface="Montserrat"/>
              </a:defRPr>
            </a:pPr>
            <a:r>
              <a:rPr sz="675" b="1">
                <a:solidFill>
                  <a:srgbClr val="B93800"/>
                </a:solidFill>
                <a:latin typeface="Montserrat"/>
                <a:ea typeface="Montserrat"/>
                <a:cs typeface="Montserrat"/>
              </a:rPr>
              <a:t>DEPLOY</a:t>
            </a:r>
          </a:p>
        </p:txBody>
      </p:sp>
      <p:sp>
        <p:nvSpPr>
          <p:cNvPr id="110" name="">
            <a:extLst xmlns:a="http://schemas.openxmlformats.org/drawingml/2006/main">
              <a:ext uri="{FF2B5EF4-FFF2-40B4-BE49-F238E27FC236}">
                <a16:creationId xmlns:a16="http://schemas.microsoft.com/office/drawing/2014/main" id="{06157F04-AE6A-46D4-8310-C1FDD1D3B9FC}"/>
              </a:ext>
            </a:extLst>
          </p:cNvPr>
          <p:cNvSpPr>
            <a:spLocks xmlns:a="http://schemas.openxmlformats.org/drawingml/2006/main" noGrp="1"/>
          </p:cNvSpPr>
          <p:nvPr/>
        </p:nvSpPr>
        <p:spPr>
          <a:xfrm xmlns:a="http://schemas.openxmlformats.org/drawingml/2006/main">
            <a:off x="84915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11" name="">
            <a:extLst xmlns:a="http://schemas.openxmlformats.org/drawingml/2006/main">
              <a:ext uri="{FF2B5EF4-FFF2-40B4-BE49-F238E27FC236}">
                <a16:creationId xmlns:a16="http://schemas.microsoft.com/office/drawing/2014/main" id="{A9E2B924-60CA-41BB-B809-4AEFBFD67754}"/>
              </a:ext>
            </a:extLst>
          </p:cNvPr>
          <p:cNvSpPr>
            <a:spLocks xmlns:a="http://schemas.openxmlformats.org/drawingml/2006/main" noGrp="1"/>
          </p:cNvSpPr>
          <p:nvPr/>
        </p:nvSpPr>
        <p:spPr>
          <a:xfrm xmlns:a="http://schemas.openxmlformats.org/drawingml/2006/main">
            <a:off x="81248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MAINTAIN</a:t>
            </a:r>
          </a:p>
        </p:txBody>
      </p:sp>
    </p:spTree>
    <p:extLst>
      <p:ext uri="{BB962C8B-B14F-4D97-AF65-F5344CB8AC3E}">
        <p14:creationId xmlns:p14="http://schemas.microsoft.com/office/powerpoint/2010/main" val="1226531638"/>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FF71BE98-B5C0-4B47-B521-1643390807CE}"/>
              </a:ext>
            </a:extLst>
          </p:cNvPr>
          <p:cNvPicPr>
            <a:picLocks xmlns:a="http://schemas.openxmlformats.org/drawingml/2006/main" noChangeAspect="1"/>
          </p:cNvPicPr>
          <p:nvPr/>
        </p:nvPicPr>
        <p:blipFill>
          <a:blip xmlns:r="http://schemas.openxmlformats.org/officeDocument/2006/relationships" xmlns:a="http://schemas.openxmlformats.org/drawingml/2006/main" r:embed="R9383a48b6b244aa7"/>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AC5AF5C4-0F0D-4A9A-B215-12001290FAF3}"/>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49 / 63</a:t>
            </a:r>
            <a:endParaRPr sz="900"/>
          </a:p>
        </p:txBody>
      </p:sp>
      <p:sp>
        <p:nvSpPr>
          <p:cNvPr id="96" name="">
            <a:extLst xmlns:a="http://schemas.openxmlformats.org/drawingml/2006/main">
              <a:ext uri="{FF2B5EF4-FFF2-40B4-BE49-F238E27FC236}">
                <a16:creationId xmlns:a16="http://schemas.microsoft.com/office/drawing/2014/main" id="{5F7BF660-CFC0-4469-B6AE-4FD57E7544C0}"/>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307FE2"/>
                </a:solidFill>
                <a:latin typeface="Montserrat"/>
                <a:ea typeface="Montserrat"/>
                <a:cs typeface="Montserrat"/>
              </a:defRPr>
            </a:defPPr>
            <a:lvl1pPr algn="l">
              <a:defRPr sz="1050" b="1">
                <a:solidFill>
                  <a:srgbClr val="307FE2"/>
                </a:solidFill>
                <a:latin typeface="Montserrat"/>
                <a:ea typeface="Montserrat"/>
                <a:cs typeface="Montserrat"/>
              </a:defRPr>
            </a:lvl1pPr>
            <a:lvl2pPr algn="l">
              <a:defRPr sz="1050" b="1">
                <a:solidFill>
                  <a:srgbClr val="307FE2"/>
                </a:solidFill>
                <a:latin typeface="Montserrat"/>
                <a:ea typeface="Montserrat"/>
                <a:cs typeface="Montserrat"/>
              </a:defRPr>
            </a:lvl2pPr>
            <a:lvl3pPr algn="l">
              <a:defRPr sz="1050" b="1">
                <a:solidFill>
                  <a:srgbClr val="307FE2"/>
                </a:solidFill>
                <a:latin typeface="Montserrat"/>
                <a:ea typeface="Montserrat"/>
                <a:cs typeface="Montserrat"/>
              </a:defRPr>
            </a:lvl3pPr>
            <a:lvl4pPr algn="l">
              <a:defRPr sz="1050" b="1">
                <a:solidFill>
                  <a:srgbClr val="307FE2"/>
                </a:solidFill>
                <a:latin typeface="Montserrat"/>
                <a:ea typeface="Montserrat"/>
                <a:cs typeface="Montserrat"/>
              </a:defRPr>
            </a:lvl4pPr>
            <a:lvl5pPr algn="l">
              <a:defRPr sz="1050" b="1">
                <a:solidFill>
                  <a:srgbClr val="307FE2"/>
                </a:solidFill>
                <a:latin typeface="Montserrat"/>
                <a:ea typeface="Montserrat"/>
                <a:cs typeface="Montserrat"/>
              </a:defRPr>
            </a:lvl5pPr>
            <a:lvl6pPr algn="l">
              <a:defRPr sz="1050" b="1">
                <a:solidFill>
                  <a:srgbClr val="307FE2"/>
                </a:solidFill>
                <a:latin typeface="Montserrat"/>
                <a:ea typeface="Montserrat"/>
                <a:cs typeface="Montserrat"/>
              </a:defRPr>
            </a:lvl6pPr>
            <a:lvl7pPr algn="l">
              <a:defRPr sz="1050" b="1">
                <a:solidFill>
                  <a:srgbClr val="307FE2"/>
                </a:solidFill>
                <a:latin typeface="Montserrat"/>
                <a:ea typeface="Montserrat"/>
                <a:cs typeface="Montserrat"/>
              </a:defRPr>
            </a:lvl7pPr>
            <a:lvl8pPr algn="l">
              <a:defRPr sz="1050" b="1">
                <a:solidFill>
                  <a:srgbClr val="307FE2"/>
                </a:solidFill>
                <a:latin typeface="Montserrat"/>
                <a:ea typeface="Montserrat"/>
                <a:cs typeface="Montserrat"/>
              </a:defRPr>
            </a:lvl8pPr>
            <a:lvl9pPr algn="l">
              <a:defRPr sz="1050" b="1">
                <a:solidFill>
                  <a:srgbClr val="307FE2"/>
                </a:solidFill>
                <a:latin typeface="Montserrat"/>
                <a:ea typeface="Montserrat"/>
                <a:cs typeface="Montserrat"/>
              </a:defRPr>
            </a:lvl9pPr>
          </a:lstStyle>
          <a:p xmlns:a="http://schemas.openxmlformats.org/drawingml/2006/main">
            <a:pPr algn="l">
              <a:defRPr sz="1050" b="1">
                <a:solidFill>
                  <a:srgbClr val="307FE2"/>
                </a:solidFill>
                <a:latin typeface="Montserrat"/>
                <a:ea typeface="Montserrat"/>
                <a:cs typeface="Montserrat"/>
              </a:defRPr>
            </a:pPr>
            <a:r>
              <a:rPr sz="1050" b="1">
                <a:solidFill>
                  <a:srgbClr val="307FE2"/>
                </a:solidFill>
                <a:latin typeface="Montserrat"/>
                <a:ea typeface="Montserrat"/>
                <a:cs typeface="Montserrat"/>
              </a:rPr>
              <a:t>// EXERCISE 2 · MAINTAIN</a:t>
            </a:r>
          </a:p>
        </p:txBody>
      </p:sp>
      <p:sp>
        <p:nvSpPr>
          <p:cNvPr id="97" name="">
            <a:extLst xmlns:a="http://schemas.openxmlformats.org/drawingml/2006/main">
              <a:ext uri="{FF2B5EF4-FFF2-40B4-BE49-F238E27FC236}">
                <a16:creationId xmlns:a16="http://schemas.microsoft.com/office/drawing/2014/main" id="{8933D40F-E76A-4A43-BB5D-0B26A58FF9FD}"/>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94A3B8"/>
                </a:solidFill>
                <a:latin typeface="Montserrat"/>
                <a:ea typeface="Montserrat"/>
                <a:cs typeface="Montserrat"/>
              </a:defRPr>
            </a:defPPr>
            <a:lvl1pPr algn="r">
              <a:defRPr sz="900" b="0">
                <a:solidFill>
                  <a:srgbClr val="94A3B8"/>
                </a:solidFill>
                <a:latin typeface="Montserrat"/>
                <a:ea typeface="Montserrat"/>
                <a:cs typeface="Montserrat"/>
              </a:defRPr>
            </a:lvl1pPr>
            <a:lvl2pPr algn="r">
              <a:defRPr sz="900" b="0">
                <a:solidFill>
                  <a:srgbClr val="94A3B8"/>
                </a:solidFill>
                <a:latin typeface="Montserrat"/>
                <a:ea typeface="Montserrat"/>
                <a:cs typeface="Montserrat"/>
              </a:defRPr>
            </a:lvl2pPr>
            <a:lvl3pPr algn="r">
              <a:defRPr sz="900" b="0">
                <a:solidFill>
                  <a:srgbClr val="94A3B8"/>
                </a:solidFill>
                <a:latin typeface="Montserrat"/>
                <a:ea typeface="Montserrat"/>
                <a:cs typeface="Montserrat"/>
              </a:defRPr>
            </a:lvl3pPr>
            <a:lvl4pPr algn="r">
              <a:defRPr sz="900" b="0">
                <a:solidFill>
                  <a:srgbClr val="94A3B8"/>
                </a:solidFill>
                <a:latin typeface="Montserrat"/>
                <a:ea typeface="Montserrat"/>
                <a:cs typeface="Montserrat"/>
              </a:defRPr>
            </a:lvl4pPr>
            <a:lvl5pPr algn="r">
              <a:defRPr sz="900" b="0">
                <a:solidFill>
                  <a:srgbClr val="94A3B8"/>
                </a:solidFill>
                <a:latin typeface="Montserrat"/>
                <a:ea typeface="Montserrat"/>
                <a:cs typeface="Montserrat"/>
              </a:defRPr>
            </a:lvl5pPr>
            <a:lvl6pPr algn="r">
              <a:defRPr sz="900" b="0">
                <a:solidFill>
                  <a:srgbClr val="94A3B8"/>
                </a:solidFill>
                <a:latin typeface="Montserrat"/>
                <a:ea typeface="Montserrat"/>
                <a:cs typeface="Montserrat"/>
              </a:defRPr>
            </a:lvl6pPr>
            <a:lvl7pPr algn="r">
              <a:defRPr sz="900" b="0">
                <a:solidFill>
                  <a:srgbClr val="94A3B8"/>
                </a:solidFill>
                <a:latin typeface="Montserrat"/>
                <a:ea typeface="Montserrat"/>
                <a:cs typeface="Montserrat"/>
              </a:defRPr>
            </a:lvl7pPr>
            <a:lvl8pPr algn="r">
              <a:defRPr sz="900" b="0">
                <a:solidFill>
                  <a:srgbClr val="94A3B8"/>
                </a:solidFill>
                <a:latin typeface="Montserrat"/>
                <a:ea typeface="Montserrat"/>
                <a:cs typeface="Montserrat"/>
              </a:defRPr>
            </a:lvl8pPr>
            <a:lvl9pPr algn="r">
              <a:defRPr sz="900" b="0">
                <a:solidFill>
                  <a:srgbClr val="94A3B8"/>
                </a:solidFill>
                <a:latin typeface="Montserrat"/>
                <a:ea typeface="Montserrat"/>
                <a:cs typeface="Montserrat"/>
              </a:defRPr>
            </a:lvl9pPr>
          </a:lstStyle>
          <a:p xmlns:a="http://schemas.openxmlformats.org/drawingml/2006/main">
            <a:pPr algn="r">
              <a:defRPr sz="900" b="0">
                <a:solidFill>
                  <a:srgbClr val="94A3B8"/>
                </a:solidFill>
                <a:latin typeface="Montserrat"/>
                <a:ea typeface="Montserrat"/>
                <a:cs typeface="Montserrat"/>
              </a:defRPr>
            </a:pPr>
            <a:r>
              <a:rPr sz="900" b="0">
                <a:solidFill>
                  <a:srgbClr val="94A3B8"/>
                </a:solidFill>
                <a:latin typeface="Montserrat"/>
                <a:ea typeface="Montserrat"/>
                <a:cs typeface="Montserrat"/>
              </a:rPr>
              <a:t>3:00–4:30</a:t>
            </a:r>
          </a:p>
        </p:txBody>
      </p:sp>
      <p:sp>
        <p:nvSpPr>
          <p:cNvPr id="98" name="">
            <a:extLst xmlns:a="http://schemas.openxmlformats.org/drawingml/2006/main">
              <a:ext uri="{FF2B5EF4-FFF2-40B4-BE49-F238E27FC236}">
                <a16:creationId xmlns:a16="http://schemas.microsoft.com/office/drawing/2014/main" id="{28880334-32E7-4BBA-9297-F9641FE16B49}"/>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Learn from one player</a:t>
            </a:r>
          </a:p>
        </p:txBody>
      </p:sp>
      <p:sp>
        <p:nvSpPr>
          <p:cNvPr id="99" name="">
            <a:extLst xmlns:a="http://schemas.openxmlformats.org/drawingml/2006/main">
              <a:ext uri="{FF2B5EF4-FFF2-40B4-BE49-F238E27FC236}">
                <a16:creationId xmlns:a16="http://schemas.microsoft.com/office/drawing/2014/main" id="{1B02C9BE-E4F9-47D3-AB4E-A2C5606C4AB8}"/>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THE LIVE GAME · THE FIRST ROUND · THE NEXT REPAIR</a:t>
            </a:r>
          </a:p>
        </p:txBody>
      </p:sp>
      <p:sp>
        <p:nvSpPr>
          <p:cNvPr id="100" name="">
            <a:extLst xmlns:a="http://schemas.openxmlformats.org/drawingml/2006/main">
              <a:ext uri="{FF2B5EF4-FFF2-40B4-BE49-F238E27FC236}">
                <a16:creationId xmlns:a16="http://schemas.microsoft.com/office/drawing/2014/main" id="{E7C05FC1-FBB3-4CE2-8E7D-FF57900790E9}"/>
              </a:ext>
            </a:extLst>
          </p:cNvPr>
          <p:cNvSpPr>
            <a:spLocks xmlns:a="http://schemas.openxmlformats.org/drawingml/2006/main" noGrp="1"/>
          </p:cNvSpPr>
          <p:nvPr/>
        </p:nvSpPr>
        <p:spPr>
          <a:xfrm xmlns:a="http://schemas.openxmlformats.org/drawingml/2006/main">
            <a:off x="647700" y="2009775"/>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101" name="">
            <a:extLst xmlns:a="http://schemas.openxmlformats.org/drawingml/2006/main">
              <a:ext uri="{FF2B5EF4-FFF2-40B4-BE49-F238E27FC236}">
                <a16:creationId xmlns:a16="http://schemas.microsoft.com/office/drawing/2014/main" id="{9893F918-EF6D-4BFB-89BA-074262807F15}"/>
              </a:ext>
            </a:extLst>
          </p:cNvPr>
          <p:cNvSpPr>
            <a:spLocks xmlns:a="http://schemas.openxmlformats.org/drawingml/2006/main" noGrp="1"/>
          </p:cNvSpPr>
          <p:nvPr/>
        </p:nvSpPr>
        <p:spPr>
          <a:xfrm xmlns:a="http://schemas.openxmlformats.org/drawingml/2006/main">
            <a:off x="742950"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01</a:t>
            </a:r>
          </a:p>
        </p:txBody>
      </p:sp>
      <p:sp>
        <p:nvSpPr>
          <p:cNvPr id="102" name="">
            <a:extLst xmlns:a="http://schemas.openxmlformats.org/drawingml/2006/main">
              <a:ext uri="{FF2B5EF4-FFF2-40B4-BE49-F238E27FC236}">
                <a16:creationId xmlns:a16="http://schemas.microsoft.com/office/drawing/2014/main" id="{AD97CEBF-BC12-4166-9E72-C2B980876545}"/>
              </a:ext>
            </a:extLst>
          </p:cNvPr>
          <p:cNvSpPr>
            <a:spLocks xmlns:a="http://schemas.openxmlformats.org/drawingml/2006/main" noGrp="1"/>
          </p:cNvSpPr>
          <p:nvPr/>
        </p:nvSpPr>
        <p:spPr>
          <a:xfrm xmlns:a="http://schemas.openxmlformats.org/drawingml/2006/main">
            <a:off x="742950"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Share the game URL</a:t>
            </a:r>
          </a:p>
        </p:txBody>
      </p:sp>
      <p:sp>
        <p:nvSpPr>
          <p:cNvPr id="103" name="">
            <a:extLst xmlns:a="http://schemas.openxmlformats.org/drawingml/2006/main">
              <a:ext uri="{FF2B5EF4-FFF2-40B4-BE49-F238E27FC236}">
                <a16:creationId xmlns:a16="http://schemas.microsoft.com/office/drawing/2014/main" id="{B427B21A-A1F3-4052-8F63-3C7D96E6319F}"/>
              </a:ext>
            </a:extLst>
          </p:cNvPr>
          <p:cNvSpPr>
            <a:spLocks xmlns:a="http://schemas.openxmlformats.org/drawingml/2006/main" noGrp="1"/>
          </p:cNvSpPr>
          <p:nvPr/>
        </p:nvSpPr>
        <p:spPr>
          <a:xfrm xmlns:a="http://schemas.openxmlformats.org/drawingml/2006/main">
            <a:off x="742950"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Use the deployed version another person can open.</a:t>
            </a:r>
          </a:p>
        </p:txBody>
      </p:sp>
      <p:sp>
        <p:nvSpPr>
          <p:cNvPr id="104" name="">
            <a:extLst xmlns:a="http://schemas.openxmlformats.org/drawingml/2006/main">
              <a:ext uri="{FF2B5EF4-FFF2-40B4-BE49-F238E27FC236}">
                <a16:creationId xmlns:a16="http://schemas.microsoft.com/office/drawing/2014/main" id="{4C373AC1-CBC0-49AA-ACEC-7900B2D43504}"/>
              </a:ext>
            </a:extLst>
          </p:cNvPr>
          <p:cNvSpPr>
            <a:spLocks xmlns:a="http://schemas.openxmlformats.org/drawingml/2006/main" noGrp="1"/>
          </p:cNvSpPr>
          <p:nvPr/>
        </p:nvSpPr>
        <p:spPr>
          <a:xfrm xmlns:a="http://schemas.openxmlformats.org/drawingml/2006/main">
            <a:off x="3362325"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105" name="">
            <a:extLst xmlns:a="http://schemas.openxmlformats.org/drawingml/2006/main">
              <a:ext uri="{FF2B5EF4-FFF2-40B4-BE49-F238E27FC236}">
                <a16:creationId xmlns:a16="http://schemas.microsoft.com/office/drawing/2014/main" id="{FE618A3D-DC4A-4C75-9640-03102D33B17B}"/>
              </a:ext>
            </a:extLst>
          </p:cNvPr>
          <p:cNvSpPr>
            <a:spLocks xmlns:a="http://schemas.openxmlformats.org/drawingml/2006/main" noGrp="1"/>
          </p:cNvSpPr>
          <p:nvPr/>
        </p:nvSpPr>
        <p:spPr>
          <a:xfrm xmlns:a="http://schemas.openxmlformats.org/drawingml/2006/main">
            <a:off x="3476625"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02</a:t>
            </a:r>
          </a:p>
        </p:txBody>
      </p:sp>
      <p:sp>
        <p:nvSpPr>
          <p:cNvPr id="106" name="">
            <a:extLst xmlns:a="http://schemas.openxmlformats.org/drawingml/2006/main">
              <a:ext uri="{FF2B5EF4-FFF2-40B4-BE49-F238E27FC236}">
                <a16:creationId xmlns:a16="http://schemas.microsoft.com/office/drawing/2014/main" id="{FD6C1CBB-AE50-4661-A906-7EE13711F656}"/>
              </a:ext>
            </a:extLst>
          </p:cNvPr>
          <p:cNvSpPr>
            <a:spLocks xmlns:a="http://schemas.openxmlformats.org/drawingml/2006/main" noGrp="1"/>
          </p:cNvSpPr>
          <p:nvPr/>
        </p:nvSpPr>
        <p:spPr>
          <a:xfrm xmlns:a="http://schemas.openxmlformats.org/drawingml/2006/main">
            <a:off x="3476625"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Watch the first move</a:t>
            </a:r>
          </a:p>
        </p:txBody>
      </p:sp>
      <p:sp>
        <p:nvSpPr>
          <p:cNvPr id="107" name="">
            <a:extLst xmlns:a="http://schemas.openxmlformats.org/drawingml/2006/main">
              <a:ext uri="{FF2B5EF4-FFF2-40B4-BE49-F238E27FC236}">
                <a16:creationId xmlns:a16="http://schemas.microsoft.com/office/drawing/2014/main" id="{29296C10-678F-45AC-92A5-63613A054BC2}"/>
              </a:ext>
            </a:extLst>
          </p:cNvPr>
          <p:cNvSpPr>
            <a:spLocks xmlns:a="http://schemas.openxmlformats.org/drawingml/2006/main" noGrp="1"/>
          </p:cNvSpPr>
          <p:nvPr/>
        </p:nvSpPr>
        <p:spPr>
          <a:xfrm xmlns:a="http://schemas.openxmlformats.org/drawingml/2006/main">
            <a:off x="3476625"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Notice whether the goal and available action are clear.</a:t>
            </a:r>
          </a:p>
        </p:txBody>
      </p:sp>
      <p:sp>
        <p:nvSpPr>
          <p:cNvPr id="108" name="">
            <a:extLst xmlns:a="http://schemas.openxmlformats.org/drawingml/2006/main">
              <a:ext uri="{FF2B5EF4-FFF2-40B4-BE49-F238E27FC236}">
                <a16:creationId xmlns:a16="http://schemas.microsoft.com/office/drawing/2014/main" id="{122F8AA8-443D-4448-87D0-7505135CA418}"/>
              </a:ext>
            </a:extLst>
          </p:cNvPr>
          <p:cNvSpPr>
            <a:spLocks xmlns:a="http://schemas.openxmlformats.org/drawingml/2006/main" noGrp="1"/>
          </p:cNvSpPr>
          <p:nvPr/>
        </p:nvSpPr>
        <p:spPr>
          <a:xfrm xmlns:a="http://schemas.openxmlformats.org/drawingml/2006/main">
            <a:off x="6096000"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109" name="">
            <a:extLst xmlns:a="http://schemas.openxmlformats.org/drawingml/2006/main">
              <a:ext uri="{FF2B5EF4-FFF2-40B4-BE49-F238E27FC236}">
                <a16:creationId xmlns:a16="http://schemas.microsoft.com/office/drawing/2014/main" id="{036E43F1-DEF1-46BA-82FB-91C1F590D645}"/>
              </a:ext>
            </a:extLst>
          </p:cNvPr>
          <p:cNvSpPr>
            <a:spLocks xmlns:a="http://schemas.openxmlformats.org/drawingml/2006/main" noGrp="1"/>
          </p:cNvSpPr>
          <p:nvPr/>
        </p:nvSpPr>
        <p:spPr>
          <a:xfrm xmlns:a="http://schemas.openxmlformats.org/drawingml/2006/main">
            <a:off x="6210300"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03</a:t>
            </a:r>
          </a:p>
        </p:txBody>
      </p:sp>
      <p:sp>
        <p:nvSpPr>
          <p:cNvPr id="110" name="">
            <a:extLst xmlns:a="http://schemas.openxmlformats.org/drawingml/2006/main">
              <a:ext uri="{FF2B5EF4-FFF2-40B4-BE49-F238E27FC236}">
                <a16:creationId xmlns:a16="http://schemas.microsoft.com/office/drawing/2014/main" id="{CF440EE5-96F7-462C-B3F8-82494EF9773C}"/>
              </a:ext>
            </a:extLst>
          </p:cNvPr>
          <p:cNvSpPr>
            <a:spLocks xmlns:a="http://schemas.openxmlformats.org/drawingml/2006/main" noGrp="1"/>
          </p:cNvSpPr>
          <p:nvPr/>
        </p:nvSpPr>
        <p:spPr>
          <a:xfrm xmlns:a="http://schemas.openxmlformats.org/drawingml/2006/main">
            <a:off x="6210300"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Watch the ending</a:t>
            </a:r>
          </a:p>
        </p:txBody>
      </p:sp>
      <p:sp>
        <p:nvSpPr>
          <p:cNvPr id="111" name="">
            <a:extLst xmlns:a="http://schemas.openxmlformats.org/drawingml/2006/main">
              <a:ext uri="{FF2B5EF4-FFF2-40B4-BE49-F238E27FC236}">
                <a16:creationId xmlns:a16="http://schemas.microsoft.com/office/drawing/2014/main" id="{73549BEE-1C94-4A5C-AF21-CC6036D30E40}"/>
              </a:ext>
            </a:extLst>
          </p:cNvPr>
          <p:cNvSpPr>
            <a:spLocks xmlns:a="http://schemas.openxmlformats.org/drawingml/2006/main" noGrp="1"/>
          </p:cNvSpPr>
          <p:nvPr/>
        </p:nvSpPr>
        <p:spPr>
          <a:xfrm xmlns:a="http://schemas.openxmlformats.org/drawingml/2006/main">
            <a:off x="6210300"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Can they tell whether the battle or the board finished?</a:t>
            </a:r>
          </a:p>
        </p:txBody>
      </p:sp>
      <p:sp>
        <p:nvSpPr>
          <p:cNvPr id="112" name="">
            <a:extLst xmlns:a="http://schemas.openxmlformats.org/drawingml/2006/main">
              <a:ext uri="{FF2B5EF4-FFF2-40B4-BE49-F238E27FC236}">
                <a16:creationId xmlns:a16="http://schemas.microsoft.com/office/drawing/2014/main" id="{C4B68641-D136-469B-9D61-8B22448D5E87}"/>
              </a:ext>
            </a:extLst>
          </p:cNvPr>
          <p:cNvSpPr>
            <a:spLocks xmlns:a="http://schemas.openxmlformats.org/drawingml/2006/main" noGrp="1"/>
          </p:cNvSpPr>
          <p:nvPr/>
        </p:nvSpPr>
        <p:spPr>
          <a:xfrm xmlns:a="http://schemas.openxmlformats.org/drawingml/2006/main">
            <a:off x="8829675"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113" name="">
            <a:extLst xmlns:a="http://schemas.openxmlformats.org/drawingml/2006/main">
              <a:ext uri="{FF2B5EF4-FFF2-40B4-BE49-F238E27FC236}">
                <a16:creationId xmlns:a16="http://schemas.microsoft.com/office/drawing/2014/main" id="{7E34F24B-FADC-4848-AEE4-501DB94042C6}"/>
              </a:ext>
            </a:extLst>
          </p:cNvPr>
          <p:cNvSpPr>
            <a:spLocks xmlns:a="http://schemas.openxmlformats.org/drawingml/2006/main" noGrp="1"/>
          </p:cNvSpPr>
          <p:nvPr/>
        </p:nvSpPr>
        <p:spPr>
          <a:xfrm xmlns:a="http://schemas.openxmlformats.org/drawingml/2006/main">
            <a:off x="8943975"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04</a:t>
            </a:r>
          </a:p>
        </p:txBody>
      </p:sp>
      <p:sp>
        <p:nvSpPr>
          <p:cNvPr id="114" name="">
            <a:extLst xmlns:a="http://schemas.openxmlformats.org/drawingml/2006/main">
              <a:ext uri="{FF2B5EF4-FFF2-40B4-BE49-F238E27FC236}">
                <a16:creationId xmlns:a16="http://schemas.microsoft.com/office/drawing/2014/main" id="{A594784F-EC00-4D58-96B3-572A080C1A33}"/>
              </a:ext>
            </a:extLst>
          </p:cNvPr>
          <p:cNvSpPr>
            <a:spLocks xmlns:a="http://schemas.openxmlformats.org/drawingml/2006/main" noGrp="1"/>
          </p:cNvSpPr>
          <p:nvPr/>
        </p:nvSpPr>
        <p:spPr>
          <a:xfrm xmlns:a="http://schemas.openxmlformats.org/drawingml/2006/main">
            <a:off x="8943975"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Watch replay</a:t>
            </a:r>
          </a:p>
        </p:txBody>
      </p:sp>
      <p:sp>
        <p:nvSpPr>
          <p:cNvPr id="115" name="">
            <a:extLst xmlns:a="http://schemas.openxmlformats.org/drawingml/2006/main">
              <a:ext uri="{FF2B5EF4-FFF2-40B4-BE49-F238E27FC236}">
                <a16:creationId xmlns:a16="http://schemas.microsoft.com/office/drawing/2014/main" id="{D014E7F2-D0A8-4C7D-9629-FA21AD0571E0}"/>
              </a:ext>
            </a:extLst>
          </p:cNvPr>
          <p:cNvSpPr>
            <a:spLocks xmlns:a="http://schemas.openxmlformats.org/drawingml/2006/main" noGrp="1"/>
          </p:cNvSpPr>
          <p:nvPr/>
        </p:nvSpPr>
        <p:spPr>
          <a:xfrm xmlns:a="http://schemas.openxmlformats.org/drawingml/2006/main">
            <a:off x="8943975"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A new round must begin without old health, marks, or feedback.</a:t>
            </a:r>
          </a:p>
        </p:txBody>
      </p:sp>
      <p:sp>
        <p:nvSpPr>
          <p:cNvPr id="116" name="">
            <a:extLst xmlns:a="http://schemas.openxmlformats.org/drawingml/2006/main">
              <a:ext uri="{FF2B5EF4-FFF2-40B4-BE49-F238E27FC236}">
                <a16:creationId xmlns:a16="http://schemas.microsoft.com/office/drawing/2014/main" id="{C5AECB29-C772-4CDA-B385-0D4AC20D99C4}"/>
              </a:ext>
            </a:extLst>
          </p:cNvPr>
          <p:cNvSpPr>
            <a:spLocks xmlns:a="http://schemas.openxmlformats.org/drawingml/2006/main" noGrp="1"/>
          </p:cNvSpPr>
          <p:nvPr/>
        </p:nvSpPr>
        <p:spPr>
          <a:xfrm xmlns:a="http://schemas.openxmlformats.org/drawingml/2006/main">
            <a:off x="647700" y="470535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117" name="">
            <a:extLst xmlns:a="http://schemas.openxmlformats.org/drawingml/2006/main">
              <a:ext uri="{FF2B5EF4-FFF2-40B4-BE49-F238E27FC236}">
                <a16:creationId xmlns:a16="http://schemas.microsoft.com/office/drawing/2014/main" id="{A7B66A6B-531B-46AE-BA95-C12D843C5D41}"/>
              </a:ext>
            </a:extLst>
          </p:cNvPr>
          <p:cNvSpPr>
            <a:spLocks xmlns:a="http://schemas.openxmlformats.org/drawingml/2006/main" noGrp="1"/>
          </p:cNvSpPr>
          <p:nvPr/>
        </p:nvSpPr>
        <p:spPr>
          <a:xfrm xmlns:a="http://schemas.openxmlformats.org/drawingml/2006/main">
            <a:off x="742950" y="49530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One confused moment is enough to start the next Plan step.</a:t>
            </a:r>
          </a:p>
        </p:txBody>
      </p:sp>
      <p:sp>
        <p:nvSpPr>
          <p:cNvPr id="118" name="">
            <a:extLst xmlns:a="http://schemas.openxmlformats.org/drawingml/2006/main">
              <a:ext uri="{FF2B5EF4-FFF2-40B4-BE49-F238E27FC236}">
                <a16:creationId xmlns:a16="http://schemas.microsoft.com/office/drawing/2014/main" id="{34061BD0-E8E5-448E-8A00-E63624B8E906}"/>
              </a:ext>
            </a:extLst>
          </p:cNvPr>
          <p:cNvSpPr>
            <a:spLocks xmlns:a="http://schemas.openxmlformats.org/drawingml/2006/main" noGrp="1"/>
          </p:cNvSpPr>
          <p:nvPr/>
        </p:nvSpPr>
        <p:spPr>
          <a:xfrm xmlns:a="http://schemas.openxmlformats.org/drawingml/2006/main">
            <a:off x="3667125" y="6381750"/>
            <a:ext cx="4857750" cy="0"/>
          </a:xfrm>
          <a:prstGeom xmlns:a="http://schemas.openxmlformats.org/drawingml/2006/main" prst="line">
            <a:avLst/>
          </a:prstGeom>
          <a:noFill xmlns:a="http://schemas.openxmlformats.org/drawingml/2006/main"/>
          <a:ln xmlns:a="http://schemas.openxmlformats.org/drawingml/2006/main" w="5715">
            <a:solidFill>
              <a:srgbClr val="D8E2EF"/>
            </a:solidFill>
            <a:prstDash val="solid"/>
          </a:ln>
        </p:spPr>
      </p:sp>
      <p:sp>
        <p:nvSpPr>
          <p:cNvPr id="119" name="">
            <a:extLst xmlns:a="http://schemas.openxmlformats.org/drawingml/2006/main">
              <a:ext uri="{FF2B5EF4-FFF2-40B4-BE49-F238E27FC236}">
                <a16:creationId xmlns:a16="http://schemas.microsoft.com/office/drawing/2014/main" id="{F8E139EE-C0E2-4126-AFAD-CA3256AA5CF8}"/>
              </a:ext>
            </a:extLst>
          </p:cNvPr>
          <p:cNvSpPr>
            <a:spLocks xmlns:a="http://schemas.openxmlformats.org/drawingml/2006/main" noGrp="1"/>
          </p:cNvSpPr>
          <p:nvPr/>
        </p:nvSpPr>
        <p:spPr>
          <a:xfrm xmlns:a="http://schemas.openxmlformats.org/drawingml/2006/main">
            <a:off x="8162925" y="6381750"/>
            <a:ext cx="361950" cy="0"/>
          </a:xfrm>
          <a:prstGeom xmlns:a="http://schemas.openxmlformats.org/drawingml/2006/main" prst="line">
            <a:avLst/>
          </a:prstGeom>
          <a:noFill xmlns:a="http://schemas.openxmlformats.org/drawingml/2006/main"/>
          <a:ln xmlns:a="http://schemas.openxmlformats.org/drawingml/2006/main" w="28575">
            <a:solidFill>
              <a:srgbClr val="EF8B39"/>
            </a:solidFill>
            <a:prstDash val="solid"/>
          </a:ln>
        </p:spPr>
      </p:sp>
      <p:sp>
        <p:nvSpPr>
          <p:cNvPr id="120" name="">
            <a:extLst xmlns:a="http://schemas.openxmlformats.org/drawingml/2006/main">
              <a:ext uri="{FF2B5EF4-FFF2-40B4-BE49-F238E27FC236}">
                <a16:creationId xmlns:a16="http://schemas.microsoft.com/office/drawing/2014/main" id="{DBAF4EC3-8DAB-4E68-B302-D038576B5205}"/>
              </a:ext>
            </a:extLst>
          </p:cNvPr>
          <p:cNvSpPr>
            <a:spLocks xmlns:a="http://schemas.openxmlformats.org/drawingml/2006/main" noGrp="1"/>
          </p:cNvSpPr>
          <p:nvPr/>
        </p:nvSpPr>
        <p:spPr>
          <a:xfrm xmlns:a="http://schemas.openxmlformats.org/drawingml/2006/main">
            <a:off x="36337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21" name="">
            <a:extLst xmlns:a="http://schemas.openxmlformats.org/drawingml/2006/main">
              <a:ext uri="{FF2B5EF4-FFF2-40B4-BE49-F238E27FC236}">
                <a16:creationId xmlns:a16="http://schemas.microsoft.com/office/drawing/2014/main" id="{CD7EC9EB-8A18-4277-8BA7-35933912D445}"/>
              </a:ext>
            </a:extLst>
          </p:cNvPr>
          <p:cNvSpPr>
            <a:spLocks xmlns:a="http://schemas.openxmlformats.org/drawingml/2006/main" noGrp="1"/>
          </p:cNvSpPr>
          <p:nvPr/>
        </p:nvSpPr>
        <p:spPr>
          <a:xfrm xmlns:a="http://schemas.openxmlformats.org/drawingml/2006/main">
            <a:off x="32670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PLAN</a:t>
            </a:r>
          </a:p>
        </p:txBody>
      </p:sp>
      <p:sp>
        <p:nvSpPr>
          <p:cNvPr id="122" name="">
            <a:extLst xmlns:a="http://schemas.openxmlformats.org/drawingml/2006/main">
              <a:ext uri="{FF2B5EF4-FFF2-40B4-BE49-F238E27FC236}">
                <a16:creationId xmlns:a16="http://schemas.microsoft.com/office/drawing/2014/main" id="{5189EA76-9BF2-4C11-8AB0-14CF6E1B2137}"/>
              </a:ext>
            </a:extLst>
          </p:cNvPr>
          <p:cNvSpPr>
            <a:spLocks xmlns:a="http://schemas.openxmlformats.org/drawingml/2006/main" noGrp="1"/>
          </p:cNvSpPr>
          <p:nvPr/>
        </p:nvSpPr>
        <p:spPr>
          <a:xfrm xmlns:a="http://schemas.openxmlformats.org/drawingml/2006/main">
            <a:off x="46053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23" name="">
            <a:extLst xmlns:a="http://schemas.openxmlformats.org/drawingml/2006/main">
              <a:ext uri="{FF2B5EF4-FFF2-40B4-BE49-F238E27FC236}">
                <a16:creationId xmlns:a16="http://schemas.microsoft.com/office/drawing/2014/main" id="{E783BF1C-80C9-4D9E-BC9A-3376E8F8F466}"/>
              </a:ext>
            </a:extLst>
          </p:cNvPr>
          <p:cNvSpPr>
            <a:spLocks xmlns:a="http://schemas.openxmlformats.org/drawingml/2006/main" noGrp="1"/>
          </p:cNvSpPr>
          <p:nvPr/>
        </p:nvSpPr>
        <p:spPr>
          <a:xfrm xmlns:a="http://schemas.openxmlformats.org/drawingml/2006/main">
            <a:off x="42386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DESIGN</a:t>
            </a:r>
          </a:p>
        </p:txBody>
      </p:sp>
      <p:sp>
        <p:nvSpPr>
          <p:cNvPr id="124" name="">
            <a:extLst xmlns:a="http://schemas.openxmlformats.org/drawingml/2006/main">
              <a:ext uri="{FF2B5EF4-FFF2-40B4-BE49-F238E27FC236}">
                <a16:creationId xmlns:a16="http://schemas.microsoft.com/office/drawing/2014/main" id="{57E92D5E-A81A-45D5-B1A0-A1C360EE56FA}"/>
              </a:ext>
            </a:extLst>
          </p:cNvPr>
          <p:cNvSpPr>
            <a:spLocks xmlns:a="http://schemas.openxmlformats.org/drawingml/2006/main" noGrp="1"/>
          </p:cNvSpPr>
          <p:nvPr/>
        </p:nvSpPr>
        <p:spPr>
          <a:xfrm xmlns:a="http://schemas.openxmlformats.org/drawingml/2006/main">
            <a:off x="55768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25" name="">
            <a:extLst xmlns:a="http://schemas.openxmlformats.org/drawingml/2006/main">
              <a:ext uri="{FF2B5EF4-FFF2-40B4-BE49-F238E27FC236}">
                <a16:creationId xmlns:a16="http://schemas.microsoft.com/office/drawing/2014/main" id="{6F370E43-5A1D-4C35-BD2C-29CFC2BC33EF}"/>
              </a:ext>
            </a:extLst>
          </p:cNvPr>
          <p:cNvSpPr>
            <a:spLocks xmlns:a="http://schemas.openxmlformats.org/drawingml/2006/main" noGrp="1"/>
          </p:cNvSpPr>
          <p:nvPr/>
        </p:nvSpPr>
        <p:spPr>
          <a:xfrm xmlns:a="http://schemas.openxmlformats.org/drawingml/2006/main">
            <a:off x="52101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BUILD</a:t>
            </a:r>
          </a:p>
        </p:txBody>
      </p:sp>
      <p:sp>
        <p:nvSpPr>
          <p:cNvPr id="126" name="">
            <a:extLst xmlns:a="http://schemas.openxmlformats.org/drawingml/2006/main">
              <a:ext uri="{FF2B5EF4-FFF2-40B4-BE49-F238E27FC236}">
                <a16:creationId xmlns:a16="http://schemas.microsoft.com/office/drawing/2014/main" id="{518F65B5-8D12-4837-891C-1445F4E33D24}"/>
              </a:ext>
            </a:extLst>
          </p:cNvPr>
          <p:cNvSpPr>
            <a:spLocks xmlns:a="http://schemas.openxmlformats.org/drawingml/2006/main" noGrp="1"/>
          </p:cNvSpPr>
          <p:nvPr/>
        </p:nvSpPr>
        <p:spPr>
          <a:xfrm xmlns:a="http://schemas.openxmlformats.org/drawingml/2006/main">
            <a:off x="65484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27" name="">
            <a:extLst xmlns:a="http://schemas.openxmlformats.org/drawingml/2006/main">
              <a:ext uri="{FF2B5EF4-FFF2-40B4-BE49-F238E27FC236}">
                <a16:creationId xmlns:a16="http://schemas.microsoft.com/office/drawing/2014/main" id="{03F0253D-6B1C-48A1-9FE5-136FBAC22180}"/>
              </a:ext>
            </a:extLst>
          </p:cNvPr>
          <p:cNvSpPr>
            <a:spLocks xmlns:a="http://schemas.openxmlformats.org/drawingml/2006/main" noGrp="1"/>
          </p:cNvSpPr>
          <p:nvPr/>
        </p:nvSpPr>
        <p:spPr>
          <a:xfrm xmlns:a="http://schemas.openxmlformats.org/drawingml/2006/main">
            <a:off x="61817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TEST</a:t>
            </a:r>
          </a:p>
        </p:txBody>
      </p:sp>
      <p:sp>
        <p:nvSpPr>
          <p:cNvPr id="128" name="">
            <a:extLst xmlns:a="http://schemas.openxmlformats.org/drawingml/2006/main">
              <a:ext uri="{FF2B5EF4-FFF2-40B4-BE49-F238E27FC236}">
                <a16:creationId xmlns:a16="http://schemas.microsoft.com/office/drawing/2014/main" id="{20F62B2D-309C-4963-A894-36033AAD027F}"/>
              </a:ext>
            </a:extLst>
          </p:cNvPr>
          <p:cNvSpPr>
            <a:spLocks xmlns:a="http://schemas.openxmlformats.org/drawingml/2006/main" noGrp="1"/>
          </p:cNvSpPr>
          <p:nvPr/>
        </p:nvSpPr>
        <p:spPr>
          <a:xfrm xmlns:a="http://schemas.openxmlformats.org/drawingml/2006/main">
            <a:off x="75199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29" name="">
            <a:extLst xmlns:a="http://schemas.openxmlformats.org/drawingml/2006/main">
              <a:ext uri="{FF2B5EF4-FFF2-40B4-BE49-F238E27FC236}">
                <a16:creationId xmlns:a16="http://schemas.microsoft.com/office/drawing/2014/main" id="{3DB2A6A8-4B07-4180-9797-1D43E78BFC72}"/>
              </a:ext>
            </a:extLst>
          </p:cNvPr>
          <p:cNvSpPr>
            <a:spLocks xmlns:a="http://schemas.openxmlformats.org/drawingml/2006/main" noGrp="1"/>
          </p:cNvSpPr>
          <p:nvPr/>
        </p:nvSpPr>
        <p:spPr>
          <a:xfrm xmlns:a="http://schemas.openxmlformats.org/drawingml/2006/main">
            <a:off x="71532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DEPLOY</a:t>
            </a:r>
          </a:p>
        </p:txBody>
      </p:sp>
      <p:sp>
        <p:nvSpPr>
          <p:cNvPr id="130" name="">
            <a:extLst xmlns:a="http://schemas.openxmlformats.org/drawingml/2006/main">
              <a:ext uri="{FF2B5EF4-FFF2-40B4-BE49-F238E27FC236}">
                <a16:creationId xmlns:a16="http://schemas.microsoft.com/office/drawing/2014/main" id="{1BC46406-C926-491D-A1A5-1DFA67FA9690}"/>
              </a:ext>
            </a:extLst>
          </p:cNvPr>
          <p:cNvSpPr>
            <a:spLocks xmlns:a="http://schemas.openxmlformats.org/drawingml/2006/main" noGrp="1"/>
          </p:cNvSpPr>
          <p:nvPr/>
        </p:nvSpPr>
        <p:spPr>
          <a:xfrm xmlns:a="http://schemas.openxmlformats.org/drawingml/2006/main">
            <a:off x="8477250" y="6334125"/>
            <a:ext cx="95250" cy="95250"/>
          </a:xfrm>
          <a:prstGeom xmlns:a="http://schemas.openxmlformats.org/drawingml/2006/main" prst="ellipse">
            <a:avLst/>
          </a:prstGeom>
          <a:solidFill xmlns:a="http://schemas.openxmlformats.org/drawingml/2006/main">
            <a:srgbClr val="EF8B39"/>
          </a:solidFill>
          <a:ln xmlns:a="http://schemas.openxmlformats.org/drawingml/2006/main" w="9525">
            <a:solidFill>
              <a:srgbClr val="EF8B39"/>
            </a:solidFill>
            <a:prstDash val="solid"/>
          </a:ln>
        </p:spPr>
      </p:sp>
      <p:sp>
        <p:nvSpPr>
          <p:cNvPr id="131" name="">
            <a:extLst xmlns:a="http://schemas.openxmlformats.org/drawingml/2006/main">
              <a:ext uri="{FF2B5EF4-FFF2-40B4-BE49-F238E27FC236}">
                <a16:creationId xmlns:a16="http://schemas.microsoft.com/office/drawing/2014/main" id="{228EBFD2-EA47-4894-8890-2D1F1FCF8BA4}"/>
              </a:ext>
            </a:extLst>
          </p:cNvPr>
          <p:cNvSpPr>
            <a:spLocks xmlns:a="http://schemas.openxmlformats.org/drawingml/2006/main" noGrp="1"/>
          </p:cNvSpPr>
          <p:nvPr/>
        </p:nvSpPr>
        <p:spPr>
          <a:xfrm xmlns:a="http://schemas.openxmlformats.org/drawingml/2006/main">
            <a:off x="81248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1">
                <a:solidFill>
                  <a:srgbClr val="B93800"/>
                </a:solidFill>
                <a:latin typeface="Montserrat"/>
                <a:ea typeface="Montserrat"/>
                <a:cs typeface="Montserrat"/>
              </a:defRPr>
            </a:defPPr>
            <a:lvl1pPr algn="ctr">
              <a:defRPr sz="675" b="1">
                <a:solidFill>
                  <a:srgbClr val="B93800"/>
                </a:solidFill>
                <a:latin typeface="Montserrat"/>
                <a:ea typeface="Montserrat"/>
                <a:cs typeface="Montserrat"/>
              </a:defRPr>
            </a:lvl1pPr>
            <a:lvl2pPr algn="ctr">
              <a:defRPr sz="675" b="1">
                <a:solidFill>
                  <a:srgbClr val="B93800"/>
                </a:solidFill>
                <a:latin typeface="Montserrat"/>
                <a:ea typeface="Montserrat"/>
                <a:cs typeface="Montserrat"/>
              </a:defRPr>
            </a:lvl2pPr>
            <a:lvl3pPr algn="ctr">
              <a:defRPr sz="675" b="1">
                <a:solidFill>
                  <a:srgbClr val="B93800"/>
                </a:solidFill>
                <a:latin typeface="Montserrat"/>
                <a:ea typeface="Montserrat"/>
                <a:cs typeface="Montserrat"/>
              </a:defRPr>
            </a:lvl3pPr>
            <a:lvl4pPr algn="ctr">
              <a:defRPr sz="675" b="1">
                <a:solidFill>
                  <a:srgbClr val="B93800"/>
                </a:solidFill>
                <a:latin typeface="Montserrat"/>
                <a:ea typeface="Montserrat"/>
                <a:cs typeface="Montserrat"/>
              </a:defRPr>
            </a:lvl4pPr>
            <a:lvl5pPr algn="ctr">
              <a:defRPr sz="675" b="1">
                <a:solidFill>
                  <a:srgbClr val="B93800"/>
                </a:solidFill>
                <a:latin typeface="Montserrat"/>
                <a:ea typeface="Montserrat"/>
                <a:cs typeface="Montserrat"/>
              </a:defRPr>
            </a:lvl5pPr>
            <a:lvl6pPr algn="ctr">
              <a:defRPr sz="675" b="1">
                <a:solidFill>
                  <a:srgbClr val="B93800"/>
                </a:solidFill>
                <a:latin typeface="Montserrat"/>
                <a:ea typeface="Montserrat"/>
                <a:cs typeface="Montserrat"/>
              </a:defRPr>
            </a:lvl6pPr>
            <a:lvl7pPr algn="ctr">
              <a:defRPr sz="675" b="1">
                <a:solidFill>
                  <a:srgbClr val="B93800"/>
                </a:solidFill>
                <a:latin typeface="Montserrat"/>
                <a:ea typeface="Montserrat"/>
                <a:cs typeface="Montserrat"/>
              </a:defRPr>
            </a:lvl7pPr>
            <a:lvl8pPr algn="ctr">
              <a:defRPr sz="675" b="1">
                <a:solidFill>
                  <a:srgbClr val="B93800"/>
                </a:solidFill>
                <a:latin typeface="Montserrat"/>
                <a:ea typeface="Montserrat"/>
                <a:cs typeface="Montserrat"/>
              </a:defRPr>
            </a:lvl8pPr>
            <a:lvl9pPr algn="ctr">
              <a:defRPr sz="675" b="1">
                <a:solidFill>
                  <a:srgbClr val="B93800"/>
                </a:solidFill>
                <a:latin typeface="Montserrat"/>
                <a:ea typeface="Montserrat"/>
                <a:cs typeface="Montserrat"/>
              </a:defRPr>
            </a:lvl9pPr>
          </a:lstStyle>
          <a:p xmlns:a="http://schemas.openxmlformats.org/drawingml/2006/main">
            <a:pPr algn="ctr">
              <a:defRPr sz="675" b="1">
                <a:solidFill>
                  <a:srgbClr val="B93800"/>
                </a:solidFill>
                <a:latin typeface="Montserrat"/>
                <a:ea typeface="Montserrat"/>
                <a:cs typeface="Montserrat"/>
              </a:defRPr>
            </a:pPr>
            <a:r>
              <a:rPr sz="675" b="1">
                <a:solidFill>
                  <a:srgbClr val="B93800"/>
                </a:solidFill>
                <a:latin typeface="Montserrat"/>
                <a:ea typeface="Montserrat"/>
                <a:cs typeface="Montserrat"/>
              </a:rPr>
              <a:t>MAINTAIN</a:t>
            </a:r>
          </a:p>
        </p:txBody>
      </p:sp>
    </p:spTree>
    <p:extLst>
      <p:ext uri="{BB962C8B-B14F-4D97-AF65-F5344CB8AC3E}">
        <p14:creationId xmlns:p14="http://schemas.microsoft.com/office/powerpoint/2010/main" val="1579165309"/>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461550DA-F24F-4B6D-B5BA-17D771F9AD14}"/>
              </a:ext>
            </a:extLst>
          </p:cNvPr>
          <p:cNvPicPr>
            <a:picLocks xmlns:a="http://schemas.openxmlformats.org/drawingml/2006/main" noChangeAspect="1"/>
          </p:cNvPicPr>
          <p:nvPr/>
        </p:nvPicPr>
        <p:blipFill>
          <a:blip xmlns:r="http://schemas.openxmlformats.org/officeDocument/2006/relationships" xmlns:a="http://schemas.openxmlformats.org/drawingml/2006/main" r:embed="R0571c988173f4f7e"/>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B06C99DE-C0BF-46BD-89D0-918E01D92628}"/>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50 / 63</a:t>
            </a:r>
            <a:endParaRPr sz="900"/>
          </a:p>
        </p:txBody>
      </p:sp>
      <p:sp>
        <p:nvSpPr>
          <p:cNvPr id="37" name="">
            <a:extLst xmlns:a="http://schemas.openxmlformats.org/drawingml/2006/main">
              <a:ext uri="{FF2B5EF4-FFF2-40B4-BE49-F238E27FC236}">
                <a16:creationId xmlns:a16="http://schemas.microsoft.com/office/drawing/2014/main" id="{A11060BA-F17B-4F62-99EC-AAA8FFCEA692}"/>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EF8B39"/>
                </a:solidFill>
                <a:latin typeface="Montserrat"/>
                <a:ea typeface="Montserrat"/>
                <a:cs typeface="Montserrat"/>
              </a:defRPr>
            </a:defPPr>
            <a:lvl1pPr algn="l">
              <a:defRPr sz="1050" b="1">
                <a:solidFill>
                  <a:srgbClr val="EF8B39"/>
                </a:solidFill>
                <a:latin typeface="Montserrat"/>
                <a:ea typeface="Montserrat"/>
                <a:cs typeface="Montserrat"/>
              </a:defRPr>
            </a:lvl1pPr>
            <a:lvl2pPr algn="l">
              <a:defRPr sz="1050" b="1">
                <a:solidFill>
                  <a:srgbClr val="EF8B39"/>
                </a:solidFill>
                <a:latin typeface="Montserrat"/>
                <a:ea typeface="Montserrat"/>
                <a:cs typeface="Montserrat"/>
              </a:defRPr>
            </a:lvl2pPr>
            <a:lvl3pPr algn="l">
              <a:defRPr sz="1050" b="1">
                <a:solidFill>
                  <a:srgbClr val="EF8B39"/>
                </a:solidFill>
                <a:latin typeface="Montserrat"/>
                <a:ea typeface="Montserrat"/>
                <a:cs typeface="Montserrat"/>
              </a:defRPr>
            </a:lvl3pPr>
            <a:lvl4pPr algn="l">
              <a:defRPr sz="1050" b="1">
                <a:solidFill>
                  <a:srgbClr val="EF8B39"/>
                </a:solidFill>
                <a:latin typeface="Montserrat"/>
                <a:ea typeface="Montserrat"/>
                <a:cs typeface="Montserrat"/>
              </a:defRPr>
            </a:lvl4pPr>
            <a:lvl5pPr algn="l">
              <a:defRPr sz="1050" b="1">
                <a:solidFill>
                  <a:srgbClr val="EF8B39"/>
                </a:solidFill>
                <a:latin typeface="Montserrat"/>
                <a:ea typeface="Montserrat"/>
                <a:cs typeface="Montserrat"/>
              </a:defRPr>
            </a:lvl5pPr>
            <a:lvl6pPr algn="l">
              <a:defRPr sz="1050" b="1">
                <a:solidFill>
                  <a:srgbClr val="EF8B39"/>
                </a:solidFill>
                <a:latin typeface="Montserrat"/>
                <a:ea typeface="Montserrat"/>
                <a:cs typeface="Montserrat"/>
              </a:defRPr>
            </a:lvl6pPr>
            <a:lvl7pPr algn="l">
              <a:defRPr sz="1050" b="1">
                <a:solidFill>
                  <a:srgbClr val="EF8B39"/>
                </a:solidFill>
                <a:latin typeface="Montserrat"/>
                <a:ea typeface="Montserrat"/>
                <a:cs typeface="Montserrat"/>
              </a:defRPr>
            </a:lvl7pPr>
            <a:lvl8pPr algn="l">
              <a:defRPr sz="1050" b="1">
                <a:solidFill>
                  <a:srgbClr val="EF8B39"/>
                </a:solidFill>
                <a:latin typeface="Montserrat"/>
                <a:ea typeface="Montserrat"/>
                <a:cs typeface="Montserrat"/>
              </a:defRPr>
            </a:lvl8pPr>
            <a:lvl9pPr algn="l">
              <a:defRPr sz="1050" b="1">
                <a:solidFill>
                  <a:srgbClr val="EF8B39"/>
                </a:solidFill>
                <a:latin typeface="Montserrat"/>
                <a:ea typeface="Montserrat"/>
                <a:cs typeface="Montserrat"/>
              </a:defRPr>
            </a:lvl9pPr>
          </a:lstStyle>
          <a:p xmlns:a="http://schemas.openxmlformats.org/drawingml/2006/main">
            <a:pPr algn="l">
              <a:defRPr sz="1050" b="1">
                <a:solidFill>
                  <a:srgbClr val="EF8B39"/>
                </a:solidFill>
                <a:latin typeface="Montserrat"/>
                <a:ea typeface="Montserrat"/>
                <a:cs typeface="Montserrat"/>
              </a:defRPr>
            </a:pPr>
            <a:r>
              <a:rPr sz="1050" b="1">
                <a:solidFill>
                  <a:srgbClr val="EF8B39"/>
                </a:solidFill>
                <a:latin typeface="Montserrat"/>
                <a:ea typeface="Montserrat"/>
                <a:cs typeface="Montserrat"/>
              </a:rPr>
              <a:t>// EXERCISE 2 · REVIEW</a:t>
            </a:r>
          </a:p>
        </p:txBody>
      </p:sp>
      <p:sp>
        <p:nvSpPr>
          <p:cNvPr id="38" name="">
            <a:extLst xmlns:a="http://schemas.openxmlformats.org/drawingml/2006/main">
              <a:ext uri="{FF2B5EF4-FFF2-40B4-BE49-F238E27FC236}">
                <a16:creationId xmlns:a16="http://schemas.microsoft.com/office/drawing/2014/main" id="{866718BA-65AA-4FFA-9E6C-B816E769D2D3}"/>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B93800"/>
                </a:solidFill>
                <a:latin typeface="Montserrat"/>
                <a:ea typeface="Montserrat"/>
                <a:cs typeface="Montserrat"/>
              </a:defRPr>
            </a:defPPr>
            <a:lvl1pPr algn="r">
              <a:defRPr sz="900" b="0">
                <a:solidFill>
                  <a:srgbClr val="B93800"/>
                </a:solidFill>
                <a:latin typeface="Montserrat"/>
                <a:ea typeface="Montserrat"/>
                <a:cs typeface="Montserrat"/>
              </a:defRPr>
            </a:lvl1pPr>
            <a:lvl2pPr algn="r">
              <a:defRPr sz="900" b="0">
                <a:solidFill>
                  <a:srgbClr val="B93800"/>
                </a:solidFill>
                <a:latin typeface="Montserrat"/>
                <a:ea typeface="Montserrat"/>
                <a:cs typeface="Montserrat"/>
              </a:defRPr>
            </a:lvl2pPr>
            <a:lvl3pPr algn="r">
              <a:defRPr sz="900" b="0">
                <a:solidFill>
                  <a:srgbClr val="B93800"/>
                </a:solidFill>
                <a:latin typeface="Montserrat"/>
                <a:ea typeface="Montserrat"/>
                <a:cs typeface="Montserrat"/>
              </a:defRPr>
            </a:lvl3pPr>
            <a:lvl4pPr algn="r">
              <a:defRPr sz="900" b="0">
                <a:solidFill>
                  <a:srgbClr val="B93800"/>
                </a:solidFill>
                <a:latin typeface="Montserrat"/>
                <a:ea typeface="Montserrat"/>
                <a:cs typeface="Montserrat"/>
              </a:defRPr>
            </a:lvl4pPr>
            <a:lvl5pPr algn="r">
              <a:defRPr sz="900" b="0">
                <a:solidFill>
                  <a:srgbClr val="B93800"/>
                </a:solidFill>
                <a:latin typeface="Montserrat"/>
                <a:ea typeface="Montserrat"/>
                <a:cs typeface="Montserrat"/>
              </a:defRPr>
            </a:lvl5pPr>
            <a:lvl6pPr algn="r">
              <a:defRPr sz="900" b="0">
                <a:solidFill>
                  <a:srgbClr val="B93800"/>
                </a:solidFill>
                <a:latin typeface="Montserrat"/>
                <a:ea typeface="Montserrat"/>
                <a:cs typeface="Montserrat"/>
              </a:defRPr>
            </a:lvl6pPr>
            <a:lvl7pPr algn="r">
              <a:defRPr sz="900" b="0">
                <a:solidFill>
                  <a:srgbClr val="B93800"/>
                </a:solidFill>
                <a:latin typeface="Montserrat"/>
                <a:ea typeface="Montserrat"/>
                <a:cs typeface="Montserrat"/>
              </a:defRPr>
            </a:lvl7pPr>
            <a:lvl8pPr algn="r">
              <a:defRPr sz="900" b="0">
                <a:solidFill>
                  <a:srgbClr val="B93800"/>
                </a:solidFill>
                <a:latin typeface="Montserrat"/>
                <a:ea typeface="Montserrat"/>
                <a:cs typeface="Montserrat"/>
              </a:defRPr>
            </a:lvl8pPr>
            <a:lvl9pPr algn="r">
              <a:defRPr sz="900" b="0">
                <a:solidFill>
                  <a:srgbClr val="B93800"/>
                </a:solidFill>
                <a:latin typeface="Montserrat"/>
                <a:ea typeface="Montserrat"/>
                <a:cs typeface="Montserrat"/>
              </a:defRPr>
            </a:lvl9pPr>
          </a:lstStyle>
          <a:p xmlns:a="http://schemas.openxmlformats.org/drawingml/2006/main">
            <a:pPr algn="r">
              <a:defRPr sz="900" b="0">
                <a:solidFill>
                  <a:srgbClr val="B93800"/>
                </a:solidFill>
                <a:latin typeface="Montserrat"/>
                <a:ea typeface="Montserrat"/>
                <a:cs typeface="Montserrat"/>
              </a:defRPr>
            </a:pPr>
            <a:r>
              <a:rPr sz="900" b="0">
                <a:solidFill>
                  <a:srgbClr val="B93800"/>
                </a:solidFill>
                <a:latin typeface="Montserrat"/>
                <a:ea typeface="Montserrat"/>
                <a:cs typeface="Montserrat"/>
              </a:rPr>
              <a:t>3:00–4:30</a:t>
            </a:r>
          </a:p>
        </p:txBody>
      </p:sp>
      <p:sp>
        <p:nvSpPr>
          <p:cNvPr id="39" name="">
            <a:extLst xmlns:a="http://schemas.openxmlformats.org/drawingml/2006/main">
              <a:ext uri="{FF2B5EF4-FFF2-40B4-BE49-F238E27FC236}">
                <a16:creationId xmlns:a16="http://schemas.microsoft.com/office/drawing/2014/main" id="{CD27A5C8-3521-420C-8C59-96BAAC0B9297}"/>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Game review</a:t>
            </a:r>
          </a:p>
        </p:txBody>
      </p:sp>
      <p:sp>
        <p:nvSpPr>
          <p:cNvPr id="40" name="">
            <a:extLst xmlns:a="http://schemas.openxmlformats.org/drawingml/2006/main">
              <a:ext uri="{FF2B5EF4-FFF2-40B4-BE49-F238E27FC236}">
                <a16:creationId xmlns:a16="http://schemas.microsoft.com/office/drawing/2014/main" id="{E46D010E-26BC-496A-B00F-7B798A6419B8}"/>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SHOW THE ROUND · SHOW THE PROJECT · SHOW THE PROOF</a:t>
            </a:r>
          </a:p>
        </p:txBody>
      </p:sp>
      <p:sp>
        <p:nvSpPr>
          <p:cNvPr id="41" name="">
            <a:extLst xmlns:a="http://schemas.openxmlformats.org/drawingml/2006/main">
              <a:ext uri="{FF2B5EF4-FFF2-40B4-BE49-F238E27FC236}">
                <a16:creationId xmlns:a16="http://schemas.microsoft.com/office/drawing/2014/main" id="{61E71661-72E1-49D2-BD69-0C7CA7FC7801}"/>
              </a:ext>
            </a:extLst>
          </p:cNvPr>
          <p:cNvSpPr>
            <a:spLocks xmlns:a="http://schemas.openxmlformats.org/drawingml/2006/main" noGrp="1"/>
          </p:cNvSpPr>
          <p:nvPr/>
        </p:nvSpPr>
        <p:spPr>
          <a:xfrm xmlns:a="http://schemas.openxmlformats.org/drawingml/2006/main">
            <a:off x="647700" y="2009775"/>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42" name="">
            <a:extLst xmlns:a="http://schemas.openxmlformats.org/drawingml/2006/main">
              <a:ext uri="{FF2B5EF4-FFF2-40B4-BE49-F238E27FC236}">
                <a16:creationId xmlns:a16="http://schemas.microsoft.com/office/drawing/2014/main" id="{84D6F770-6A84-4D6C-BB70-CD8064BB4431}"/>
              </a:ext>
            </a:extLst>
          </p:cNvPr>
          <p:cNvSpPr>
            <a:spLocks xmlns:a="http://schemas.openxmlformats.org/drawingml/2006/main" noGrp="1"/>
          </p:cNvSpPr>
          <p:nvPr/>
        </p:nvSpPr>
        <p:spPr>
          <a:xfrm xmlns:a="http://schemas.openxmlformats.org/drawingml/2006/main">
            <a:off x="742950" y="23812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EF8B39"/>
                </a:solidFill>
                <a:latin typeface="Courier New"/>
                <a:ea typeface="Courier New"/>
                <a:cs typeface="Courier New"/>
              </a:defRPr>
            </a:defPPr>
            <a:lvl1pPr algn="l">
              <a:defRPr sz="900" b="0">
                <a:solidFill>
                  <a:srgbClr val="EF8B39"/>
                </a:solidFill>
                <a:latin typeface="Courier New"/>
                <a:ea typeface="Courier New"/>
                <a:cs typeface="Courier New"/>
              </a:defRPr>
            </a:lvl1pPr>
            <a:lvl2pPr algn="l">
              <a:defRPr sz="900" b="0">
                <a:solidFill>
                  <a:srgbClr val="EF8B39"/>
                </a:solidFill>
                <a:latin typeface="Courier New"/>
                <a:ea typeface="Courier New"/>
                <a:cs typeface="Courier New"/>
              </a:defRPr>
            </a:lvl2pPr>
            <a:lvl3pPr algn="l">
              <a:defRPr sz="900" b="0">
                <a:solidFill>
                  <a:srgbClr val="EF8B39"/>
                </a:solidFill>
                <a:latin typeface="Courier New"/>
                <a:ea typeface="Courier New"/>
                <a:cs typeface="Courier New"/>
              </a:defRPr>
            </a:lvl3pPr>
            <a:lvl4pPr algn="l">
              <a:defRPr sz="900" b="0">
                <a:solidFill>
                  <a:srgbClr val="EF8B39"/>
                </a:solidFill>
                <a:latin typeface="Courier New"/>
                <a:ea typeface="Courier New"/>
                <a:cs typeface="Courier New"/>
              </a:defRPr>
            </a:lvl4pPr>
            <a:lvl5pPr algn="l">
              <a:defRPr sz="900" b="0">
                <a:solidFill>
                  <a:srgbClr val="EF8B39"/>
                </a:solidFill>
                <a:latin typeface="Courier New"/>
                <a:ea typeface="Courier New"/>
                <a:cs typeface="Courier New"/>
              </a:defRPr>
            </a:lvl5pPr>
            <a:lvl6pPr algn="l">
              <a:defRPr sz="900" b="0">
                <a:solidFill>
                  <a:srgbClr val="EF8B39"/>
                </a:solidFill>
                <a:latin typeface="Courier New"/>
                <a:ea typeface="Courier New"/>
                <a:cs typeface="Courier New"/>
              </a:defRPr>
            </a:lvl6pPr>
            <a:lvl7pPr algn="l">
              <a:defRPr sz="900" b="0">
                <a:solidFill>
                  <a:srgbClr val="EF8B39"/>
                </a:solidFill>
                <a:latin typeface="Courier New"/>
                <a:ea typeface="Courier New"/>
                <a:cs typeface="Courier New"/>
              </a:defRPr>
            </a:lvl7pPr>
            <a:lvl8pPr algn="l">
              <a:defRPr sz="900" b="0">
                <a:solidFill>
                  <a:srgbClr val="EF8B39"/>
                </a:solidFill>
                <a:latin typeface="Courier New"/>
                <a:ea typeface="Courier New"/>
                <a:cs typeface="Courier New"/>
              </a:defRPr>
            </a:lvl8pPr>
            <a:lvl9pPr algn="l">
              <a:defRPr sz="900" b="0">
                <a:solidFill>
                  <a:srgbClr val="EF8B39"/>
                </a:solidFill>
                <a:latin typeface="Courier New"/>
                <a:ea typeface="Courier New"/>
                <a:cs typeface="Courier New"/>
              </a:defRPr>
            </a:lvl9pPr>
          </a:lstStyle>
          <a:p xmlns:a="http://schemas.openxmlformats.org/drawingml/2006/main">
            <a:pPr algn="l">
              <a:defRPr sz="900" b="0">
                <a:solidFill>
                  <a:srgbClr val="EF8B39"/>
                </a:solidFill>
                <a:latin typeface="Courier New"/>
                <a:ea typeface="Courier New"/>
                <a:cs typeface="Courier New"/>
              </a:defRPr>
            </a:pPr>
            <a:r>
              <a:rPr sz="900" b="0">
                <a:solidFill>
                  <a:srgbClr val="EF8B39"/>
                </a:solidFill>
                <a:latin typeface="Courier New"/>
                <a:ea typeface="Courier New"/>
                <a:cs typeface="Courier New"/>
              </a:rPr>
              <a:t>01</a:t>
            </a:r>
          </a:p>
        </p:txBody>
      </p:sp>
      <p:sp>
        <p:nvSpPr>
          <p:cNvPr id="43" name="">
            <a:extLst xmlns:a="http://schemas.openxmlformats.org/drawingml/2006/main">
              <a:ext uri="{FF2B5EF4-FFF2-40B4-BE49-F238E27FC236}">
                <a16:creationId xmlns:a16="http://schemas.microsoft.com/office/drawing/2014/main" id="{F9ED8CA5-4EE0-483E-97CF-E182F6516382}"/>
              </a:ext>
            </a:extLst>
          </p:cNvPr>
          <p:cNvSpPr>
            <a:spLocks xmlns:a="http://schemas.openxmlformats.org/drawingml/2006/main" noGrp="1"/>
          </p:cNvSpPr>
          <p:nvPr/>
        </p:nvSpPr>
        <p:spPr>
          <a:xfrm xmlns:a="http://schemas.openxmlformats.org/drawingml/2006/main">
            <a:off x="1352550" y="2352675"/>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Open the live game and explain the goal</a:t>
            </a:r>
          </a:p>
        </p:txBody>
      </p:sp>
      <p:sp>
        <p:nvSpPr>
          <p:cNvPr id="44" name="">
            <a:extLst xmlns:a="http://schemas.openxmlformats.org/drawingml/2006/main">
              <a:ext uri="{FF2B5EF4-FFF2-40B4-BE49-F238E27FC236}">
                <a16:creationId xmlns:a16="http://schemas.microsoft.com/office/drawing/2014/main" id="{787836CA-56EE-493A-98D8-C15F344F2EE7}"/>
              </a:ext>
            </a:extLst>
          </p:cNvPr>
          <p:cNvSpPr>
            <a:spLocks xmlns:a="http://schemas.openxmlformats.org/drawingml/2006/main" noGrp="1"/>
          </p:cNvSpPr>
          <p:nvPr/>
        </p:nvSpPr>
        <p:spPr>
          <a:xfrm xmlns:a="http://schemas.openxmlformats.org/drawingml/2006/main">
            <a:off x="742950" y="29718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EF8B39"/>
                </a:solidFill>
                <a:latin typeface="Courier New"/>
                <a:ea typeface="Courier New"/>
                <a:cs typeface="Courier New"/>
              </a:defRPr>
            </a:defPPr>
            <a:lvl1pPr algn="l">
              <a:defRPr sz="900" b="0">
                <a:solidFill>
                  <a:srgbClr val="EF8B39"/>
                </a:solidFill>
                <a:latin typeface="Courier New"/>
                <a:ea typeface="Courier New"/>
                <a:cs typeface="Courier New"/>
              </a:defRPr>
            </a:lvl1pPr>
            <a:lvl2pPr algn="l">
              <a:defRPr sz="900" b="0">
                <a:solidFill>
                  <a:srgbClr val="EF8B39"/>
                </a:solidFill>
                <a:latin typeface="Courier New"/>
                <a:ea typeface="Courier New"/>
                <a:cs typeface="Courier New"/>
              </a:defRPr>
            </a:lvl2pPr>
            <a:lvl3pPr algn="l">
              <a:defRPr sz="900" b="0">
                <a:solidFill>
                  <a:srgbClr val="EF8B39"/>
                </a:solidFill>
                <a:latin typeface="Courier New"/>
                <a:ea typeface="Courier New"/>
                <a:cs typeface="Courier New"/>
              </a:defRPr>
            </a:lvl3pPr>
            <a:lvl4pPr algn="l">
              <a:defRPr sz="900" b="0">
                <a:solidFill>
                  <a:srgbClr val="EF8B39"/>
                </a:solidFill>
                <a:latin typeface="Courier New"/>
                <a:ea typeface="Courier New"/>
                <a:cs typeface="Courier New"/>
              </a:defRPr>
            </a:lvl4pPr>
            <a:lvl5pPr algn="l">
              <a:defRPr sz="900" b="0">
                <a:solidFill>
                  <a:srgbClr val="EF8B39"/>
                </a:solidFill>
                <a:latin typeface="Courier New"/>
                <a:ea typeface="Courier New"/>
                <a:cs typeface="Courier New"/>
              </a:defRPr>
            </a:lvl5pPr>
            <a:lvl6pPr algn="l">
              <a:defRPr sz="900" b="0">
                <a:solidFill>
                  <a:srgbClr val="EF8B39"/>
                </a:solidFill>
                <a:latin typeface="Courier New"/>
                <a:ea typeface="Courier New"/>
                <a:cs typeface="Courier New"/>
              </a:defRPr>
            </a:lvl6pPr>
            <a:lvl7pPr algn="l">
              <a:defRPr sz="900" b="0">
                <a:solidFill>
                  <a:srgbClr val="EF8B39"/>
                </a:solidFill>
                <a:latin typeface="Courier New"/>
                <a:ea typeface="Courier New"/>
                <a:cs typeface="Courier New"/>
              </a:defRPr>
            </a:lvl7pPr>
            <a:lvl8pPr algn="l">
              <a:defRPr sz="900" b="0">
                <a:solidFill>
                  <a:srgbClr val="EF8B39"/>
                </a:solidFill>
                <a:latin typeface="Courier New"/>
                <a:ea typeface="Courier New"/>
                <a:cs typeface="Courier New"/>
              </a:defRPr>
            </a:lvl8pPr>
            <a:lvl9pPr algn="l">
              <a:defRPr sz="900" b="0">
                <a:solidFill>
                  <a:srgbClr val="EF8B39"/>
                </a:solidFill>
                <a:latin typeface="Courier New"/>
                <a:ea typeface="Courier New"/>
                <a:cs typeface="Courier New"/>
              </a:defRPr>
            </a:lvl9pPr>
          </a:lstStyle>
          <a:p xmlns:a="http://schemas.openxmlformats.org/drawingml/2006/main">
            <a:pPr algn="l">
              <a:defRPr sz="900" b="0">
                <a:solidFill>
                  <a:srgbClr val="EF8B39"/>
                </a:solidFill>
                <a:latin typeface="Courier New"/>
                <a:ea typeface="Courier New"/>
                <a:cs typeface="Courier New"/>
              </a:defRPr>
            </a:pPr>
            <a:r>
              <a:rPr sz="900" b="0">
                <a:solidFill>
                  <a:srgbClr val="EF8B39"/>
                </a:solidFill>
                <a:latin typeface="Courier New"/>
                <a:ea typeface="Courier New"/>
                <a:cs typeface="Courier New"/>
              </a:rPr>
              <a:t>02</a:t>
            </a:r>
          </a:p>
        </p:txBody>
      </p:sp>
      <p:sp>
        <p:nvSpPr>
          <p:cNvPr id="45" name="">
            <a:extLst xmlns:a="http://schemas.openxmlformats.org/drawingml/2006/main">
              <a:ext uri="{FF2B5EF4-FFF2-40B4-BE49-F238E27FC236}">
                <a16:creationId xmlns:a16="http://schemas.microsoft.com/office/drawing/2014/main" id="{1871710D-D123-46AE-9B28-9089622EB563}"/>
              </a:ext>
            </a:extLst>
          </p:cNvPr>
          <p:cNvSpPr>
            <a:spLocks xmlns:a="http://schemas.openxmlformats.org/drawingml/2006/main" noGrp="1"/>
          </p:cNvSpPr>
          <p:nvPr/>
        </p:nvSpPr>
        <p:spPr>
          <a:xfrm xmlns:a="http://schemas.openxmlformats.org/drawingml/2006/main">
            <a:off x="1352550" y="2943225"/>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Complete a battle and show the correct square</a:t>
            </a:r>
          </a:p>
        </p:txBody>
      </p:sp>
      <p:sp>
        <p:nvSpPr>
          <p:cNvPr id="46" name="">
            <a:extLst xmlns:a="http://schemas.openxmlformats.org/drawingml/2006/main">
              <a:ext uri="{FF2B5EF4-FFF2-40B4-BE49-F238E27FC236}">
                <a16:creationId xmlns:a16="http://schemas.microsoft.com/office/drawing/2014/main" id="{1E122D7F-1316-4EF9-AAA8-4656946D681C}"/>
              </a:ext>
            </a:extLst>
          </p:cNvPr>
          <p:cNvSpPr>
            <a:spLocks xmlns:a="http://schemas.openxmlformats.org/drawingml/2006/main" noGrp="1"/>
          </p:cNvSpPr>
          <p:nvPr/>
        </p:nvSpPr>
        <p:spPr>
          <a:xfrm xmlns:a="http://schemas.openxmlformats.org/drawingml/2006/main">
            <a:off x="742950" y="35623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EF8B39"/>
                </a:solidFill>
                <a:latin typeface="Courier New"/>
                <a:ea typeface="Courier New"/>
                <a:cs typeface="Courier New"/>
              </a:defRPr>
            </a:defPPr>
            <a:lvl1pPr algn="l">
              <a:defRPr sz="900" b="0">
                <a:solidFill>
                  <a:srgbClr val="EF8B39"/>
                </a:solidFill>
                <a:latin typeface="Courier New"/>
                <a:ea typeface="Courier New"/>
                <a:cs typeface="Courier New"/>
              </a:defRPr>
            </a:lvl1pPr>
            <a:lvl2pPr algn="l">
              <a:defRPr sz="900" b="0">
                <a:solidFill>
                  <a:srgbClr val="EF8B39"/>
                </a:solidFill>
                <a:latin typeface="Courier New"/>
                <a:ea typeface="Courier New"/>
                <a:cs typeface="Courier New"/>
              </a:defRPr>
            </a:lvl2pPr>
            <a:lvl3pPr algn="l">
              <a:defRPr sz="900" b="0">
                <a:solidFill>
                  <a:srgbClr val="EF8B39"/>
                </a:solidFill>
                <a:latin typeface="Courier New"/>
                <a:ea typeface="Courier New"/>
                <a:cs typeface="Courier New"/>
              </a:defRPr>
            </a:lvl3pPr>
            <a:lvl4pPr algn="l">
              <a:defRPr sz="900" b="0">
                <a:solidFill>
                  <a:srgbClr val="EF8B39"/>
                </a:solidFill>
                <a:latin typeface="Courier New"/>
                <a:ea typeface="Courier New"/>
                <a:cs typeface="Courier New"/>
              </a:defRPr>
            </a:lvl4pPr>
            <a:lvl5pPr algn="l">
              <a:defRPr sz="900" b="0">
                <a:solidFill>
                  <a:srgbClr val="EF8B39"/>
                </a:solidFill>
                <a:latin typeface="Courier New"/>
                <a:ea typeface="Courier New"/>
                <a:cs typeface="Courier New"/>
              </a:defRPr>
            </a:lvl5pPr>
            <a:lvl6pPr algn="l">
              <a:defRPr sz="900" b="0">
                <a:solidFill>
                  <a:srgbClr val="EF8B39"/>
                </a:solidFill>
                <a:latin typeface="Courier New"/>
                <a:ea typeface="Courier New"/>
                <a:cs typeface="Courier New"/>
              </a:defRPr>
            </a:lvl6pPr>
            <a:lvl7pPr algn="l">
              <a:defRPr sz="900" b="0">
                <a:solidFill>
                  <a:srgbClr val="EF8B39"/>
                </a:solidFill>
                <a:latin typeface="Courier New"/>
                <a:ea typeface="Courier New"/>
                <a:cs typeface="Courier New"/>
              </a:defRPr>
            </a:lvl7pPr>
            <a:lvl8pPr algn="l">
              <a:defRPr sz="900" b="0">
                <a:solidFill>
                  <a:srgbClr val="EF8B39"/>
                </a:solidFill>
                <a:latin typeface="Courier New"/>
                <a:ea typeface="Courier New"/>
                <a:cs typeface="Courier New"/>
              </a:defRPr>
            </a:lvl8pPr>
            <a:lvl9pPr algn="l">
              <a:defRPr sz="900" b="0">
                <a:solidFill>
                  <a:srgbClr val="EF8B39"/>
                </a:solidFill>
                <a:latin typeface="Courier New"/>
                <a:ea typeface="Courier New"/>
                <a:cs typeface="Courier New"/>
              </a:defRPr>
            </a:lvl9pPr>
          </a:lstStyle>
          <a:p xmlns:a="http://schemas.openxmlformats.org/drawingml/2006/main">
            <a:pPr algn="l">
              <a:defRPr sz="900" b="0">
                <a:solidFill>
                  <a:srgbClr val="EF8B39"/>
                </a:solidFill>
                <a:latin typeface="Courier New"/>
                <a:ea typeface="Courier New"/>
                <a:cs typeface="Courier New"/>
              </a:defRPr>
            </a:pPr>
            <a:r>
              <a:rPr sz="900" b="0">
                <a:solidFill>
                  <a:srgbClr val="EF8B39"/>
                </a:solidFill>
                <a:latin typeface="Courier New"/>
                <a:ea typeface="Courier New"/>
                <a:cs typeface="Courier New"/>
              </a:rPr>
              <a:t>03</a:t>
            </a:r>
          </a:p>
        </p:txBody>
      </p:sp>
      <p:sp>
        <p:nvSpPr>
          <p:cNvPr id="47" name="">
            <a:extLst xmlns:a="http://schemas.openxmlformats.org/drawingml/2006/main">
              <a:ext uri="{FF2B5EF4-FFF2-40B4-BE49-F238E27FC236}">
                <a16:creationId xmlns:a16="http://schemas.microsoft.com/office/drawing/2014/main" id="{B9D04620-5A9E-485B-BE12-60E3E00995ED}"/>
              </a:ext>
            </a:extLst>
          </p:cNvPr>
          <p:cNvSpPr>
            <a:spLocks xmlns:a="http://schemas.openxmlformats.org/drawingml/2006/main" noGrp="1"/>
          </p:cNvSpPr>
          <p:nvPr/>
        </p:nvSpPr>
        <p:spPr>
          <a:xfrm xmlns:a="http://schemas.openxmlformats.org/drawingml/2006/main">
            <a:off x="1352550" y="3533775"/>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Finish or restart a round without old state carrying forward</a:t>
            </a:r>
          </a:p>
        </p:txBody>
      </p:sp>
      <p:sp>
        <p:nvSpPr>
          <p:cNvPr id="48" name="">
            <a:extLst xmlns:a="http://schemas.openxmlformats.org/drawingml/2006/main">
              <a:ext uri="{FF2B5EF4-FFF2-40B4-BE49-F238E27FC236}">
                <a16:creationId xmlns:a16="http://schemas.microsoft.com/office/drawing/2014/main" id="{6B38B78A-61D3-4473-97BB-548D59F4204B}"/>
              </a:ext>
            </a:extLst>
          </p:cNvPr>
          <p:cNvSpPr>
            <a:spLocks xmlns:a="http://schemas.openxmlformats.org/drawingml/2006/main" noGrp="1"/>
          </p:cNvSpPr>
          <p:nvPr/>
        </p:nvSpPr>
        <p:spPr>
          <a:xfrm xmlns:a="http://schemas.openxmlformats.org/drawingml/2006/main">
            <a:off x="742950" y="41529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EF8B39"/>
                </a:solidFill>
                <a:latin typeface="Courier New"/>
                <a:ea typeface="Courier New"/>
                <a:cs typeface="Courier New"/>
              </a:defRPr>
            </a:defPPr>
            <a:lvl1pPr algn="l">
              <a:defRPr sz="900" b="0">
                <a:solidFill>
                  <a:srgbClr val="EF8B39"/>
                </a:solidFill>
                <a:latin typeface="Courier New"/>
                <a:ea typeface="Courier New"/>
                <a:cs typeface="Courier New"/>
              </a:defRPr>
            </a:lvl1pPr>
            <a:lvl2pPr algn="l">
              <a:defRPr sz="900" b="0">
                <a:solidFill>
                  <a:srgbClr val="EF8B39"/>
                </a:solidFill>
                <a:latin typeface="Courier New"/>
                <a:ea typeface="Courier New"/>
                <a:cs typeface="Courier New"/>
              </a:defRPr>
            </a:lvl2pPr>
            <a:lvl3pPr algn="l">
              <a:defRPr sz="900" b="0">
                <a:solidFill>
                  <a:srgbClr val="EF8B39"/>
                </a:solidFill>
                <a:latin typeface="Courier New"/>
                <a:ea typeface="Courier New"/>
                <a:cs typeface="Courier New"/>
              </a:defRPr>
            </a:lvl3pPr>
            <a:lvl4pPr algn="l">
              <a:defRPr sz="900" b="0">
                <a:solidFill>
                  <a:srgbClr val="EF8B39"/>
                </a:solidFill>
                <a:latin typeface="Courier New"/>
                <a:ea typeface="Courier New"/>
                <a:cs typeface="Courier New"/>
              </a:defRPr>
            </a:lvl4pPr>
            <a:lvl5pPr algn="l">
              <a:defRPr sz="900" b="0">
                <a:solidFill>
                  <a:srgbClr val="EF8B39"/>
                </a:solidFill>
                <a:latin typeface="Courier New"/>
                <a:ea typeface="Courier New"/>
                <a:cs typeface="Courier New"/>
              </a:defRPr>
            </a:lvl5pPr>
            <a:lvl6pPr algn="l">
              <a:defRPr sz="900" b="0">
                <a:solidFill>
                  <a:srgbClr val="EF8B39"/>
                </a:solidFill>
                <a:latin typeface="Courier New"/>
                <a:ea typeface="Courier New"/>
                <a:cs typeface="Courier New"/>
              </a:defRPr>
            </a:lvl6pPr>
            <a:lvl7pPr algn="l">
              <a:defRPr sz="900" b="0">
                <a:solidFill>
                  <a:srgbClr val="EF8B39"/>
                </a:solidFill>
                <a:latin typeface="Courier New"/>
                <a:ea typeface="Courier New"/>
                <a:cs typeface="Courier New"/>
              </a:defRPr>
            </a:lvl7pPr>
            <a:lvl8pPr algn="l">
              <a:defRPr sz="900" b="0">
                <a:solidFill>
                  <a:srgbClr val="EF8B39"/>
                </a:solidFill>
                <a:latin typeface="Courier New"/>
                <a:ea typeface="Courier New"/>
                <a:cs typeface="Courier New"/>
              </a:defRPr>
            </a:lvl8pPr>
            <a:lvl9pPr algn="l">
              <a:defRPr sz="900" b="0">
                <a:solidFill>
                  <a:srgbClr val="EF8B39"/>
                </a:solidFill>
                <a:latin typeface="Courier New"/>
                <a:ea typeface="Courier New"/>
                <a:cs typeface="Courier New"/>
              </a:defRPr>
            </a:lvl9pPr>
          </a:lstStyle>
          <a:p xmlns:a="http://schemas.openxmlformats.org/drawingml/2006/main">
            <a:pPr algn="l">
              <a:defRPr sz="900" b="0">
                <a:solidFill>
                  <a:srgbClr val="EF8B39"/>
                </a:solidFill>
                <a:latin typeface="Courier New"/>
                <a:ea typeface="Courier New"/>
                <a:cs typeface="Courier New"/>
              </a:defRPr>
            </a:pPr>
            <a:r>
              <a:rPr sz="900" b="0">
                <a:solidFill>
                  <a:srgbClr val="EF8B39"/>
                </a:solidFill>
                <a:latin typeface="Courier New"/>
                <a:ea typeface="Courier New"/>
                <a:cs typeface="Courier New"/>
              </a:rPr>
              <a:t>04</a:t>
            </a:r>
          </a:p>
        </p:txBody>
      </p:sp>
      <p:sp>
        <p:nvSpPr>
          <p:cNvPr id="49" name="">
            <a:extLst xmlns:a="http://schemas.openxmlformats.org/drawingml/2006/main">
              <a:ext uri="{FF2B5EF4-FFF2-40B4-BE49-F238E27FC236}">
                <a16:creationId xmlns:a16="http://schemas.microsoft.com/office/drawing/2014/main" id="{59A254C4-65BE-4C11-B651-647282AE8B46}"/>
              </a:ext>
            </a:extLst>
          </p:cNvPr>
          <p:cNvSpPr>
            <a:spLocks xmlns:a="http://schemas.openxmlformats.org/drawingml/2006/main" noGrp="1"/>
          </p:cNvSpPr>
          <p:nvPr/>
        </p:nvSpPr>
        <p:spPr>
          <a:xfrm xmlns:a="http://schemas.openxmlformats.org/drawingml/2006/main">
            <a:off x="1352550" y="4124325"/>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Show the my-first-game repository and matching Vercel project</a:t>
            </a:r>
          </a:p>
        </p:txBody>
      </p:sp>
      <p:sp>
        <p:nvSpPr>
          <p:cNvPr id="50" name="">
            <a:extLst xmlns:a="http://schemas.openxmlformats.org/drawingml/2006/main">
              <a:ext uri="{FF2B5EF4-FFF2-40B4-BE49-F238E27FC236}">
                <a16:creationId xmlns:a16="http://schemas.microsoft.com/office/drawing/2014/main" id="{8F7DD565-52EE-4BC2-9BA3-D38AB3982568}"/>
              </a:ext>
            </a:extLst>
          </p:cNvPr>
          <p:cNvSpPr>
            <a:spLocks xmlns:a="http://schemas.openxmlformats.org/drawingml/2006/main" noGrp="1"/>
          </p:cNvSpPr>
          <p:nvPr/>
        </p:nvSpPr>
        <p:spPr>
          <a:xfrm xmlns:a="http://schemas.openxmlformats.org/drawingml/2006/main">
            <a:off x="742950" y="47434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EF8B39"/>
                </a:solidFill>
                <a:latin typeface="Courier New"/>
                <a:ea typeface="Courier New"/>
                <a:cs typeface="Courier New"/>
              </a:defRPr>
            </a:defPPr>
            <a:lvl1pPr algn="l">
              <a:defRPr sz="900" b="0">
                <a:solidFill>
                  <a:srgbClr val="EF8B39"/>
                </a:solidFill>
                <a:latin typeface="Courier New"/>
                <a:ea typeface="Courier New"/>
                <a:cs typeface="Courier New"/>
              </a:defRPr>
            </a:lvl1pPr>
            <a:lvl2pPr algn="l">
              <a:defRPr sz="900" b="0">
                <a:solidFill>
                  <a:srgbClr val="EF8B39"/>
                </a:solidFill>
                <a:latin typeface="Courier New"/>
                <a:ea typeface="Courier New"/>
                <a:cs typeface="Courier New"/>
              </a:defRPr>
            </a:lvl2pPr>
            <a:lvl3pPr algn="l">
              <a:defRPr sz="900" b="0">
                <a:solidFill>
                  <a:srgbClr val="EF8B39"/>
                </a:solidFill>
                <a:latin typeface="Courier New"/>
                <a:ea typeface="Courier New"/>
                <a:cs typeface="Courier New"/>
              </a:defRPr>
            </a:lvl3pPr>
            <a:lvl4pPr algn="l">
              <a:defRPr sz="900" b="0">
                <a:solidFill>
                  <a:srgbClr val="EF8B39"/>
                </a:solidFill>
                <a:latin typeface="Courier New"/>
                <a:ea typeface="Courier New"/>
                <a:cs typeface="Courier New"/>
              </a:defRPr>
            </a:lvl4pPr>
            <a:lvl5pPr algn="l">
              <a:defRPr sz="900" b="0">
                <a:solidFill>
                  <a:srgbClr val="EF8B39"/>
                </a:solidFill>
                <a:latin typeface="Courier New"/>
                <a:ea typeface="Courier New"/>
                <a:cs typeface="Courier New"/>
              </a:defRPr>
            </a:lvl5pPr>
            <a:lvl6pPr algn="l">
              <a:defRPr sz="900" b="0">
                <a:solidFill>
                  <a:srgbClr val="EF8B39"/>
                </a:solidFill>
                <a:latin typeface="Courier New"/>
                <a:ea typeface="Courier New"/>
                <a:cs typeface="Courier New"/>
              </a:defRPr>
            </a:lvl6pPr>
            <a:lvl7pPr algn="l">
              <a:defRPr sz="900" b="0">
                <a:solidFill>
                  <a:srgbClr val="EF8B39"/>
                </a:solidFill>
                <a:latin typeface="Courier New"/>
                <a:ea typeface="Courier New"/>
                <a:cs typeface="Courier New"/>
              </a:defRPr>
            </a:lvl7pPr>
            <a:lvl8pPr algn="l">
              <a:defRPr sz="900" b="0">
                <a:solidFill>
                  <a:srgbClr val="EF8B39"/>
                </a:solidFill>
                <a:latin typeface="Courier New"/>
                <a:ea typeface="Courier New"/>
                <a:cs typeface="Courier New"/>
              </a:defRPr>
            </a:lvl8pPr>
            <a:lvl9pPr algn="l">
              <a:defRPr sz="900" b="0">
                <a:solidFill>
                  <a:srgbClr val="EF8B39"/>
                </a:solidFill>
                <a:latin typeface="Courier New"/>
                <a:ea typeface="Courier New"/>
                <a:cs typeface="Courier New"/>
              </a:defRPr>
            </a:lvl9pPr>
          </a:lstStyle>
          <a:p xmlns:a="http://schemas.openxmlformats.org/drawingml/2006/main">
            <a:pPr algn="l">
              <a:defRPr sz="900" b="0">
                <a:solidFill>
                  <a:srgbClr val="EF8B39"/>
                </a:solidFill>
                <a:latin typeface="Courier New"/>
                <a:ea typeface="Courier New"/>
                <a:cs typeface="Courier New"/>
              </a:defRPr>
            </a:pPr>
            <a:r>
              <a:rPr sz="900" b="0">
                <a:solidFill>
                  <a:srgbClr val="EF8B39"/>
                </a:solidFill>
                <a:latin typeface="Courier New"/>
                <a:ea typeface="Courier New"/>
                <a:cs typeface="Courier New"/>
              </a:rPr>
              <a:t>05</a:t>
            </a:r>
          </a:p>
        </p:txBody>
      </p:sp>
      <p:sp>
        <p:nvSpPr>
          <p:cNvPr id="51" name="">
            <a:extLst xmlns:a="http://schemas.openxmlformats.org/drawingml/2006/main">
              <a:ext uri="{FF2B5EF4-FFF2-40B4-BE49-F238E27FC236}">
                <a16:creationId xmlns:a16="http://schemas.microsoft.com/office/drawing/2014/main" id="{39DCFD89-237A-4F98-B2BE-5201987D40E8}"/>
              </a:ext>
            </a:extLst>
          </p:cNvPr>
          <p:cNvSpPr>
            <a:spLocks xmlns:a="http://schemas.openxmlformats.org/drawingml/2006/main" noGrp="1"/>
          </p:cNvSpPr>
          <p:nvPr/>
        </p:nvSpPr>
        <p:spPr>
          <a:xfrm xmlns:a="http://schemas.openxmlformats.org/drawingml/2006/main">
            <a:off x="1352550" y="4714875"/>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Name one player observation and one next repair</a:t>
            </a:r>
          </a:p>
        </p:txBody>
      </p:sp>
      <p:sp>
        <p:nvSpPr>
          <p:cNvPr id="52" name="">
            <a:extLst xmlns:a="http://schemas.openxmlformats.org/drawingml/2006/main">
              <a:ext uri="{FF2B5EF4-FFF2-40B4-BE49-F238E27FC236}">
                <a16:creationId xmlns:a16="http://schemas.microsoft.com/office/drawing/2014/main" id="{E6050AC1-D7FA-4175-9552-212E9698F196}"/>
              </a:ext>
            </a:extLst>
          </p:cNvPr>
          <p:cNvSpPr>
            <a:spLocks xmlns:a="http://schemas.openxmlformats.org/drawingml/2006/main" noGrp="1"/>
          </p:cNvSpPr>
          <p:nvPr/>
        </p:nvSpPr>
        <p:spPr>
          <a:xfrm xmlns:a="http://schemas.openxmlformats.org/drawingml/2006/main">
            <a:off x="647700" y="497205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53" name="">
            <a:extLst xmlns:a="http://schemas.openxmlformats.org/drawingml/2006/main">
              <a:ext uri="{FF2B5EF4-FFF2-40B4-BE49-F238E27FC236}">
                <a16:creationId xmlns:a16="http://schemas.microsoft.com/office/drawing/2014/main" id="{FC921139-71B7-4208-87F2-B69C866D5026}"/>
              </a:ext>
            </a:extLst>
          </p:cNvPr>
          <p:cNvSpPr>
            <a:spLocks xmlns:a="http://schemas.openxmlformats.org/drawingml/2006/main" noGrp="1"/>
          </p:cNvSpPr>
          <p:nvPr/>
        </p:nvSpPr>
        <p:spPr>
          <a:xfrm xmlns:a="http://schemas.openxmlformats.org/drawingml/2006/main">
            <a:off x="742950" y="52197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1">
                <a:solidFill>
                  <a:srgbClr val="B93800"/>
                </a:solidFill>
                <a:latin typeface="Montserrat"/>
                <a:ea typeface="Montserrat"/>
                <a:cs typeface="Montserrat"/>
              </a:defRPr>
            </a:defPPr>
            <a:lvl1pPr algn="l">
              <a:defRPr sz="1200" b="1">
                <a:solidFill>
                  <a:srgbClr val="B93800"/>
                </a:solidFill>
                <a:latin typeface="Montserrat"/>
                <a:ea typeface="Montserrat"/>
                <a:cs typeface="Montserrat"/>
              </a:defRPr>
            </a:lvl1pPr>
            <a:lvl2pPr algn="l">
              <a:defRPr sz="1200" b="1">
                <a:solidFill>
                  <a:srgbClr val="B93800"/>
                </a:solidFill>
                <a:latin typeface="Montserrat"/>
                <a:ea typeface="Montserrat"/>
                <a:cs typeface="Montserrat"/>
              </a:defRPr>
            </a:lvl2pPr>
            <a:lvl3pPr algn="l">
              <a:defRPr sz="1200" b="1">
                <a:solidFill>
                  <a:srgbClr val="B93800"/>
                </a:solidFill>
                <a:latin typeface="Montserrat"/>
                <a:ea typeface="Montserrat"/>
                <a:cs typeface="Montserrat"/>
              </a:defRPr>
            </a:lvl3pPr>
            <a:lvl4pPr algn="l">
              <a:defRPr sz="1200" b="1">
                <a:solidFill>
                  <a:srgbClr val="B93800"/>
                </a:solidFill>
                <a:latin typeface="Montserrat"/>
                <a:ea typeface="Montserrat"/>
                <a:cs typeface="Montserrat"/>
              </a:defRPr>
            </a:lvl4pPr>
            <a:lvl5pPr algn="l">
              <a:defRPr sz="1200" b="1">
                <a:solidFill>
                  <a:srgbClr val="B93800"/>
                </a:solidFill>
                <a:latin typeface="Montserrat"/>
                <a:ea typeface="Montserrat"/>
                <a:cs typeface="Montserrat"/>
              </a:defRPr>
            </a:lvl5pPr>
            <a:lvl6pPr algn="l">
              <a:defRPr sz="1200" b="1">
                <a:solidFill>
                  <a:srgbClr val="B93800"/>
                </a:solidFill>
                <a:latin typeface="Montserrat"/>
                <a:ea typeface="Montserrat"/>
                <a:cs typeface="Montserrat"/>
              </a:defRPr>
            </a:lvl6pPr>
            <a:lvl7pPr algn="l">
              <a:defRPr sz="1200" b="1">
                <a:solidFill>
                  <a:srgbClr val="B93800"/>
                </a:solidFill>
                <a:latin typeface="Montserrat"/>
                <a:ea typeface="Montserrat"/>
                <a:cs typeface="Montserrat"/>
              </a:defRPr>
            </a:lvl7pPr>
            <a:lvl8pPr algn="l">
              <a:defRPr sz="1200" b="1">
                <a:solidFill>
                  <a:srgbClr val="B93800"/>
                </a:solidFill>
                <a:latin typeface="Montserrat"/>
                <a:ea typeface="Montserrat"/>
                <a:cs typeface="Montserrat"/>
              </a:defRPr>
            </a:lvl8pPr>
            <a:lvl9pPr algn="l">
              <a:defRPr sz="1200" b="1">
                <a:solidFill>
                  <a:srgbClr val="B93800"/>
                </a:solidFill>
                <a:latin typeface="Montserrat"/>
                <a:ea typeface="Montserrat"/>
                <a:cs typeface="Montserrat"/>
              </a:defRPr>
            </a:lvl9pPr>
          </a:lstStyle>
          <a:p xmlns:a="http://schemas.openxmlformats.org/drawingml/2006/main">
            <a:pPr algn="l">
              <a:defRPr sz="1200" b="1">
                <a:solidFill>
                  <a:srgbClr val="B93800"/>
                </a:solidFill>
                <a:latin typeface="Montserrat"/>
                <a:ea typeface="Montserrat"/>
                <a:cs typeface="Montserrat"/>
              </a:defRPr>
            </a:pPr>
            <a:r>
              <a:rPr sz="1200" b="1">
                <a:solidFill>
                  <a:srgbClr val="B93800"/>
                </a:solidFill>
                <a:latin typeface="Montserrat"/>
                <a:ea typeface="Montserrat"/>
                <a:cs typeface="Montserrat"/>
              </a:rPr>
              <a:t>If the live version fails, keep the working file and exact error. Do not call it published.</a:t>
            </a:r>
          </a:p>
        </p:txBody>
      </p:sp>
      <p:sp>
        <p:nvSpPr>
          <p:cNvPr id="54" name="">
            <a:extLst xmlns:a="http://schemas.openxmlformats.org/drawingml/2006/main">
              <a:ext uri="{FF2B5EF4-FFF2-40B4-BE49-F238E27FC236}">
                <a16:creationId xmlns:a16="http://schemas.microsoft.com/office/drawing/2014/main" id="{15234DD5-D69C-4600-8194-9EFF86FEED4F}"/>
              </a:ext>
            </a:extLst>
          </p:cNvPr>
          <p:cNvSpPr>
            <a:spLocks xmlns:a="http://schemas.openxmlformats.org/drawingml/2006/main" noGrp="1"/>
          </p:cNvSpPr>
          <p:nvPr/>
        </p:nvSpPr>
        <p:spPr>
          <a:xfrm xmlns:a="http://schemas.openxmlformats.org/drawingml/2006/main">
            <a:off x="3667125" y="6381750"/>
            <a:ext cx="4857750" cy="0"/>
          </a:xfrm>
          <a:prstGeom xmlns:a="http://schemas.openxmlformats.org/drawingml/2006/main" prst="line">
            <a:avLst/>
          </a:prstGeom>
          <a:noFill xmlns:a="http://schemas.openxmlformats.org/drawingml/2006/main"/>
          <a:ln xmlns:a="http://schemas.openxmlformats.org/drawingml/2006/main" w="5715">
            <a:solidFill>
              <a:srgbClr val="D8E2EF"/>
            </a:solidFill>
            <a:prstDash val="solid"/>
          </a:ln>
        </p:spPr>
      </p:sp>
      <p:sp>
        <p:nvSpPr>
          <p:cNvPr id="55" name="">
            <a:extLst xmlns:a="http://schemas.openxmlformats.org/drawingml/2006/main">
              <a:ext uri="{FF2B5EF4-FFF2-40B4-BE49-F238E27FC236}">
                <a16:creationId xmlns:a16="http://schemas.microsoft.com/office/drawing/2014/main" id="{3DFB2470-F05B-4F90-82B7-A5154910B889}"/>
              </a:ext>
            </a:extLst>
          </p:cNvPr>
          <p:cNvSpPr>
            <a:spLocks xmlns:a="http://schemas.openxmlformats.org/drawingml/2006/main" noGrp="1"/>
          </p:cNvSpPr>
          <p:nvPr/>
        </p:nvSpPr>
        <p:spPr>
          <a:xfrm xmlns:a="http://schemas.openxmlformats.org/drawingml/2006/main">
            <a:off x="8162925" y="6381750"/>
            <a:ext cx="361950" cy="0"/>
          </a:xfrm>
          <a:prstGeom xmlns:a="http://schemas.openxmlformats.org/drawingml/2006/main" prst="line">
            <a:avLst/>
          </a:prstGeom>
          <a:noFill xmlns:a="http://schemas.openxmlformats.org/drawingml/2006/main"/>
          <a:ln xmlns:a="http://schemas.openxmlformats.org/drawingml/2006/main" w="28575">
            <a:solidFill>
              <a:srgbClr val="EF8B39"/>
            </a:solidFill>
            <a:prstDash val="solid"/>
          </a:ln>
        </p:spPr>
      </p:sp>
      <p:sp>
        <p:nvSpPr>
          <p:cNvPr id="56" name="">
            <a:extLst xmlns:a="http://schemas.openxmlformats.org/drawingml/2006/main">
              <a:ext uri="{FF2B5EF4-FFF2-40B4-BE49-F238E27FC236}">
                <a16:creationId xmlns:a16="http://schemas.microsoft.com/office/drawing/2014/main" id="{C622D8DE-F4C7-48FA-810C-7041321FD55A}"/>
              </a:ext>
            </a:extLst>
          </p:cNvPr>
          <p:cNvSpPr>
            <a:spLocks xmlns:a="http://schemas.openxmlformats.org/drawingml/2006/main" noGrp="1"/>
          </p:cNvSpPr>
          <p:nvPr/>
        </p:nvSpPr>
        <p:spPr>
          <a:xfrm xmlns:a="http://schemas.openxmlformats.org/drawingml/2006/main">
            <a:off x="36337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57" name="">
            <a:extLst xmlns:a="http://schemas.openxmlformats.org/drawingml/2006/main">
              <a:ext uri="{FF2B5EF4-FFF2-40B4-BE49-F238E27FC236}">
                <a16:creationId xmlns:a16="http://schemas.microsoft.com/office/drawing/2014/main" id="{70473304-580F-429B-B223-60B3E53B7D4B}"/>
              </a:ext>
            </a:extLst>
          </p:cNvPr>
          <p:cNvSpPr>
            <a:spLocks xmlns:a="http://schemas.openxmlformats.org/drawingml/2006/main" noGrp="1"/>
          </p:cNvSpPr>
          <p:nvPr/>
        </p:nvSpPr>
        <p:spPr>
          <a:xfrm xmlns:a="http://schemas.openxmlformats.org/drawingml/2006/main">
            <a:off x="32670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PLAN</a:t>
            </a:r>
          </a:p>
        </p:txBody>
      </p:sp>
      <p:sp>
        <p:nvSpPr>
          <p:cNvPr id="58" name="">
            <a:extLst xmlns:a="http://schemas.openxmlformats.org/drawingml/2006/main">
              <a:ext uri="{FF2B5EF4-FFF2-40B4-BE49-F238E27FC236}">
                <a16:creationId xmlns:a16="http://schemas.microsoft.com/office/drawing/2014/main" id="{07E93A1E-AABE-4A85-BCBE-7872B2E598D9}"/>
              </a:ext>
            </a:extLst>
          </p:cNvPr>
          <p:cNvSpPr>
            <a:spLocks xmlns:a="http://schemas.openxmlformats.org/drawingml/2006/main" noGrp="1"/>
          </p:cNvSpPr>
          <p:nvPr/>
        </p:nvSpPr>
        <p:spPr>
          <a:xfrm xmlns:a="http://schemas.openxmlformats.org/drawingml/2006/main">
            <a:off x="46053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59" name="">
            <a:extLst xmlns:a="http://schemas.openxmlformats.org/drawingml/2006/main">
              <a:ext uri="{FF2B5EF4-FFF2-40B4-BE49-F238E27FC236}">
                <a16:creationId xmlns:a16="http://schemas.microsoft.com/office/drawing/2014/main" id="{D1BF1864-F4CA-4868-9A0B-40B6E3814E47}"/>
              </a:ext>
            </a:extLst>
          </p:cNvPr>
          <p:cNvSpPr>
            <a:spLocks xmlns:a="http://schemas.openxmlformats.org/drawingml/2006/main" noGrp="1"/>
          </p:cNvSpPr>
          <p:nvPr/>
        </p:nvSpPr>
        <p:spPr>
          <a:xfrm xmlns:a="http://schemas.openxmlformats.org/drawingml/2006/main">
            <a:off x="42386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DESIGN</a:t>
            </a:r>
          </a:p>
        </p:txBody>
      </p:sp>
      <p:sp>
        <p:nvSpPr>
          <p:cNvPr id="60" name="">
            <a:extLst xmlns:a="http://schemas.openxmlformats.org/drawingml/2006/main">
              <a:ext uri="{FF2B5EF4-FFF2-40B4-BE49-F238E27FC236}">
                <a16:creationId xmlns:a16="http://schemas.microsoft.com/office/drawing/2014/main" id="{6990DB17-83F7-49DE-AD2F-A1898ADE29BB}"/>
              </a:ext>
            </a:extLst>
          </p:cNvPr>
          <p:cNvSpPr>
            <a:spLocks xmlns:a="http://schemas.openxmlformats.org/drawingml/2006/main" noGrp="1"/>
          </p:cNvSpPr>
          <p:nvPr/>
        </p:nvSpPr>
        <p:spPr>
          <a:xfrm xmlns:a="http://schemas.openxmlformats.org/drawingml/2006/main">
            <a:off x="55768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61" name="">
            <a:extLst xmlns:a="http://schemas.openxmlformats.org/drawingml/2006/main">
              <a:ext uri="{FF2B5EF4-FFF2-40B4-BE49-F238E27FC236}">
                <a16:creationId xmlns:a16="http://schemas.microsoft.com/office/drawing/2014/main" id="{EB131D16-6621-435F-A088-53F3A6980A8C}"/>
              </a:ext>
            </a:extLst>
          </p:cNvPr>
          <p:cNvSpPr>
            <a:spLocks xmlns:a="http://schemas.openxmlformats.org/drawingml/2006/main" noGrp="1"/>
          </p:cNvSpPr>
          <p:nvPr/>
        </p:nvSpPr>
        <p:spPr>
          <a:xfrm xmlns:a="http://schemas.openxmlformats.org/drawingml/2006/main">
            <a:off x="52101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BUILD</a:t>
            </a:r>
          </a:p>
        </p:txBody>
      </p:sp>
      <p:sp>
        <p:nvSpPr>
          <p:cNvPr id="62" name="">
            <a:extLst xmlns:a="http://schemas.openxmlformats.org/drawingml/2006/main">
              <a:ext uri="{FF2B5EF4-FFF2-40B4-BE49-F238E27FC236}">
                <a16:creationId xmlns:a16="http://schemas.microsoft.com/office/drawing/2014/main" id="{BF2C2F00-B99D-48F2-9E3A-2CEA9477E65C}"/>
              </a:ext>
            </a:extLst>
          </p:cNvPr>
          <p:cNvSpPr>
            <a:spLocks xmlns:a="http://schemas.openxmlformats.org/drawingml/2006/main" noGrp="1"/>
          </p:cNvSpPr>
          <p:nvPr/>
        </p:nvSpPr>
        <p:spPr>
          <a:xfrm xmlns:a="http://schemas.openxmlformats.org/drawingml/2006/main">
            <a:off x="65484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63" name="">
            <a:extLst xmlns:a="http://schemas.openxmlformats.org/drawingml/2006/main">
              <a:ext uri="{FF2B5EF4-FFF2-40B4-BE49-F238E27FC236}">
                <a16:creationId xmlns:a16="http://schemas.microsoft.com/office/drawing/2014/main" id="{9A07F5E6-B16A-4208-8D0F-E10F41838C22}"/>
              </a:ext>
            </a:extLst>
          </p:cNvPr>
          <p:cNvSpPr>
            <a:spLocks xmlns:a="http://schemas.openxmlformats.org/drawingml/2006/main" noGrp="1"/>
          </p:cNvSpPr>
          <p:nvPr/>
        </p:nvSpPr>
        <p:spPr>
          <a:xfrm xmlns:a="http://schemas.openxmlformats.org/drawingml/2006/main">
            <a:off x="61817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TEST</a:t>
            </a:r>
          </a:p>
        </p:txBody>
      </p:sp>
      <p:sp>
        <p:nvSpPr>
          <p:cNvPr id="64" name="">
            <a:extLst xmlns:a="http://schemas.openxmlformats.org/drawingml/2006/main">
              <a:ext uri="{FF2B5EF4-FFF2-40B4-BE49-F238E27FC236}">
                <a16:creationId xmlns:a16="http://schemas.microsoft.com/office/drawing/2014/main" id="{68F52F25-16BE-4944-8CB2-110E92C951B6}"/>
              </a:ext>
            </a:extLst>
          </p:cNvPr>
          <p:cNvSpPr>
            <a:spLocks xmlns:a="http://schemas.openxmlformats.org/drawingml/2006/main" noGrp="1"/>
          </p:cNvSpPr>
          <p:nvPr/>
        </p:nvSpPr>
        <p:spPr>
          <a:xfrm xmlns:a="http://schemas.openxmlformats.org/drawingml/2006/main">
            <a:off x="75199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65" name="">
            <a:extLst xmlns:a="http://schemas.openxmlformats.org/drawingml/2006/main">
              <a:ext uri="{FF2B5EF4-FFF2-40B4-BE49-F238E27FC236}">
                <a16:creationId xmlns:a16="http://schemas.microsoft.com/office/drawing/2014/main" id="{5ED8C800-1C76-45BB-88D2-3A95D8B77573}"/>
              </a:ext>
            </a:extLst>
          </p:cNvPr>
          <p:cNvSpPr>
            <a:spLocks xmlns:a="http://schemas.openxmlformats.org/drawingml/2006/main" noGrp="1"/>
          </p:cNvSpPr>
          <p:nvPr/>
        </p:nvSpPr>
        <p:spPr>
          <a:xfrm xmlns:a="http://schemas.openxmlformats.org/drawingml/2006/main">
            <a:off x="71532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DEPLOY</a:t>
            </a:r>
          </a:p>
        </p:txBody>
      </p:sp>
      <p:sp>
        <p:nvSpPr>
          <p:cNvPr id="66" name="">
            <a:extLst xmlns:a="http://schemas.openxmlformats.org/drawingml/2006/main">
              <a:ext uri="{FF2B5EF4-FFF2-40B4-BE49-F238E27FC236}">
                <a16:creationId xmlns:a16="http://schemas.microsoft.com/office/drawing/2014/main" id="{242B1FFD-B2C9-4EE6-9A61-C216E5A84A83}"/>
              </a:ext>
            </a:extLst>
          </p:cNvPr>
          <p:cNvSpPr>
            <a:spLocks xmlns:a="http://schemas.openxmlformats.org/drawingml/2006/main" noGrp="1"/>
          </p:cNvSpPr>
          <p:nvPr/>
        </p:nvSpPr>
        <p:spPr>
          <a:xfrm xmlns:a="http://schemas.openxmlformats.org/drawingml/2006/main">
            <a:off x="8477250" y="6334125"/>
            <a:ext cx="95250" cy="95250"/>
          </a:xfrm>
          <a:prstGeom xmlns:a="http://schemas.openxmlformats.org/drawingml/2006/main" prst="ellipse">
            <a:avLst/>
          </a:prstGeom>
          <a:solidFill xmlns:a="http://schemas.openxmlformats.org/drawingml/2006/main">
            <a:srgbClr val="EF8B39"/>
          </a:solidFill>
          <a:ln xmlns:a="http://schemas.openxmlformats.org/drawingml/2006/main" w="9525">
            <a:solidFill>
              <a:srgbClr val="EF8B39"/>
            </a:solidFill>
            <a:prstDash val="solid"/>
          </a:ln>
        </p:spPr>
      </p:sp>
      <p:sp>
        <p:nvSpPr>
          <p:cNvPr id="67" name="">
            <a:extLst xmlns:a="http://schemas.openxmlformats.org/drawingml/2006/main">
              <a:ext uri="{FF2B5EF4-FFF2-40B4-BE49-F238E27FC236}">
                <a16:creationId xmlns:a16="http://schemas.microsoft.com/office/drawing/2014/main" id="{C9E17538-DB27-48A8-B777-37164F80B0B7}"/>
              </a:ext>
            </a:extLst>
          </p:cNvPr>
          <p:cNvSpPr>
            <a:spLocks xmlns:a="http://schemas.openxmlformats.org/drawingml/2006/main" noGrp="1"/>
          </p:cNvSpPr>
          <p:nvPr/>
        </p:nvSpPr>
        <p:spPr>
          <a:xfrm xmlns:a="http://schemas.openxmlformats.org/drawingml/2006/main">
            <a:off x="81248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1">
                <a:solidFill>
                  <a:srgbClr val="B93800"/>
                </a:solidFill>
                <a:latin typeface="Montserrat"/>
                <a:ea typeface="Montserrat"/>
                <a:cs typeface="Montserrat"/>
              </a:defRPr>
            </a:defPPr>
            <a:lvl1pPr algn="ctr">
              <a:defRPr sz="675" b="1">
                <a:solidFill>
                  <a:srgbClr val="B93800"/>
                </a:solidFill>
                <a:latin typeface="Montserrat"/>
                <a:ea typeface="Montserrat"/>
                <a:cs typeface="Montserrat"/>
              </a:defRPr>
            </a:lvl1pPr>
            <a:lvl2pPr algn="ctr">
              <a:defRPr sz="675" b="1">
                <a:solidFill>
                  <a:srgbClr val="B93800"/>
                </a:solidFill>
                <a:latin typeface="Montserrat"/>
                <a:ea typeface="Montserrat"/>
                <a:cs typeface="Montserrat"/>
              </a:defRPr>
            </a:lvl2pPr>
            <a:lvl3pPr algn="ctr">
              <a:defRPr sz="675" b="1">
                <a:solidFill>
                  <a:srgbClr val="B93800"/>
                </a:solidFill>
                <a:latin typeface="Montserrat"/>
                <a:ea typeface="Montserrat"/>
                <a:cs typeface="Montserrat"/>
              </a:defRPr>
            </a:lvl3pPr>
            <a:lvl4pPr algn="ctr">
              <a:defRPr sz="675" b="1">
                <a:solidFill>
                  <a:srgbClr val="B93800"/>
                </a:solidFill>
                <a:latin typeface="Montserrat"/>
                <a:ea typeface="Montserrat"/>
                <a:cs typeface="Montserrat"/>
              </a:defRPr>
            </a:lvl4pPr>
            <a:lvl5pPr algn="ctr">
              <a:defRPr sz="675" b="1">
                <a:solidFill>
                  <a:srgbClr val="B93800"/>
                </a:solidFill>
                <a:latin typeface="Montserrat"/>
                <a:ea typeface="Montserrat"/>
                <a:cs typeface="Montserrat"/>
              </a:defRPr>
            </a:lvl5pPr>
            <a:lvl6pPr algn="ctr">
              <a:defRPr sz="675" b="1">
                <a:solidFill>
                  <a:srgbClr val="B93800"/>
                </a:solidFill>
                <a:latin typeface="Montserrat"/>
                <a:ea typeface="Montserrat"/>
                <a:cs typeface="Montserrat"/>
              </a:defRPr>
            </a:lvl6pPr>
            <a:lvl7pPr algn="ctr">
              <a:defRPr sz="675" b="1">
                <a:solidFill>
                  <a:srgbClr val="B93800"/>
                </a:solidFill>
                <a:latin typeface="Montserrat"/>
                <a:ea typeface="Montserrat"/>
                <a:cs typeface="Montserrat"/>
              </a:defRPr>
            </a:lvl7pPr>
            <a:lvl8pPr algn="ctr">
              <a:defRPr sz="675" b="1">
                <a:solidFill>
                  <a:srgbClr val="B93800"/>
                </a:solidFill>
                <a:latin typeface="Montserrat"/>
                <a:ea typeface="Montserrat"/>
                <a:cs typeface="Montserrat"/>
              </a:defRPr>
            </a:lvl8pPr>
            <a:lvl9pPr algn="ctr">
              <a:defRPr sz="675" b="1">
                <a:solidFill>
                  <a:srgbClr val="B93800"/>
                </a:solidFill>
                <a:latin typeface="Montserrat"/>
                <a:ea typeface="Montserrat"/>
                <a:cs typeface="Montserrat"/>
              </a:defRPr>
            </a:lvl9pPr>
          </a:lstStyle>
          <a:p xmlns:a="http://schemas.openxmlformats.org/drawingml/2006/main">
            <a:pPr algn="ctr">
              <a:defRPr sz="675" b="1">
                <a:solidFill>
                  <a:srgbClr val="B93800"/>
                </a:solidFill>
                <a:latin typeface="Montserrat"/>
                <a:ea typeface="Montserrat"/>
                <a:cs typeface="Montserrat"/>
              </a:defRPr>
            </a:pPr>
            <a:r>
              <a:rPr sz="675" b="1">
                <a:solidFill>
                  <a:srgbClr val="B93800"/>
                </a:solidFill>
                <a:latin typeface="Montserrat"/>
                <a:ea typeface="Montserrat"/>
                <a:cs typeface="Montserrat"/>
              </a:rPr>
              <a:t>MAINTAIN</a:t>
            </a:r>
          </a:p>
        </p:txBody>
      </p:sp>
    </p:spTree>
    <p:extLst>
      <p:ext uri="{BB962C8B-B14F-4D97-AF65-F5344CB8AC3E}">
        <p14:creationId xmlns:p14="http://schemas.microsoft.com/office/powerpoint/2010/main" val="1713117665"/>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739537F8-297C-4C89-9B2A-2D778E8B2721}"/>
              </a:ext>
            </a:extLst>
          </p:cNvPr>
          <p:cNvPicPr>
            <a:picLocks xmlns:a="http://schemas.openxmlformats.org/drawingml/2006/main" noChangeAspect="1"/>
          </p:cNvPicPr>
          <p:nvPr/>
        </p:nvPicPr>
        <p:blipFill>
          <a:blip xmlns:r="http://schemas.openxmlformats.org/officeDocument/2006/relationships" xmlns:a="http://schemas.openxmlformats.org/drawingml/2006/main" r:embed="R87a30a6fc2c34687"/>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1491941B-EC18-4F5F-A687-58AD2F17409C}"/>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51 / 63</a:t>
            </a:r>
            <a:endParaRPr sz="900"/>
          </a:p>
        </p:txBody>
      </p:sp>
      <p:sp>
        <p:nvSpPr>
          <p:cNvPr id="86" name="">
            <a:extLst xmlns:a="http://schemas.openxmlformats.org/drawingml/2006/main">
              <a:ext uri="{FF2B5EF4-FFF2-40B4-BE49-F238E27FC236}">
                <a16:creationId xmlns:a16="http://schemas.microsoft.com/office/drawing/2014/main" id="{8FAA81F8-2037-4E07-85EA-45393B38CD18}"/>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EF8B39"/>
                </a:solidFill>
                <a:latin typeface="Montserrat"/>
                <a:ea typeface="Montserrat"/>
                <a:cs typeface="Montserrat"/>
              </a:defRPr>
            </a:defPPr>
            <a:lvl1pPr algn="l">
              <a:defRPr sz="1050" b="1">
                <a:solidFill>
                  <a:srgbClr val="EF8B39"/>
                </a:solidFill>
                <a:latin typeface="Montserrat"/>
                <a:ea typeface="Montserrat"/>
                <a:cs typeface="Montserrat"/>
              </a:defRPr>
            </a:lvl1pPr>
            <a:lvl2pPr algn="l">
              <a:defRPr sz="1050" b="1">
                <a:solidFill>
                  <a:srgbClr val="EF8B39"/>
                </a:solidFill>
                <a:latin typeface="Montserrat"/>
                <a:ea typeface="Montserrat"/>
                <a:cs typeface="Montserrat"/>
              </a:defRPr>
            </a:lvl2pPr>
            <a:lvl3pPr algn="l">
              <a:defRPr sz="1050" b="1">
                <a:solidFill>
                  <a:srgbClr val="EF8B39"/>
                </a:solidFill>
                <a:latin typeface="Montserrat"/>
                <a:ea typeface="Montserrat"/>
                <a:cs typeface="Montserrat"/>
              </a:defRPr>
            </a:lvl3pPr>
            <a:lvl4pPr algn="l">
              <a:defRPr sz="1050" b="1">
                <a:solidFill>
                  <a:srgbClr val="EF8B39"/>
                </a:solidFill>
                <a:latin typeface="Montserrat"/>
                <a:ea typeface="Montserrat"/>
                <a:cs typeface="Montserrat"/>
              </a:defRPr>
            </a:lvl4pPr>
            <a:lvl5pPr algn="l">
              <a:defRPr sz="1050" b="1">
                <a:solidFill>
                  <a:srgbClr val="EF8B39"/>
                </a:solidFill>
                <a:latin typeface="Montserrat"/>
                <a:ea typeface="Montserrat"/>
                <a:cs typeface="Montserrat"/>
              </a:defRPr>
            </a:lvl5pPr>
            <a:lvl6pPr algn="l">
              <a:defRPr sz="1050" b="1">
                <a:solidFill>
                  <a:srgbClr val="EF8B39"/>
                </a:solidFill>
                <a:latin typeface="Montserrat"/>
                <a:ea typeface="Montserrat"/>
                <a:cs typeface="Montserrat"/>
              </a:defRPr>
            </a:lvl6pPr>
            <a:lvl7pPr algn="l">
              <a:defRPr sz="1050" b="1">
                <a:solidFill>
                  <a:srgbClr val="EF8B39"/>
                </a:solidFill>
                <a:latin typeface="Montserrat"/>
                <a:ea typeface="Montserrat"/>
                <a:cs typeface="Montserrat"/>
              </a:defRPr>
            </a:lvl7pPr>
            <a:lvl8pPr algn="l">
              <a:defRPr sz="1050" b="1">
                <a:solidFill>
                  <a:srgbClr val="EF8B39"/>
                </a:solidFill>
                <a:latin typeface="Montserrat"/>
                <a:ea typeface="Montserrat"/>
                <a:cs typeface="Montserrat"/>
              </a:defRPr>
            </a:lvl8pPr>
            <a:lvl9pPr algn="l">
              <a:defRPr sz="1050" b="1">
                <a:solidFill>
                  <a:srgbClr val="EF8B39"/>
                </a:solidFill>
                <a:latin typeface="Montserrat"/>
                <a:ea typeface="Montserrat"/>
                <a:cs typeface="Montserrat"/>
              </a:defRPr>
            </a:lvl9pPr>
          </a:lstStyle>
          <a:p xmlns:a="http://schemas.openxmlformats.org/drawingml/2006/main">
            <a:pPr algn="l">
              <a:defRPr sz="1050" b="1">
                <a:solidFill>
                  <a:srgbClr val="EF8B39"/>
                </a:solidFill>
                <a:latin typeface="Montserrat"/>
                <a:ea typeface="Montserrat"/>
                <a:cs typeface="Montserrat"/>
              </a:defRPr>
            </a:pPr>
            <a:r>
              <a:rPr sz="1050" b="1">
                <a:solidFill>
                  <a:srgbClr val="EF8B39"/>
                </a:solidFill>
                <a:latin typeface="Montserrat"/>
                <a:ea typeface="Montserrat"/>
                <a:cs typeface="Montserrat"/>
              </a:rPr>
              <a:t>// BREAK · CHECKPOINT</a:t>
            </a:r>
          </a:p>
        </p:txBody>
      </p:sp>
      <p:sp>
        <p:nvSpPr>
          <p:cNvPr id="87" name="">
            <a:extLst xmlns:a="http://schemas.openxmlformats.org/drawingml/2006/main">
              <a:ext uri="{FF2B5EF4-FFF2-40B4-BE49-F238E27FC236}">
                <a16:creationId xmlns:a16="http://schemas.microsoft.com/office/drawing/2014/main" id="{F49E4756-1112-4160-8ADD-6EEF59FA8AED}"/>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B93800"/>
                </a:solidFill>
                <a:latin typeface="Montserrat"/>
                <a:ea typeface="Montserrat"/>
                <a:cs typeface="Montserrat"/>
              </a:defRPr>
            </a:defPPr>
            <a:lvl1pPr algn="r">
              <a:defRPr sz="900" b="0">
                <a:solidFill>
                  <a:srgbClr val="B93800"/>
                </a:solidFill>
                <a:latin typeface="Montserrat"/>
                <a:ea typeface="Montserrat"/>
                <a:cs typeface="Montserrat"/>
              </a:defRPr>
            </a:lvl1pPr>
            <a:lvl2pPr algn="r">
              <a:defRPr sz="900" b="0">
                <a:solidFill>
                  <a:srgbClr val="B93800"/>
                </a:solidFill>
                <a:latin typeface="Montserrat"/>
                <a:ea typeface="Montserrat"/>
                <a:cs typeface="Montserrat"/>
              </a:defRPr>
            </a:lvl2pPr>
            <a:lvl3pPr algn="r">
              <a:defRPr sz="900" b="0">
                <a:solidFill>
                  <a:srgbClr val="B93800"/>
                </a:solidFill>
                <a:latin typeface="Montserrat"/>
                <a:ea typeface="Montserrat"/>
                <a:cs typeface="Montserrat"/>
              </a:defRPr>
            </a:lvl3pPr>
            <a:lvl4pPr algn="r">
              <a:defRPr sz="900" b="0">
                <a:solidFill>
                  <a:srgbClr val="B93800"/>
                </a:solidFill>
                <a:latin typeface="Montserrat"/>
                <a:ea typeface="Montserrat"/>
                <a:cs typeface="Montserrat"/>
              </a:defRPr>
            </a:lvl4pPr>
            <a:lvl5pPr algn="r">
              <a:defRPr sz="900" b="0">
                <a:solidFill>
                  <a:srgbClr val="B93800"/>
                </a:solidFill>
                <a:latin typeface="Montserrat"/>
                <a:ea typeface="Montserrat"/>
                <a:cs typeface="Montserrat"/>
              </a:defRPr>
            </a:lvl5pPr>
            <a:lvl6pPr algn="r">
              <a:defRPr sz="900" b="0">
                <a:solidFill>
                  <a:srgbClr val="B93800"/>
                </a:solidFill>
                <a:latin typeface="Montserrat"/>
                <a:ea typeface="Montserrat"/>
                <a:cs typeface="Montserrat"/>
              </a:defRPr>
            </a:lvl6pPr>
            <a:lvl7pPr algn="r">
              <a:defRPr sz="900" b="0">
                <a:solidFill>
                  <a:srgbClr val="B93800"/>
                </a:solidFill>
                <a:latin typeface="Montserrat"/>
                <a:ea typeface="Montserrat"/>
                <a:cs typeface="Montserrat"/>
              </a:defRPr>
            </a:lvl7pPr>
            <a:lvl8pPr algn="r">
              <a:defRPr sz="900" b="0">
                <a:solidFill>
                  <a:srgbClr val="B93800"/>
                </a:solidFill>
                <a:latin typeface="Montserrat"/>
                <a:ea typeface="Montserrat"/>
                <a:cs typeface="Montserrat"/>
              </a:defRPr>
            </a:lvl8pPr>
            <a:lvl9pPr algn="r">
              <a:defRPr sz="900" b="0">
                <a:solidFill>
                  <a:srgbClr val="B93800"/>
                </a:solidFill>
                <a:latin typeface="Montserrat"/>
                <a:ea typeface="Montserrat"/>
                <a:cs typeface="Montserrat"/>
              </a:defRPr>
            </a:lvl9pPr>
          </a:lstStyle>
          <a:p xmlns:a="http://schemas.openxmlformats.org/drawingml/2006/main">
            <a:pPr algn="r">
              <a:defRPr sz="900" b="0">
                <a:solidFill>
                  <a:srgbClr val="B93800"/>
                </a:solidFill>
                <a:latin typeface="Montserrat"/>
                <a:ea typeface="Montserrat"/>
                <a:cs typeface="Montserrat"/>
              </a:defRPr>
            </a:pPr>
            <a:r>
              <a:rPr sz="900" b="0">
                <a:solidFill>
                  <a:srgbClr val="B93800"/>
                </a:solidFill>
                <a:latin typeface="Montserrat"/>
                <a:ea typeface="Montserrat"/>
                <a:cs typeface="Montserrat"/>
              </a:rPr>
              <a:t>10 MIN</a:t>
            </a:r>
          </a:p>
        </p:txBody>
      </p:sp>
      <p:sp>
        <p:nvSpPr>
          <p:cNvPr id="88" name="">
            <a:extLst xmlns:a="http://schemas.openxmlformats.org/drawingml/2006/main">
              <a:ext uri="{FF2B5EF4-FFF2-40B4-BE49-F238E27FC236}">
                <a16:creationId xmlns:a16="http://schemas.microsoft.com/office/drawing/2014/main" id="{DF8DB995-36D7-4AD2-A4DC-BE928774955E}"/>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What was different?</a:t>
            </a:r>
          </a:p>
        </p:txBody>
      </p:sp>
      <p:sp>
        <p:nvSpPr>
          <p:cNvPr id="89" name="">
            <a:extLst xmlns:a="http://schemas.openxmlformats.org/drawingml/2006/main">
              <a:ext uri="{FF2B5EF4-FFF2-40B4-BE49-F238E27FC236}">
                <a16:creationId xmlns:a16="http://schemas.microsoft.com/office/drawing/2014/main" id="{01759047-DB1E-4798-A8A0-F63BBBCA8C94}"/>
              </a:ext>
            </a:extLst>
          </p:cNvPr>
          <p:cNvSpPr>
            <a:spLocks xmlns:a="http://schemas.openxmlformats.org/drawingml/2006/main" noGrp="1"/>
          </p:cNvSpPr>
          <p:nvPr/>
        </p:nvSpPr>
        <p:spPr>
          <a:xfrm xmlns:a="http://schemas.openxmlformats.org/drawingml/2006/main">
            <a:off x="742950" y="2047875"/>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1">
                <a:solidFill>
                  <a:srgbClr val="307FE2"/>
                </a:solidFill>
                <a:latin typeface="Courier New"/>
                <a:ea typeface="Courier New"/>
                <a:cs typeface="Courier New"/>
              </a:defRPr>
            </a:defPPr>
            <a:lvl1pPr algn="l">
              <a:defRPr sz="975" b="1">
                <a:solidFill>
                  <a:srgbClr val="307FE2"/>
                </a:solidFill>
                <a:latin typeface="Courier New"/>
                <a:ea typeface="Courier New"/>
                <a:cs typeface="Courier New"/>
              </a:defRPr>
            </a:lvl1pPr>
            <a:lvl2pPr algn="l">
              <a:defRPr sz="975" b="1">
                <a:solidFill>
                  <a:srgbClr val="307FE2"/>
                </a:solidFill>
                <a:latin typeface="Courier New"/>
                <a:ea typeface="Courier New"/>
                <a:cs typeface="Courier New"/>
              </a:defRPr>
            </a:lvl2pPr>
            <a:lvl3pPr algn="l">
              <a:defRPr sz="975" b="1">
                <a:solidFill>
                  <a:srgbClr val="307FE2"/>
                </a:solidFill>
                <a:latin typeface="Courier New"/>
                <a:ea typeface="Courier New"/>
                <a:cs typeface="Courier New"/>
              </a:defRPr>
            </a:lvl3pPr>
            <a:lvl4pPr algn="l">
              <a:defRPr sz="975" b="1">
                <a:solidFill>
                  <a:srgbClr val="307FE2"/>
                </a:solidFill>
                <a:latin typeface="Courier New"/>
                <a:ea typeface="Courier New"/>
                <a:cs typeface="Courier New"/>
              </a:defRPr>
            </a:lvl4pPr>
            <a:lvl5pPr algn="l">
              <a:defRPr sz="975" b="1">
                <a:solidFill>
                  <a:srgbClr val="307FE2"/>
                </a:solidFill>
                <a:latin typeface="Courier New"/>
                <a:ea typeface="Courier New"/>
                <a:cs typeface="Courier New"/>
              </a:defRPr>
            </a:lvl5pPr>
            <a:lvl6pPr algn="l">
              <a:defRPr sz="975" b="1">
                <a:solidFill>
                  <a:srgbClr val="307FE2"/>
                </a:solidFill>
                <a:latin typeface="Courier New"/>
                <a:ea typeface="Courier New"/>
                <a:cs typeface="Courier New"/>
              </a:defRPr>
            </a:lvl6pPr>
            <a:lvl7pPr algn="l">
              <a:defRPr sz="975" b="1">
                <a:solidFill>
                  <a:srgbClr val="307FE2"/>
                </a:solidFill>
                <a:latin typeface="Courier New"/>
                <a:ea typeface="Courier New"/>
                <a:cs typeface="Courier New"/>
              </a:defRPr>
            </a:lvl7pPr>
            <a:lvl8pPr algn="l">
              <a:defRPr sz="975" b="1">
                <a:solidFill>
                  <a:srgbClr val="307FE2"/>
                </a:solidFill>
                <a:latin typeface="Courier New"/>
                <a:ea typeface="Courier New"/>
                <a:cs typeface="Courier New"/>
              </a:defRPr>
            </a:lvl8pPr>
            <a:lvl9pPr algn="l">
              <a:defRPr sz="975" b="1">
                <a:solidFill>
                  <a:srgbClr val="307FE2"/>
                </a:solidFill>
                <a:latin typeface="Courier New"/>
                <a:ea typeface="Courier New"/>
                <a:cs typeface="Courier New"/>
              </a:defRPr>
            </a:lvl9pPr>
          </a:lstStyle>
          <a:p xmlns:a="http://schemas.openxmlformats.org/drawingml/2006/main">
            <a:pPr algn="l">
              <a:defRPr sz="975" b="1">
                <a:solidFill>
                  <a:srgbClr val="307FE2"/>
                </a:solidFill>
                <a:latin typeface="Courier New"/>
                <a:ea typeface="Courier New"/>
                <a:cs typeface="Courier New"/>
              </a:defRPr>
            </a:pPr>
            <a:r>
              <a:rPr sz="975" b="1">
                <a:solidFill>
                  <a:srgbClr val="307FE2"/>
                </a:solidFill>
                <a:latin typeface="Courier New"/>
                <a:ea typeface="Courier New"/>
                <a:cs typeface="Courier New"/>
              </a:rPr>
              <a:t>WEBSITE</a:t>
            </a:r>
          </a:p>
        </p:txBody>
      </p:sp>
      <p:sp>
        <p:nvSpPr>
          <p:cNvPr id="90" name="">
            <a:extLst xmlns:a="http://schemas.openxmlformats.org/drawingml/2006/main">
              <a:ext uri="{FF2B5EF4-FFF2-40B4-BE49-F238E27FC236}">
                <a16:creationId xmlns:a16="http://schemas.microsoft.com/office/drawing/2014/main" id="{38718D1B-8DF4-4B63-B0F3-2F4946FED6C0}"/>
              </a:ext>
            </a:extLst>
          </p:cNvPr>
          <p:cNvSpPr>
            <a:spLocks xmlns:a="http://schemas.openxmlformats.org/drawingml/2006/main" noGrp="1"/>
          </p:cNvSpPr>
          <p:nvPr/>
        </p:nvSpPr>
        <p:spPr>
          <a:xfrm xmlns:a="http://schemas.openxmlformats.org/drawingml/2006/main">
            <a:off x="742950" y="2590800"/>
            <a:ext cx="4476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0F172A"/>
                </a:solidFill>
                <a:latin typeface="Montserrat"/>
                <a:ea typeface="Montserrat"/>
                <a:cs typeface="Montserrat"/>
              </a:defRPr>
            </a:defPPr>
            <a:lvl1pPr algn="l">
              <a:defRPr sz="1650" b="1">
                <a:solidFill>
                  <a:srgbClr val="0F172A"/>
                </a:solidFill>
                <a:latin typeface="Montserrat"/>
                <a:ea typeface="Montserrat"/>
                <a:cs typeface="Montserrat"/>
              </a:defRPr>
            </a:lvl1pPr>
            <a:lvl2pPr algn="l">
              <a:defRPr sz="1650" b="1">
                <a:solidFill>
                  <a:srgbClr val="0F172A"/>
                </a:solidFill>
                <a:latin typeface="Montserrat"/>
                <a:ea typeface="Montserrat"/>
                <a:cs typeface="Montserrat"/>
              </a:defRPr>
            </a:lvl2pPr>
            <a:lvl3pPr algn="l">
              <a:defRPr sz="1650" b="1">
                <a:solidFill>
                  <a:srgbClr val="0F172A"/>
                </a:solidFill>
                <a:latin typeface="Montserrat"/>
                <a:ea typeface="Montserrat"/>
                <a:cs typeface="Montserrat"/>
              </a:defRPr>
            </a:lvl3pPr>
            <a:lvl4pPr algn="l">
              <a:defRPr sz="1650" b="1">
                <a:solidFill>
                  <a:srgbClr val="0F172A"/>
                </a:solidFill>
                <a:latin typeface="Montserrat"/>
                <a:ea typeface="Montserrat"/>
                <a:cs typeface="Montserrat"/>
              </a:defRPr>
            </a:lvl4pPr>
            <a:lvl5pPr algn="l">
              <a:defRPr sz="1650" b="1">
                <a:solidFill>
                  <a:srgbClr val="0F172A"/>
                </a:solidFill>
                <a:latin typeface="Montserrat"/>
                <a:ea typeface="Montserrat"/>
                <a:cs typeface="Montserrat"/>
              </a:defRPr>
            </a:lvl5pPr>
            <a:lvl6pPr algn="l">
              <a:defRPr sz="1650" b="1">
                <a:solidFill>
                  <a:srgbClr val="0F172A"/>
                </a:solidFill>
                <a:latin typeface="Montserrat"/>
                <a:ea typeface="Montserrat"/>
                <a:cs typeface="Montserrat"/>
              </a:defRPr>
            </a:lvl6pPr>
            <a:lvl7pPr algn="l">
              <a:defRPr sz="1650" b="1">
                <a:solidFill>
                  <a:srgbClr val="0F172A"/>
                </a:solidFill>
                <a:latin typeface="Montserrat"/>
                <a:ea typeface="Montserrat"/>
                <a:cs typeface="Montserrat"/>
              </a:defRPr>
            </a:lvl7pPr>
            <a:lvl8pPr algn="l">
              <a:defRPr sz="1650" b="1">
                <a:solidFill>
                  <a:srgbClr val="0F172A"/>
                </a:solidFill>
                <a:latin typeface="Montserrat"/>
                <a:ea typeface="Montserrat"/>
                <a:cs typeface="Montserrat"/>
              </a:defRPr>
            </a:lvl8pPr>
            <a:lvl9pPr algn="l">
              <a:defRPr sz="1650" b="1">
                <a:solidFill>
                  <a:srgbClr val="0F172A"/>
                </a:solidFill>
                <a:latin typeface="Montserrat"/>
                <a:ea typeface="Montserrat"/>
                <a:cs typeface="Montserrat"/>
              </a:defRPr>
            </a:lvl9pPr>
          </a:lstStyle>
          <a:p xmlns:a="http://schemas.openxmlformats.org/drawingml/2006/main">
            <a:pPr algn="l">
              <a:defRPr sz="1650" b="1">
                <a:solidFill>
                  <a:srgbClr val="0F172A"/>
                </a:solidFill>
                <a:latin typeface="Montserrat"/>
                <a:ea typeface="Montserrat"/>
                <a:cs typeface="Montserrat"/>
              </a:defRPr>
            </a:pPr>
            <a:r>
              <a:rPr sz="1650" b="1">
                <a:solidFill>
                  <a:srgbClr val="0F172A"/>
                </a:solidFill>
                <a:latin typeface="Montserrat"/>
                <a:ea typeface="Montserrat"/>
                <a:cs typeface="Montserrat"/>
              </a:rPr>
              <a:t>One page. One main action. The hard part was deciding what belonged.</a:t>
            </a:r>
          </a:p>
        </p:txBody>
      </p:sp>
      <p:sp>
        <p:nvSpPr>
          <p:cNvPr id="91" name="">
            <a:extLst xmlns:a="http://schemas.openxmlformats.org/drawingml/2006/main">
              <a:ext uri="{FF2B5EF4-FFF2-40B4-BE49-F238E27FC236}">
                <a16:creationId xmlns:a16="http://schemas.microsoft.com/office/drawing/2014/main" id="{4739A96D-E2F9-40FC-A190-83AB42E1BEF5}"/>
              </a:ext>
            </a:extLst>
          </p:cNvPr>
          <p:cNvSpPr>
            <a:spLocks xmlns:a="http://schemas.openxmlformats.org/drawingml/2006/main" noGrp="1"/>
          </p:cNvSpPr>
          <p:nvPr/>
        </p:nvSpPr>
        <p:spPr>
          <a:xfrm xmlns:a="http://schemas.openxmlformats.org/drawingml/2006/main">
            <a:off x="6096000" y="1952625"/>
            <a:ext cx="0" cy="2381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92" name="">
            <a:extLst xmlns:a="http://schemas.openxmlformats.org/drawingml/2006/main">
              <a:ext uri="{FF2B5EF4-FFF2-40B4-BE49-F238E27FC236}">
                <a16:creationId xmlns:a16="http://schemas.microsoft.com/office/drawing/2014/main" id="{1A378509-32C5-4DA9-924A-806159731C60}"/>
              </a:ext>
            </a:extLst>
          </p:cNvPr>
          <p:cNvSpPr>
            <a:spLocks xmlns:a="http://schemas.openxmlformats.org/drawingml/2006/main" noGrp="1"/>
          </p:cNvSpPr>
          <p:nvPr/>
        </p:nvSpPr>
        <p:spPr>
          <a:xfrm xmlns:a="http://schemas.openxmlformats.org/drawingml/2006/main">
            <a:off x="6800850" y="2047875"/>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1">
                <a:solidFill>
                  <a:srgbClr val="EF8B39"/>
                </a:solidFill>
                <a:latin typeface="Courier New"/>
                <a:ea typeface="Courier New"/>
                <a:cs typeface="Courier New"/>
              </a:defRPr>
            </a:defPPr>
            <a:lvl1pPr algn="l">
              <a:defRPr sz="975" b="1">
                <a:solidFill>
                  <a:srgbClr val="EF8B39"/>
                </a:solidFill>
                <a:latin typeface="Courier New"/>
                <a:ea typeface="Courier New"/>
                <a:cs typeface="Courier New"/>
              </a:defRPr>
            </a:lvl1pPr>
            <a:lvl2pPr algn="l">
              <a:defRPr sz="975" b="1">
                <a:solidFill>
                  <a:srgbClr val="EF8B39"/>
                </a:solidFill>
                <a:latin typeface="Courier New"/>
                <a:ea typeface="Courier New"/>
                <a:cs typeface="Courier New"/>
              </a:defRPr>
            </a:lvl2pPr>
            <a:lvl3pPr algn="l">
              <a:defRPr sz="975" b="1">
                <a:solidFill>
                  <a:srgbClr val="EF8B39"/>
                </a:solidFill>
                <a:latin typeface="Courier New"/>
                <a:ea typeface="Courier New"/>
                <a:cs typeface="Courier New"/>
              </a:defRPr>
            </a:lvl3pPr>
            <a:lvl4pPr algn="l">
              <a:defRPr sz="975" b="1">
                <a:solidFill>
                  <a:srgbClr val="EF8B39"/>
                </a:solidFill>
                <a:latin typeface="Courier New"/>
                <a:ea typeface="Courier New"/>
                <a:cs typeface="Courier New"/>
              </a:defRPr>
            </a:lvl4pPr>
            <a:lvl5pPr algn="l">
              <a:defRPr sz="975" b="1">
                <a:solidFill>
                  <a:srgbClr val="EF8B39"/>
                </a:solidFill>
                <a:latin typeface="Courier New"/>
                <a:ea typeface="Courier New"/>
                <a:cs typeface="Courier New"/>
              </a:defRPr>
            </a:lvl5pPr>
            <a:lvl6pPr algn="l">
              <a:defRPr sz="975" b="1">
                <a:solidFill>
                  <a:srgbClr val="EF8B39"/>
                </a:solidFill>
                <a:latin typeface="Courier New"/>
                <a:ea typeface="Courier New"/>
                <a:cs typeface="Courier New"/>
              </a:defRPr>
            </a:lvl6pPr>
            <a:lvl7pPr algn="l">
              <a:defRPr sz="975" b="1">
                <a:solidFill>
                  <a:srgbClr val="EF8B39"/>
                </a:solidFill>
                <a:latin typeface="Courier New"/>
                <a:ea typeface="Courier New"/>
                <a:cs typeface="Courier New"/>
              </a:defRPr>
            </a:lvl7pPr>
            <a:lvl8pPr algn="l">
              <a:defRPr sz="975" b="1">
                <a:solidFill>
                  <a:srgbClr val="EF8B39"/>
                </a:solidFill>
                <a:latin typeface="Courier New"/>
                <a:ea typeface="Courier New"/>
                <a:cs typeface="Courier New"/>
              </a:defRPr>
            </a:lvl8pPr>
            <a:lvl9pPr algn="l">
              <a:defRPr sz="975" b="1">
                <a:solidFill>
                  <a:srgbClr val="EF8B39"/>
                </a:solidFill>
                <a:latin typeface="Courier New"/>
                <a:ea typeface="Courier New"/>
                <a:cs typeface="Courier New"/>
              </a:defRPr>
            </a:lvl9pPr>
          </a:lstStyle>
          <a:p xmlns:a="http://schemas.openxmlformats.org/drawingml/2006/main">
            <a:pPr algn="l">
              <a:defRPr sz="975" b="1">
                <a:solidFill>
                  <a:srgbClr val="EF8B39"/>
                </a:solidFill>
                <a:latin typeface="Courier New"/>
                <a:ea typeface="Courier New"/>
                <a:cs typeface="Courier New"/>
              </a:defRPr>
            </a:pPr>
            <a:r>
              <a:rPr sz="975" b="1">
                <a:solidFill>
                  <a:srgbClr val="EF8B39"/>
                </a:solidFill>
                <a:latin typeface="Courier New"/>
                <a:ea typeface="Courier New"/>
                <a:cs typeface="Courier New"/>
              </a:rPr>
              <a:t>GAME</a:t>
            </a:r>
          </a:p>
        </p:txBody>
      </p:sp>
      <p:sp>
        <p:nvSpPr>
          <p:cNvPr id="93" name="">
            <a:extLst xmlns:a="http://schemas.openxmlformats.org/drawingml/2006/main">
              <a:ext uri="{FF2B5EF4-FFF2-40B4-BE49-F238E27FC236}">
                <a16:creationId xmlns:a16="http://schemas.microsoft.com/office/drawing/2014/main" id="{CFE8EBFF-BD54-4385-AF97-FE7141F8ABFB}"/>
              </a:ext>
            </a:extLst>
          </p:cNvPr>
          <p:cNvSpPr>
            <a:spLocks xmlns:a="http://schemas.openxmlformats.org/drawingml/2006/main" noGrp="1"/>
          </p:cNvSpPr>
          <p:nvPr/>
        </p:nvSpPr>
        <p:spPr>
          <a:xfrm xmlns:a="http://schemas.openxmlformats.org/drawingml/2006/main">
            <a:off x="6800850" y="2590800"/>
            <a:ext cx="4476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0F172A"/>
                </a:solidFill>
                <a:latin typeface="Montserrat"/>
                <a:ea typeface="Montserrat"/>
                <a:cs typeface="Montserrat"/>
              </a:defRPr>
            </a:defPPr>
            <a:lvl1pPr algn="l">
              <a:defRPr sz="1650" b="1">
                <a:solidFill>
                  <a:srgbClr val="0F172A"/>
                </a:solidFill>
                <a:latin typeface="Montserrat"/>
                <a:ea typeface="Montserrat"/>
                <a:cs typeface="Montserrat"/>
              </a:defRPr>
            </a:lvl1pPr>
            <a:lvl2pPr algn="l">
              <a:defRPr sz="1650" b="1">
                <a:solidFill>
                  <a:srgbClr val="0F172A"/>
                </a:solidFill>
                <a:latin typeface="Montserrat"/>
                <a:ea typeface="Montserrat"/>
                <a:cs typeface="Montserrat"/>
              </a:defRPr>
            </a:lvl2pPr>
            <a:lvl3pPr algn="l">
              <a:defRPr sz="1650" b="1">
                <a:solidFill>
                  <a:srgbClr val="0F172A"/>
                </a:solidFill>
                <a:latin typeface="Montserrat"/>
                <a:ea typeface="Montserrat"/>
                <a:cs typeface="Montserrat"/>
              </a:defRPr>
            </a:lvl3pPr>
            <a:lvl4pPr algn="l">
              <a:defRPr sz="1650" b="1">
                <a:solidFill>
                  <a:srgbClr val="0F172A"/>
                </a:solidFill>
                <a:latin typeface="Montserrat"/>
                <a:ea typeface="Montserrat"/>
                <a:cs typeface="Montserrat"/>
              </a:defRPr>
            </a:lvl4pPr>
            <a:lvl5pPr algn="l">
              <a:defRPr sz="1650" b="1">
                <a:solidFill>
                  <a:srgbClr val="0F172A"/>
                </a:solidFill>
                <a:latin typeface="Montserrat"/>
                <a:ea typeface="Montserrat"/>
                <a:cs typeface="Montserrat"/>
              </a:defRPr>
            </a:lvl5pPr>
            <a:lvl6pPr algn="l">
              <a:defRPr sz="1650" b="1">
                <a:solidFill>
                  <a:srgbClr val="0F172A"/>
                </a:solidFill>
                <a:latin typeface="Montserrat"/>
                <a:ea typeface="Montserrat"/>
                <a:cs typeface="Montserrat"/>
              </a:defRPr>
            </a:lvl6pPr>
            <a:lvl7pPr algn="l">
              <a:defRPr sz="1650" b="1">
                <a:solidFill>
                  <a:srgbClr val="0F172A"/>
                </a:solidFill>
                <a:latin typeface="Montserrat"/>
                <a:ea typeface="Montserrat"/>
                <a:cs typeface="Montserrat"/>
              </a:defRPr>
            </a:lvl7pPr>
            <a:lvl8pPr algn="l">
              <a:defRPr sz="1650" b="1">
                <a:solidFill>
                  <a:srgbClr val="0F172A"/>
                </a:solidFill>
                <a:latin typeface="Montserrat"/>
                <a:ea typeface="Montserrat"/>
                <a:cs typeface="Montserrat"/>
              </a:defRPr>
            </a:lvl8pPr>
            <a:lvl9pPr algn="l">
              <a:defRPr sz="1650" b="1">
                <a:solidFill>
                  <a:srgbClr val="0F172A"/>
                </a:solidFill>
                <a:latin typeface="Montserrat"/>
                <a:ea typeface="Montserrat"/>
                <a:cs typeface="Montserrat"/>
              </a:defRPr>
            </a:lvl9pPr>
          </a:lstStyle>
          <a:p xmlns:a="http://schemas.openxmlformats.org/drawingml/2006/main">
            <a:pPr algn="l">
              <a:defRPr sz="1650" b="1">
                <a:solidFill>
                  <a:srgbClr val="0F172A"/>
                </a:solidFill>
                <a:latin typeface="Montserrat"/>
                <a:ea typeface="Montserrat"/>
                <a:cs typeface="Montserrat"/>
              </a:defRPr>
            </a:pPr>
            <a:r>
              <a:rPr sz="1650" b="1">
                <a:solidFill>
                  <a:srgbClr val="0F172A"/>
                </a:solidFill>
                <a:latin typeface="Montserrat"/>
                <a:ea typeface="Montserrat"/>
                <a:cs typeface="Montserrat"/>
              </a:rPr>
              <a:t>Several states. A full start-to-finish loop. The hard part was making every transition predictable.</a:t>
            </a:r>
          </a:p>
        </p:txBody>
      </p:sp>
      <p:sp>
        <p:nvSpPr>
          <p:cNvPr id="94" name="">
            <a:extLst xmlns:a="http://schemas.openxmlformats.org/drawingml/2006/main">
              <a:ext uri="{FF2B5EF4-FFF2-40B4-BE49-F238E27FC236}">
                <a16:creationId xmlns:a16="http://schemas.microsoft.com/office/drawing/2014/main" id="{182A8C6C-F693-4055-BAAA-2354CC222351}"/>
              </a:ext>
            </a:extLst>
          </p:cNvPr>
          <p:cNvSpPr>
            <a:spLocks xmlns:a="http://schemas.openxmlformats.org/drawingml/2006/main" noGrp="1"/>
          </p:cNvSpPr>
          <p:nvPr/>
        </p:nvSpPr>
        <p:spPr>
          <a:xfrm xmlns:a="http://schemas.openxmlformats.org/drawingml/2006/main">
            <a:off x="647700" y="470535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95" name="">
            <a:extLst xmlns:a="http://schemas.openxmlformats.org/drawingml/2006/main">
              <a:ext uri="{FF2B5EF4-FFF2-40B4-BE49-F238E27FC236}">
                <a16:creationId xmlns:a16="http://schemas.microsoft.com/office/drawing/2014/main" id="{DEDD6C4B-1F5D-481C-85F6-57BC47C8404E}"/>
              </a:ext>
            </a:extLst>
          </p:cNvPr>
          <p:cNvSpPr>
            <a:spLocks xmlns:a="http://schemas.openxmlformats.org/drawingml/2006/main" noGrp="1"/>
          </p:cNvSpPr>
          <p:nvPr/>
        </p:nvSpPr>
        <p:spPr>
          <a:xfrm xmlns:a="http://schemas.openxmlformats.org/drawingml/2006/main">
            <a:off x="742950" y="49530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0F172A"/>
                </a:solidFill>
                <a:latin typeface="Montserrat"/>
                <a:ea typeface="Montserrat"/>
                <a:cs typeface="Montserrat"/>
              </a:defRPr>
            </a:defPPr>
            <a:lvl1pPr algn="ctr">
              <a:defRPr sz="1350" b="1">
                <a:solidFill>
                  <a:srgbClr val="0F172A"/>
                </a:solidFill>
                <a:latin typeface="Montserrat"/>
                <a:ea typeface="Montserrat"/>
                <a:cs typeface="Montserrat"/>
              </a:defRPr>
            </a:lvl1pPr>
            <a:lvl2pPr algn="ctr">
              <a:defRPr sz="1350" b="1">
                <a:solidFill>
                  <a:srgbClr val="0F172A"/>
                </a:solidFill>
                <a:latin typeface="Montserrat"/>
                <a:ea typeface="Montserrat"/>
                <a:cs typeface="Montserrat"/>
              </a:defRPr>
            </a:lvl2pPr>
            <a:lvl3pPr algn="ctr">
              <a:defRPr sz="1350" b="1">
                <a:solidFill>
                  <a:srgbClr val="0F172A"/>
                </a:solidFill>
                <a:latin typeface="Montserrat"/>
                <a:ea typeface="Montserrat"/>
                <a:cs typeface="Montserrat"/>
              </a:defRPr>
            </a:lvl3pPr>
            <a:lvl4pPr algn="ctr">
              <a:defRPr sz="1350" b="1">
                <a:solidFill>
                  <a:srgbClr val="0F172A"/>
                </a:solidFill>
                <a:latin typeface="Montserrat"/>
                <a:ea typeface="Montserrat"/>
                <a:cs typeface="Montserrat"/>
              </a:defRPr>
            </a:lvl4pPr>
            <a:lvl5pPr algn="ctr">
              <a:defRPr sz="1350" b="1">
                <a:solidFill>
                  <a:srgbClr val="0F172A"/>
                </a:solidFill>
                <a:latin typeface="Montserrat"/>
                <a:ea typeface="Montserrat"/>
                <a:cs typeface="Montserrat"/>
              </a:defRPr>
            </a:lvl5pPr>
            <a:lvl6pPr algn="ctr">
              <a:defRPr sz="1350" b="1">
                <a:solidFill>
                  <a:srgbClr val="0F172A"/>
                </a:solidFill>
                <a:latin typeface="Montserrat"/>
                <a:ea typeface="Montserrat"/>
                <a:cs typeface="Montserrat"/>
              </a:defRPr>
            </a:lvl6pPr>
            <a:lvl7pPr algn="ctr">
              <a:defRPr sz="1350" b="1">
                <a:solidFill>
                  <a:srgbClr val="0F172A"/>
                </a:solidFill>
                <a:latin typeface="Montserrat"/>
                <a:ea typeface="Montserrat"/>
                <a:cs typeface="Montserrat"/>
              </a:defRPr>
            </a:lvl7pPr>
            <a:lvl8pPr algn="ctr">
              <a:defRPr sz="1350" b="1">
                <a:solidFill>
                  <a:srgbClr val="0F172A"/>
                </a:solidFill>
                <a:latin typeface="Montserrat"/>
                <a:ea typeface="Montserrat"/>
                <a:cs typeface="Montserrat"/>
              </a:defRPr>
            </a:lvl8pPr>
            <a:lvl9pPr algn="ctr">
              <a:defRPr sz="1350" b="1">
                <a:solidFill>
                  <a:srgbClr val="0F172A"/>
                </a:solidFill>
                <a:latin typeface="Montserrat"/>
                <a:ea typeface="Montserrat"/>
                <a:cs typeface="Montserrat"/>
              </a:defRPr>
            </a:lvl9pPr>
          </a:lstStyle>
          <a:p xmlns:a="http://schemas.openxmlformats.org/drawingml/2006/main">
            <a:pPr algn="ctr">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Same lifecycle. Different thing to check.</a:t>
            </a:r>
          </a:p>
        </p:txBody>
      </p:sp>
      <p:sp>
        <p:nvSpPr>
          <p:cNvPr id="96" name="">
            <a:extLst xmlns:a="http://schemas.openxmlformats.org/drawingml/2006/main">
              <a:ext uri="{FF2B5EF4-FFF2-40B4-BE49-F238E27FC236}">
                <a16:creationId xmlns:a16="http://schemas.microsoft.com/office/drawing/2014/main" id="{D47D69FE-1407-48F8-8B79-A0D2D12046C6}"/>
              </a:ext>
            </a:extLst>
          </p:cNvPr>
          <p:cNvSpPr>
            <a:spLocks xmlns:a="http://schemas.openxmlformats.org/drawingml/2006/main" noGrp="1"/>
          </p:cNvSpPr>
          <p:nvPr/>
        </p:nvSpPr>
        <p:spPr>
          <a:xfrm xmlns:a="http://schemas.openxmlformats.org/drawingml/2006/main">
            <a:off x="3667125" y="6381750"/>
            <a:ext cx="4857750" cy="0"/>
          </a:xfrm>
          <a:prstGeom xmlns:a="http://schemas.openxmlformats.org/drawingml/2006/main" prst="line">
            <a:avLst/>
          </a:prstGeom>
          <a:noFill xmlns:a="http://schemas.openxmlformats.org/drawingml/2006/main"/>
          <a:ln xmlns:a="http://schemas.openxmlformats.org/drawingml/2006/main" w="5715">
            <a:solidFill>
              <a:srgbClr val="D8E2EF"/>
            </a:solidFill>
            <a:prstDash val="solid"/>
          </a:ln>
        </p:spPr>
      </p:sp>
      <p:sp>
        <p:nvSpPr>
          <p:cNvPr id="97" name="">
            <a:extLst xmlns:a="http://schemas.openxmlformats.org/drawingml/2006/main">
              <a:ext uri="{FF2B5EF4-FFF2-40B4-BE49-F238E27FC236}">
                <a16:creationId xmlns:a16="http://schemas.microsoft.com/office/drawing/2014/main" id="{78037FAA-5DBC-4429-B828-38C0346B8FF4}"/>
              </a:ext>
            </a:extLst>
          </p:cNvPr>
          <p:cNvSpPr>
            <a:spLocks xmlns:a="http://schemas.openxmlformats.org/drawingml/2006/main" noGrp="1"/>
          </p:cNvSpPr>
          <p:nvPr/>
        </p:nvSpPr>
        <p:spPr>
          <a:xfrm xmlns:a="http://schemas.openxmlformats.org/drawingml/2006/main">
            <a:off x="36337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98" name="">
            <a:extLst xmlns:a="http://schemas.openxmlformats.org/drawingml/2006/main">
              <a:ext uri="{FF2B5EF4-FFF2-40B4-BE49-F238E27FC236}">
                <a16:creationId xmlns:a16="http://schemas.microsoft.com/office/drawing/2014/main" id="{4B40837F-3D8B-4C23-9034-173C54477A38}"/>
              </a:ext>
            </a:extLst>
          </p:cNvPr>
          <p:cNvSpPr>
            <a:spLocks xmlns:a="http://schemas.openxmlformats.org/drawingml/2006/main" noGrp="1"/>
          </p:cNvSpPr>
          <p:nvPr/>
        </p:nvSpPr>
        <p:spPr>
          <a:xfrm xmlns:a="http://schemas.openxmlformats.org/drawingml/2006/main">
            <a:off x="32670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PLAN</a:t>
            </a:r>
          </a:p>
        </p:txBody>
      </p:sp>
      <p:sp>
        <p:nvSpPr>
          <p:cNvPr id="99" name="">
            <a:extLst xmlns:a="http://schemas.openxmlformats.org/drawingml/2006/main">
              <a:ext uri="{FF2B5EF4-FFF2-40B4-BE49-F238E27FC236}">
                <a16:creationId xmlns:a16="http://schemas.microsoft.com/office/drawing/2014/main" id="{4811C9A1-0A41-4CF0-A62D-BE1FC0F86FB0}"/>
              </a:ext>
            </a:extLst>
          </p:cNvPr>
          <p:cNvSpPr>
            <a:spLocks xmlns:a="http://schemas.openxmlformats.org/drawingml/2006/main" noGrp="1"/>
          </p:cNvSpPr>
          <p:nvPr/>
        </p:nvSpPr>
        <p:spPr>
          <a:xfrm xmlns:a="http://schemas.openxmlformats.org/drawingml/2006/main">
            <a:off x="46053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00" name="">
            <a:extLst xmlns:a="http://schemas.openxmlformats.org/drawingml/2006/main">
              <a:ext uri="{FF2B5EF4-FFF2-40B4-BE49-F238E27FC236}">
                <a16:creationId xmlns:a16="http://schemas.microsoft.com/office/drawing/2014/main" id="{925FBAF5-7718-4DC1-945F-D01E1B860D0C}"/>
              </a:ext>
            </a:extLst>
          </p:cNvPr>
          <p:cNvSpPr>
            <a:spLocks xmlns:a="http://schemas.openxmlformats.org/drawingml/2006/main" noGrp="1"/>
          </p:cNvSpPr>
          <p:nvPr/>
        </p:nvSpPr>
        <p:spPr>
          <a:xfrm xmlns:a="http://schemas.openxmlformats.org/drawingml/2006/main">
            <a:off x="42386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DESIGN</a:t>
            </a:r>
          </a:p>
        </p:txBody>
      </p:sp>
      <p:sp>
        <p:nvSpPr>
          <p:cNvPr id="101" name="">
            <a:extLst xmlns:a="http://schemas.openxmlformats.org/drawingml/2006/main">
              <a:ext uri="{FF2B5EF4-FFF2-40B4-BE49-F238E27FC236}">
                <a16:creationId xmlns:a16="http://schemas.microsoft.com/office/drawing/2014/main" id="{A64F436F-2867-4733-9D35-72B455AEC4D5}"/>
              </a:ext>
            </a:extLst>
          </p:cNvPr>
          <p:cNvSpPr>
            <a:spLocks xmlns:a="http://schemas.openxmlformats.org/drawingml/2006/main" noGrp="1"/>
          </p:cNvSpPr>
          <p:nvPr/>
        </p:nvSpPr>
        <p:spPr>
          <a:xfrm xmlns:a="http://schemas.openxmlformats.org/drawingml/2006/main">
            <a:off x="55768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02" name="">
            <a:extLst xmlns:a="http://schemas.openxmlformats.org/drawingml/2006/main">
              <a:ext uri="{FF2B5EF4-FFF2-40B4-BE49-F238E27FC236}">
                <a16:creationId xmlns:a16="http://schemas.microsoft.com/office/drawing/2014/main" id="{27D81670-D115-439E-B3FA-DD1512390FA5}"/>
              </a:ext>
            </a:extLst>
          </p:cNvPr>
          <p:cNvSpPr>
            <a:spLocks xmlns:a="http://schemas.openxmlformats.org/drawingml/2006/main" noGrp="1"/>
          </p:cNvSpPr>
          <p:nvPr/>
        </p:nvSpPr>
        <p:spPr>
          <a:xfrm xmlns:a="http://schemas.openxmlformats.org/drawingml/2006/main">
            <a:off x="52101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BUILD</a:t>
            </a:r>
          </a:p>
        </p:txBody>
      </p:sp>
      <p:sp>
        <p:nvSpPr>
          <p:cNvPr id="103" name="">
            <a:extLst xmlns:a="http://schemas.openxmlformats.org/drawingml/2006/main">
              <a:ext uri="{FF2B5EF4-FFF2-40B4-BE49-F238E27FC236}">
                <a16:creationId xmlns:a16="http://schemas.microsoft.com/office/drawing/2014/main" id="{B28299EC-9C10-4C33-B9E3-DCC3F938948C}"/>
              </a:ext>
            </a:extLst>
          </p:cNvPr>
          <p:cNvSpPr>
            <a:spLocks xmlns:a="http://schemas.openxmlformats.org/drawingml/2006/main" noGrp="1"/>
          </p:cNvSpPr>
          <p:nvPr/>
        </p:nvSpPr>
        <p:spPr>
          <a:xfrm xmlns:a="http://schemas.openxmlformats.org/drawingml/2006/main">
            <a:off x="65484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04" name="">
            <a:extLst xmlns:a="http://schemas.openxmlformats.org/drawingml/2006/main">
              <a:ext uri="{FF2B5EF4-FFF2-40B4-BE49-F238E27FC236}">
                <a16:creationId xmlns:a16="http://schemas.microsoft.com/office/drawing/2014/main" id="{11CD78B7-456F-4224-B6D0-8F119DEA4083}"/>
              </a:ext>
            </a:extLst>
          </p:cNvPr>
          <p:cNvSpPr>
            <a:spLocks xmlns:a="http://schemas.openxmlformats.org/drawingml/2006/main" noGrp="1"/>
          </p:cNvSpPr>
          <p:nvPr/>
        </p:nvSpPr>
        <p:spPr>
          <a:xfrm xmlns:a="http://schemas.openxmlformats.org/drawingml/2006/main">
            <a:off x="61817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TEST</a:t>
            </a:r>
          </a:p>
        </p:txBody>
      </p:sp>
      <p:sp>
        <p:nvSpPr>
          <p:cNvPr id="105" name="">
            <a:extLst xmlns:a="http://schemas.openxmlformats.org/drawingml/2006/main">
              <a:ext uri="{FF2B5EF4-FFF2-40B4-BE49-F238E27FC236}">
                <a16:creationId xmlns:a16="http://schemas.microsoft.com/office/drawing/2014/main" id="{6DD37A66-EDF9-4B00-A2DA-ECDF057A3C36}"/>
              </a:ext>
            </a:extLst>
          </p:cNvPr>
          <p:cNvSpPr>
            <a:spLocks xmlns:a="http://schemas.openxmlformats.org/drawingml/2006/main" noGrp="1"/>
          </p:cNvSpPr>
          <p:nvPr/>
        </p:nvSpPr>
        <p:spPr>
          <a:xfrm xmlns:a="http://schemas.openxmlformats.org/drawingml/2006/main">
            <a:off x="75199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06" name="">
            <a:extLst xmlns:a="http://schemas.openxmlformats.org/drawingml/2006/main">
              <a:ext uri="{FF2B5EF4-FFF2-40B4-BE49-F238E27FC236}">
                <a16:creationId xmlns:a16="http://schemas.microsoft.com/office/drawing/2014/main" id="{A1573BD5-4CC2-48AC-A688-8087267AFECB}"/>
              </a:ext>
            </a:extLst>
          </p:cNvPr>
          <p:cNvSpPr>
            <a:spLocks xmlns:a="http://schemas.openxmlformats.org/drawingml/2006/main" noGrp="1"/>
          </p:cNvSpPr>
          <p:nvPr/>
        </p:nvSpPr>
        <p:spPr>
          <a:xfrm xmlns:a="http://schemas.openxmlformats.org/drawingml/2006/main">
            <a:off x="71532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DEPLOY</a:t>
            </a:r>
          </a:p>
        </p:txBody>
      </p:sp>
      <p:sp>
        <p:nvSpPr>
          <p:cNvPr id="107" name="">
            <a:extLst xmlns:a="http://schemas.openxmlformats.org/drawingml/2006/main">
              <a:ext uri="{FF2B5EF4-FFF2-40B4-BE49-F238E27FC236}">
                <a16:creationId xmlns:a16="http://schemas.microsoft.com/office/drawing/2014/main" id="{E6EC66E6-821F-43B5-B67E-8E94B6849546}"/>
              </a:ext>
            </a:extLst>
          </p:cNvPr>
          <p:cNvSpPr>
            <a:spLocks xmlns:a="http://schemas.openxmlformats.org/drawingml/2006/main" noGrp="1"/>
          </p:cNvSpPr>
          <p:nvPr/>
        </p:nvSpPr>
        <p:spPr>
          <a:xfrm xmlns:a="http://schemas.openxmlformats.org/drawingml/2006/main">
            <a:off x="84915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08" name="">
            <a:extLst xmlns:a="http://schemas.openxmlformats.org/drawingml/2006/main">
              <a:ext uri="{FF2B5EF4-FFF2-40B4-BE49-F238E27FC236}">
                <a16:creationId xmlns:a16="http://schemas.microsoft.com/office/drawing/2014/main" id="{494BCB0A-7BFC-44C4-A276-AC470FB3F853}"/>
              </a:ext>
            </a:extLst>
          </p:cNvPr>
          <p:cNvSpPr>
            <a:spLocks xmlns:a="http://schemas.openxmlformats.org/drawingml/2006/main" noGrp="1"/>
          </p:cNvSpPr>
          <p:nvPr/>
        </p:nvSpPr>
        <p:spPr>
          <a:xfrm xmlns:a="http://schemas.openxmlformats.org/drawingml/2006/main">
            <a:off x="81248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MAINTAIN</a:t>
            </a:r>
          </a:p>
        </p:txBody>
      </p:sp>
    </p:spTree>
    <p:extLst>
      <p:ext uri="{BB962C8B-B14F-4D97-AF65-F5344CB8AC3E}">
        <p14:creationId xmlns:p14="http://schemas.microsoft.com/office/powerpoint/2010/main" val="1618423983"/>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21D27010-097E-4045-BE3B-EEF0EC4B58B0}"/>
              </a:ext>
            </a:extLst>
          </p:cNvPr>
          <p:cNvPicPr>
            <a:picLocks xmlns:a="http://schemas.openxmlformats.org/drawingml/2006/main" noChangeAspect="1"/>
          </p:cNvPicPr>
          <p:nvPr/>
        </p:nvPicPr>
        <p:blipFill>
          <a:blip xmlns:r="http://schemas.openxmlformats.org/officeDocument/2006/relationships" xmlns:a="http://schemas.openxmlformats.org/drawingml/2006/main" r:embed="R0357faca79a34a80"/>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5EAC5C77-42EF-4795-BF96-1AB4FD62ADF5}"/>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52 / 63</a:t>
            </a:r>
            <a:endParaRPr sz="900"/>
          </a:p>
        </p:txBody>
      </p:sp>
      <p:sp>
        <p:nvSpPr>
          <p:cNvPr id="42" name="">
            <a:extLst xmlns:a="http://schemas.openxmlformats.org/drawingml/2006/main">
              <a:ext uri="{FF2B5EF4-FFF2-40B4-BE49-F238E27FC236}">
                <a16:creationId xmlns:a16="http://schemas.microsoft.com/office/drawing/2014/main" id="{0A9897F0-BC6C-429D-A159-607AE3C963BB}"/>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307FE2"/>
                </a:solidFill>
                <a:latin typeface="Montserrat"/>
                <a:ea typeface="Montserrat"/>
                <a:cs typeface="Montserrat"/>
              </a:defRPr>
            </a:defPPr>
            <a:lvl1pPr algn="l">
              <a:defRPr sz="1050" b="1">
                <a:solidFill>
                  <a:srgbClr val="307FE2"/>
                </a:solidFill>
                <a:latin typeface="Montserrat"/>
                <a:ea typeface="Montserrat"/>
                <a:cs typeface="Montserrat"/>
              </a:defRPr>
            </a:lvl1pPr>
            <a:lvl2pPr algn="l">
              <a:defRPr sz="1050" b="1">
                <a:solidFill>
                  <a:srgbClr val="307FE2"/>
                </a:solidFill>
                <a:latin typeface="Montserrat"/>
                <a:ea typeface="Montserrat"/>
                <a:cs typeface="Montserrat"/>
              </a:defRPr>
            </a:lvl2pPr>
            <a:lvl3pPr algn="l">
              <a:defRPr sz="1050" b="1">
                <a:solidFill>
                  <a:srgbClr val="307FE2"/>
                </a:solidFill>
                <a:latin typeface="Montserrat"/>
                <a:ea typeface="Montserrat"/>
                <a:cs typeface="Montserrat"/>
              </a:defRPr>
            </a:lvl3pPr>
            <a:lvl4pPr algn="l">
              <a:defRPr sz="1050" b="1">
                <a:solidFill>
                  <a:srgbClr val="307FE2"/>
                </a:solidFill>
                <a:latin typeface="Montserrat"/>
                <a:ea typeface="Montserrat"/>
                <a:cs typeface="Montserrat"/>
              </a:defRPr>
            </a:lvl4pPr>
            <a:lvl5pPr algn="l">
              <a:defRPr sz="1050" b="1">
                <a:solidFill>
                  <a:srgbClr val="307FE2"/>
                </a:solidFill>
                <a:latin typeface="Montserrat"/>
                <a:ea typeface="Montserrat"/>
                <a:cs typeface="Montserrat"/>
              </a:defRPr>
            </a:lvl5pPr>
            <a:lvl6pPr algn="l">
              <a:defRPr sz="1050" b="1">
                <a:solidFill>
                  <a:srgbClr val="307FE2"/>
                </a:solidFill>
                <a:latin typeface="Montserrat"/>
                <a:ea typeface="Montserrat"/>
                <a:cs typeface="Montserrat"/>
              </a:defRPr>
            </a:lvl6pPr>
            <a:lvl7pPr algn="l">
              <a:defRPr sz="1050" b="1">
                <a:solidFill>
                  <a:srgbClr val="307FE2"/>
                </a:solidFill>
                <a:latin typeface="Montserrat"/>
                <a:ea typeface="Montserrat"/>
                <a:cs typeface="Montserrat"/>
              </a:defRPr>
            </a:lvl7pPr>
            <a:lvl8pPr algn="l">
              <a:defRPr sz="1050" b="1">
                <a:solidFill>
                  <a:srgbClr val="307FE2"/>
                </a:solidFill>
                <a:latin typeface="Montserrat"/>
                <a:ea typeface="Montserrat"/>
                <a:cs typeface="Montserrat"/>
              </a:defRPr>
            </a:lvl8pPr>
            <a:lvl9pPr algn="l">
              <a:defRPr sz="1050" b="1">
                <a:solidFill>
                  <a:srgbClr val="307FE2"/>
                </a:solidFill>
                <a:latin typeface="Montserrat"/>
                <a:ea typeface="Montserrat"/>
                <a:cs typeface="Montserrat"/>
              </a:defRPr>
            </a:lvl9pPr>
          </a:lstStyle>
          <a:p xmlns:a="http://schemas.openxmlformats.org/drawingml/2006/main">
            <a:pPr algn="l">
              <a:defRPr sz="1050" b="1">
                <a:solidFill>
                  <a:srgbClr val="307FE2"/>
                </a:solidFill>
                <a:latin typeface="Montserrat"/>
                <a:ea typeface="Montserrat"/>
                <a:cs typeface="Montserrat"/>
              </a:defRPr>
            </a:pPr>
            <a:r>
              <a:rPr sz="1050" b="1">
                <a:solidFill>
                  <a:srgbClr val="307FE2"/>
                </a:solidFill>
                <a:latin typeface="Montserrat"/>
                <a:ea typeface="Montserrat"/>
                <a:cs typeface="Montserrat"/>
              </a:rPr>
              <a:t>// OPERATE · SAFE CHANGES</a:t>
            </a:r>
          </a:p>
        </p:txBody>
      </p:sp>
      <p:sp>
        <p:nvSpPr>
          <p:cNvPr id="43" name="">
            <a:extLst xmlns:a="http://schemas.openxmlformats.org/drawingml/2006/main">
              <a:ext uri="{FF2B5EF4-FFF2-40B4-BE49-F238E27FC236}">
                <a16:creationId xmlns:a16="http://schemas.microsoft.com/office/drawing/2014/main" id="{BADC0B1F-8A41-43A2-A309-37401E76229D}"/>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94A3B8"/>
                </a:solidFill>
                <a:latin typeface="Montserrat"/>
                <a:ea typeface="Montserrat"/>
                <a:cs typeface="Montserrat"/>
              </a:defRPr>
            </a:defPPr>
            <a:lvl1pPr algn="r">
              <a:defRPr sz="900" b="0">
                <a:solidFill>
                  <a:srgbClr val="94A3B8"/>
                </a:solidFill>
                <a:latin typeface="Montserrat"/>
                <a:ea typeface="Montserrat"/>
                <a:cs typeface="Montserrat"/>
              </a:defRPr>
            </a:lvl1pPr>
            <a:lvl2pPr algn="r">
              <a:defRPr sz="900" b="0">
                <a:solidFill>
                  <a:srgbClr val="94A3B8"/>
                </a:solidFill>
                <a:latin typeface="Montserrat"/>
                <a:ea typeface="Montserrat"/>
                <a:cs typeface="Montserrat"/>
              </a:defRPr>
            </a:lvl2pPr>
            <a:lvl3pPr algn="r">
              <a:defRPr sz="900" b="0">
                <a:solidFill>
                  <a:srgbClr val="94A3B8"/>
                </a:solidFill>
                <a:latin typeface="Montserrat"/>
                <a:ea typeface="Montserrat"/>
                <a:cs typeface="Montserrat"/>
              </a:defRPr>
            </a:lvl3pPr>
            <a:lvl4pPr algn="r">
              <a:defRPr sz="900" b="0">
                <a:solidFill>
                  <a:srgbClr val="94A3B8"/>
                </a:solidFill>
                <a:latin typeface="Montserrat"/>
                <a:ea typeface="Montserrat"/>
                <a:cs typeface="Montserrat"/>
              </a:defRPr>
            </a:lvl4pPr>
            <a:lvl5pPr algn="r">
              <a:defRPr sz="900" b="0">
                <a:solidFill>
                  <a:srgbClr val="94A3B8"/>
                </a:solidFill>
                <a:latin typeface="Montserrat"/>
                <a:ea typeface="Montserrat"/>
                <a:cs typeface="Montserrat"/>
              </a:defRPr>
            </a:lvl5pPr>
            <a:lvl6pPr algn="r">
              <a:defRPr sz="900" b="0">
                <a:solidFill>
                  <a:srgbClr val="94A3B8"/>
                </a:solidFill>
                <a:latin typeface="Montserrat"/>
                <a:ea typeface="Montserrat"/>
                <a:cs typeface="Montserrat"/>
              </a:defRPr>
            </a:lvl6pPr>
            <a:lvl7pPr algn="r">
              <a:defRPr sz="900" b="0">
                <a:solidFill>
                  <a:srgbClr val="94A3B8"/>
                </a:solidFill>
                <a:latin typeface="Montserrat"/>
                <a:ea typeface="Montserrat"/>
                <a:cs typeface="Montserrat"/>
              </a:defRPr>
            </a:lvl7pPr>
            <a:lvl8pPr algn="r">
              <a:defRPr sz="900" b="0">
                <a:solidFill>
                  <a:srgbClr val="94A3B8"/>
                </a:solidFill>
                <a:latin typeface="Montserrat"/>
                <a:ea typeface="Montserrat"/>
                <a:cs typeface="Montserrat"/>
              </a:defRPr>
            </a:lvl8pPr>
            <a:lvl9pPr algn="r">
              <a:defRPr sz="900" b="0">
                <a:solidFill>
                  <a:srgbClr val="94A3B8"/>
                </a:solidFill>
                <a:latin typeface="Montserrat"/>
                <a:ea typeface="Montserrat"/>
                <a:cs typeface="Montserrat"/>
              </a:defRPr>
            </a:lvl9pPr>
          </a:lstStyle>
          <a:p xmlns:a="http://schemas.openxmlformats.org/drawingml/2006/main">
            <a:pPr algn="r">
              <a:defRPr sz="900" b="0">
                <a:solidFill>
                  <a:srgbClr val="94A3B8"/>
                </a:solidFill>
                <a:latin typeface="Montserrat"/>
                <a:ea typeface="Montserrat"/>
                <a:cs typeface="Montserrat"/>
              </a:defRPr>
            </a:pPr>
            <a:r>
              <a:rPr sz="900" b="0">
                <a:solidFill>
                  <a:srgbClr val="94A3B8"/>
                </a:solidFill>
                <a:latin typeface="Montserrat"/>
                <a:ea typeface="Montserrat"/>
                <a:cs typeface="Montserrat"/>
              </a:rPr>
              <a:t>4:40–5:25</a:t>
            </a:r>
          </a:p>
        </p:txBody>
      </p:sp>
      <p:sp>
        <p:nvSpPr>
          <p:cNvPr id="44" name="">
            <a:extLst xmlns:a="http://schemas.openxmlformats.org/drawingml/2006/main">
              <a:ext uri="{FF2B5EF4-FFF2-40B4-BE49-F238E27FC236}">
                <a16:creationId xmlns:a16="http://schemas.microsoft.com/office/drawing/2014/main" id="{EB1D32B0-D4EA-4241-9649-B22B889E4DAD}"/>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Branches and previews</a:t>
            </a:r>
          </a:p>
        </p:txBody>
      </p:sp>
      <p:sp>
        <p:nvSpPr>
          <p:cNvPr id="45" name="">
            <a:extLst xmlns:a="http://schemas.openxmlformats.org/drawingml/2006/main">
              <a:ext uri="{FF2B5EF4-FFF2-40B4-BE49-F238E27FC236}">
                <a16:creationId xmlns:a16="http://schemas.microsoft.com/office/drawing/2014/main" id="{27A69981-CB2A-4941-9EE2-943B8E6547ED}"/>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THE NEXT CHANGE SHOULD NOT START ON THE LIVE VERSION</a:t>
            </a:r>
          </a:p>
        </p:txBody>
      </p:sp>
      <p:sp>
        <p:nvSpPr>
          <p:cNvPr id="46" name="">
            <a:extLst xmlns:a="http://schemas.openxmlformats.org/drawingml/2006/main">
              <a:ext uri="{FF2B5EF4-FFF2-40B4-BE49-F238E27FC236}">
                <a16:creationId xmlns:a16="http://schemas.microsoft.com/office/drawing/2014/main" id="{689AFD1B-BB51-4E01-93A0-35CB7B5964E0}"/>
              </a:ext>
            </a:extLst>
          </p:cNvPr>
          <p:cNvSpPr>
            <a:spLocks xmlns:a="http://schemas.openxmlformats.org/drawingml/2006/main" noGrp="1"/>
          </p:cNvSpPr>
          <p:nvPr/>
        </p:nvSpPr>
        <p:spPr>
          <a:xfrm xmlns:a="http://schemas.openxmlformats.org/drawingml/2006/main">
            <a:off x="2352675" y="2724150"/>
            <a:ext cx="133350" cy="0"/>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47" name="">
            <a:extLst xmlns:a="http://schemas.openxmlformats.org/drawingml/2006/main">
              <a:ext uri="{FF2B5EF4-FFF2-40B4-BE49-F238E27FC236}">
                <a16:creationId xmlns:a16="http://schemas.microsoft.com/office/drawing/2014/main" id="{465F0FB1-2DA8-4292-9469-61DD9049281C}"/>
              </a:ext>
            </a:extLst>
          </p:cNvPr>
          <p:cNvSpPr>
            <a:spLocks xmlns:a="http://schemas.openxmlformats.org/drawingml/2006/main" noGrp="1"/>
          </p:cNvSpPr>
          <p:nvPr/>
        </p:nvSpPr>
        <p:spPr>
          <a:xfrm xmlns:a="http://schemas.openxmlformats.org/drawingml/2006/main">
            <a:off x="647700" y="2428875"/>
            <a:ext cx="1704975" cy="590550"/>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9525">
            <a:solidFill>
              <a:srgbClr val="D8E2EF"/>
            </a:solidFill>
            <a:prstDash val="solid"/>
          </a:ln>
        </p:spPr>
      </p:sp>
      <p:sp>
        <p:nvSpPr>
          <p:cNvPr id="48" name="">
            <a:extLst xmlns:a="http://schemas.openxmlformats.org/drawingml/2006/main">
              <a:ext uri="{FF2B5EF4-FFF2-40B4-BE49-F238E27FC236}">
                <a16:creationId xmlns:a16="http://schemas.microsoft.com/office/drawing/2014/main" id="{6A6AFAF3-88DC-442B-9B62-B10988040249}"/>
              </a:ext>
            </a:extLst>
          </p:cNvPr>
          <p:cNvSpPr>
            <a:spLocks xmlns:a="http://schemas.openxmlformats.org/drawingml/2006/main" noGrp="1"/>
          </p:cNvSpPr>
          <p:nvPr/>
        </p:nvSpPr>
        <p:spPr>
          <a:xfrm xmlns:a="http://schemas.openxmlformats.org/drawingml/2006/main">
            <a:off x="704850" y="2609850"/>
            <a:ext cx="15906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275" b="1">
                <a:solidFill>
                  <a:srgbClr val="0F172A"/>
                </a:solidFill>
                <a:latin typeface="Montserrat"/>
                <a:ea typeface="Montserrat"/>
                <a:cs typeface="Montserrat"/>
              </a:defRPr>
            </a:defPPr>
            <a:lvl1pPr algn="ctr">
              <a:defRPr sz="1275" b="1">
                <a:solidFill>
                  <a:srgbClr val="0F172A"/>
                </a:solidFill>
                <a:latin typeface="Montserrat"/>
                <a:ea typeface="Montserrat"/>
                <a:cs typeface="Montserrat"/>
              </a:defRPr>
            </a:lvl1pPr>
            <a:lvl2pPr algn="ctr">
              <a:defRPr sz="1275" b="1">
                <a:solidFill>
                  <a:srgbClr val="0F172A"/>
                </a:solidFill>
                <a:latin typeface="Montserrat"/>
                <a:ea typeface="Montserrat"/>
                <a:cs typeface="Montserrat"/>
              </a:defRPr>
            </a:lvl2pPr>
            <a:lvl3pPr algn="ctr">
              <a:defRPr sz="1275" b="1">
                <a:solidFill>
                  <a:srgbClr val="0F172A"/>
                </a:solidFill>
                <a:latin typeface="Montserrat"/>
                <a:ea typeface="Montserrat"/>
                <a:cs typeface="Montserrat"/>
              </a:defRPr>
            </a:lvl3pPr>
            <a:lvl4pPr algn="ctr">
              <a:defRPr sz="1275" b="1">
                <a:solidFill>
                  <a:srgbClr val="0F172A"/>
                </a:solidFill>
                <a:latin typeface="Montserrat"/>
                <a:ea typeface="Montserrat"/>
                <a:cs typeface="Montserrat"/>
              </a:defRPr>
            </a:lvl4pPr>
            <a:lvl5pPr algn="ctr">
              <a:defRPr sz="1275" b="1">
                <a:solidFill>
                  <a:srgbClr val="0F172A"/>
                </a:solidFill>
                <a:latin typeface="Montserrat"/>
                <a:ea typeface="Montserrat"/>
                <a:cs typeface="Montserrat"/>
              </a:defRPr>
            </a:lvl5pPr>
            <a:lvl6pPr algn="ctr">
              <a:defRPr sz="1275" b="1">
                <a:solidFill>
                  <a:srgbClr val="0F172A"/>
                </a:solidFill>
                <a:latin typeface="Montserrat"/>
                <a:ea typeface="Montserrat"/>
                <a:cs typeface="Montserrat"/>
              </a:defRPr>
            </a:lvl6pPr>
            <a:lvl7pPr algn="ctr">
              <a:defRPr sz="1275" b="1">
                <a:solidFill>
                  <a:srgbClr val="0F172A"/>
                </a:solidFill>
                <a:latin typeface="Montserrat"/>
                <a:ea typeface="Montserrat"/>
                <a:cs typeface="Montserrat"/>
              </a:defRPr>
            </a:lvl7pPr>
            <a:lvl8pPr algn="ctr">
              <a:defRPr sz="1275" b="1">
                <a:solidFill>
                  <a:srgbClr val="0F172A"/>
                </a:solidFill>
                <a:latin typeface="Montserrat"/>
                <a:ea typeface="Montserrat"/>
                <a:cs typeface="Montserrat"/>
              </a:defRPr>
            </a:lvl8pPr>
            <a:lvl9pPr algn="ctr">
              <a:defRPr sz="1275" b="1">
                <a:solidFill>
                  <a:srgbClr val="0F172A"/>
                </a:solidFill>
                <a:latin typeface="Montserrat"/>
                <a:ea typeface="Montserrat"/>
                <a:cs typeface="Montserrat"/>
              </a:defRPr>
            </a:lvl9pPr>
          </a:lstStyle>
          <a:p xmlns:a="http://schemas.openxmlformats.org/drawingml/2006/main">
            <a:pPr algn="ctr">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Branch</a:t>
            </a:r>
          </a:p>
        </p:txBody>
      </p:sp>
      <p:sp>
        <p:nvSpPr>
          <p:cNvPr id="49" name="">
            <a:extLst xmlns:a="http://schemas.openxmlformats.org/drawingml/2006/main">
              <a:ext uri="{FF2B5EF4-FFF2-40B4-BE49-F238E27FC236}">
                <a16:creationId xmlns:a16="http://schemas.microsoft.com/office/drawing/2014/main" id="{AC66A1AE-5716-4B5C-BC25-6666BCBB797B}"/>
              </a:ext>
            </a:extLst>
          </p:cNvPr>
          <p:cNvSpPr>
            <a:spLocks xmlns:a="http://schemas.openxmlformats.org/drawingml/2006/main" noGrp="1"/>
          </p:cNvSpPr>
          <p:nvPr/>
        </p:nvSpPr>
        <p:spPr>
          <a:xfrm xmlns:a="http://schemas.openxmlformats.org/drawingml/2006/main">
            <a:off x="666750" y="3248025"/>
            <a:ext cx="16668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050" b="0">
                <a:solidFill>
                  <a:srgbClr val="475569"/>
                </a:solidFill>
                <a:latin typeface="Montserrat"/>
                <a:ea typeface="Montserrat"/>
                <a:cs typeface="Montserrat"/>
              </a:defRPr>
            </a:defPPr>
            <a:lvl1pPr algn="ctr">
              <a:defRPr sz="1050" b="0">
                <a:solidFill>
                  <a:srgbClr val="475569"/>
                </a:solidFill>
                <a:latin typeface="Montserrat"/>
                <a:ea typeface="Montserrat"/>
                <a:cs typeface="Montserrat"/>
              </a:defRPr>
            </a:lvl1pPr>
            <a:lvl2pPr algn="ctr">
              <a:defRPr sz="1050" b="0">
                <a:solidFill>
                  <a:srgbClr val="475569"/>
                </a:solidFill>
                <a:latin typeface="Montserrat"/>
                <a:ea typeface="Montserrat"/>
                <a:cs typeface="Montserrat"/>
              </a:defRPr>
            </a:lvl2pPr>
            <a:lvl3pPr algn="ctr">
              <a:defRPr sz="1050" b="0">
                <a:solidFill>
                  <a:srgbClr val="475569"/>
                </a:solidFill>
                <a:latin typeface="Montserrat"/>
                <a:ea typeface="Montserrat"/>
                <a:cs typeface="Montserrat"/>
              </a:defRPr>
            </a:lvl3pPr>
            <a:lvl4pPr algn="ctr">
              <a:defRPr sz="1050" b="0">
                <a:solidFill>
                  <a:srgbClr val="475569"/>
                </a:solidFill>
                <a:latin typeface="Montserrat"/>
                <a:ea typeface="Montserrat"/>
                <a:cs typeface="Montserrat"/>
              </a:defRPr>
            </a:lvl4pPr>
            <a:lvl5pPr algn="ctr">
              <a:defRPr sz="1050" b="0">
                <a:solidFill>
                  <a:srgbClr val="475569"/>
                </a:solidFill>
                <a:latin typeface="Montserrat"/>
                <a:ea typeface="Montserrat"/>
                <a:cs typeface="Montserrat"/>
              </a:defRPr>
            </a:lvl5pPr>
            <a:lvl6pPr algn="ctr">
              <a:defRPr sz="1050" b="0">
                <a:solidFill>
                  <a:srgbClr val="475569"/>
                </a:solidFill>
                <a:latin typeface="Montserrat"/>
                <a:ea typeface="Montserrat"/>
                <a:cs typeface="Montserrat"/>
              </a:defRPr>
            </a:lvl6pPr>
            <a:lvl7pPr algn="ctr">
              <a:defRPr sz="1050" b="0">
                <a:solidFill>
                  <a:srgbClr val="475569"/>
                </a:solidFill>
                <a:latin typeface="Montserrat"/>
                <a:ea typeface="Montserrat"/>
                <a:cs typeface="Montserrat"/>
              </a:defRPr>
            </a:lvl7pPr>
            <a:lvl8pPr algn="ctr">
              <a:defRPr sz="1050" b="0">
                <a:solidFill>
                  <a:srgbClr val="475569"/>
                </a:solidFill>
                <a:latin typeface="Montserrat"/>
                <a:ea typeface="Montserrat"/>
                <a:cs typeface="Montserrat"/>
              </a:defRPr>
            </a:lvl8pPr>
            <a:lvl9pPr algn="ctr">
              <a:defRPr sz="1050" b="0">
                <a:solidFill>
                  <a:srgbClr val="475569"/>
                </a:solidFill>
                <a:latin typeface="Montserrat"/>
                <a:ea typeface="Montserrat"/>
                <a:cs typeface="Montserrat"/>
              </a:defRPr>
            </a:lvl9pPr>
          </a:lstStyle>
          <a:p xmlns:a="http://schemas.openxmlformats.org/drawingml/2006/main">
            <a:pPr algn="ctr">
              <a:defRPr sz="1050" b="0">
                <a:solidFill>
                  <a:srgbClr val="475569"/>
                </a:solidFill>
                <a:latin typeface="Montserrat"/>
                <a:ea typeface="Montserrat"/>
                <a:cs typeface="Montserrat"/>
              </a:defRPr>
            </a:pPr>
            <a:r>
              <a:rPr sz="1050" b="0">
                <a:solidFill>
                  <a:srgbClr val="475569"/>
                </a:solidFill>
                <a:latin typeface="Montserrat"/>
                <a:ea typeface="Montserrat"/>
                <a:cs typeface="Montserrat"/>
              </a:rPr>
              <a:t>A safe copy in GitHub.</a:t>
            </a:r>
          </a:p>
        </p:txBody>
      </p:sp>
      <p:sp>
        <p:nvSpPr>
          <p:cNvPr id="50" name="">
            <a:extLst xmlns:a="http://schemas.openxmlformats.org/drawingml/2006/main">
              <a:ext uri="{FF2B5EF4-FFF2-40B4-BE49-F238E27FC236}">
                <a16:creationId xmlns:a16="http://schemas.microsoft.com/office/drawing/2014/main" id="{AE4C6B47-8770-4A86-927A-889B827AD0FA}"/>
              </a:ext>
            </a:extLst>
          </p:cNvPr>
          <p:cNvSpPr>
            <a:spLocks xmlns:a="http://schemas.openxmlformats.org/drawingml/2006/main" noGrp="1"/>
          </p:cNvSpPr>
          <p:nvPr/>
        </p:nvSpPr>
        <p:spPr>
          <a:xfrm xmlns:a="http://schemas.openxmlformats.org/drawingml/2006/main">
            <a:off x="4191000" y="2724150"/>
            <a:ext cx="133350" cy="0"/>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51" name="">
            <a:extLst xmlns:a="http://schemas.openxmlformats.org/drawingml/2006/main">
              <a:ext uri="{FF2B5EF4-FFF2-40B4-BE49-F238E27FC236}">
                <a16:creationId xmlns:a16="http://schemas.microsoft.com/office/drawing/2014/main" id="{B6F3E118-F4B7-4518-A19B-B621EC4BF02F}"/>
              </a:ext>
            </a:extLst>
          </p:cNvPr>
          <p:cNvSpPr>
            <a:spLocks xmlns:a="http://schemas.openxmlformats.org/drawingml/2006/main" noGrp="1"/>
          </p:cNvSpPr>
          <p:nvPr/>
        </p:nvSpPr>
        <p:spPr>
          <a:xfrm xmlns:a="http://schemas.openxmlformats.org/drawingml/2006/main">
            <a:off x="2486025" y="2428875"/>
            <a:ext cx="1704975" cy="590550"/>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9525">
            <a:solidFill>
              <a:srgbClr val="D8E2EF"/>
            </a:solidFill>
            <a:prstDash val="solid"/>
          </a:ln>
        </p:spPr>
      </p:sp>
      <p:sp>
        <p:nvSpPr>
          <p:cNvPr id="52" name="">
            <a:extLst xmlns:a="http://schemas.openxmlformats.org/drawingml/2006/main">
              <a:ext uri="{FF2B5EF4-FFF2-40B4-BE49-F238E27FC236}">
                <a16:creationId xmlns:a16="http://schemas.microsoft.com/office/drawing/2014/main" id="{30047DAA-DD95-4709-B694-DB08B68A3E93}"/>
              </a:ext>
            </a:extLst>
          </p:cNvPr>
          <p:cNvSpPr>
            <a:spLocks xmlns:a="http://schemas.openxmlformats.org/drawingml/2006/main" noGrp="1"/>
          </p:cNvSpPr>
          <p:nvPr/>
        </p:nvSpPr>
        <p:spPr>
          <a:xfrm xmlns:a="http://schemas.openxmlformats.org/drawingml/2006/main">
            <a:off x="2543175" y="2609850"/>
            <a:ext cx="15906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275" b="1">
                <a:solidFill>
                  <a:srgbClr val="0F172A"/>
                </a:solidFill>
                <a:latin typeface="Montserrat"/>
                <a:ea typeface="Montserrat"/>
                <a:cs typeface="Montserrat"/>
              </a:defRPr>
            </a:defPPr>
            <a:lvl1pPr algn="ctr">
              <a:defRPr sz="1275" b="1">
                <a:solidFill>
                  <a:srgbClr val="0F172A"/>
                </a:solidFill>
                <a:latin typeface="Montserrat"/>
                <a:ea typeface="Montserrat"/>
                <a:cs typeface="Montserrat"/>
              </a:defRPr>
            </a:lvl1pPr>
            <a:lvl2pPr algn="ctr">
              <a:defRPr sz="1275" b="1">
                <a:solidFill>
                  <a:srgbClr val="0F172A"/>
                </a:solidFill>
                <a:latin typeface="Montserrat"/>
                <a:ea typeface="Montserrat"/>
                <a:cs typeface="Montserrat"/>
              </a:defRPr>
            </a:lvl2pPr>
            <a:lvl3pPr algn="ctr">
              <a:defRPr sz="1275" b="1">
                <a:solidFill>
                  <a:srgbClr val="0F172A"/>
                </a:solidFill>
                <a:latin typeface="Montserrat"/>
                <a:ea typeface="Montserrat"/>
                <a:cs typeface="Montserrat"/>
              </a:defRPr>
            </a:lvl3pPr>
            <a:lvl4pPr algn="ctr">
              <a:defRPr sz="1275" b="1">
                <a:solidFill>
                  <a:srgbClr val="0F172A"/>
                </a:solidFill>
                <a:latin typeface="Montserrat"/>
                <a:ea typeface="Montserrat"/>
                <a:cs typeface="Montserrat"/>
              </a:defRPr>
            </a:lvl4pPr>
            <a:lvl5pPr algn="ctr">
              <a:defRPr sz="1275" b="1">
                <a:solidFill>
                  <a:srgbClr val="0F172A"/>
                </a:solidFill>
                <a:latin typeface="Montserrat"/>
                <a:ea typeface="Montserrat"/>
                <a:cs typeface="Montserrat"/>
              </a:defRPr>
            </a:lvl5pPr>
            <a:lvl6pPr algn="ctr">
              <a:defRPr sz="1275" b="1">
                <a:solidFill>
                  <a:srgbClr val="0F172A"/>
                </a:solidFill>
                <a:latin typeface="Montserrat"/>
                <a:ea typeface="Montserrat"/>
                <a:cs typeface="Montserrat"/>
              </a:defRPr>
            </a:lvl6pPr>
            <a:lvl7pPr algn="ctr">
              <a:defRPr sz="1275" b="1">
                <a:solidFill>
                  <a:srgbClr val="0F172A"/>
                </a:solidFill>
                <a:latin typeface="Montserrat"/>
                <a:ea typeface="Montserrat"/>
                <a:cs typeface="Montserrat"/>
              </a:defRPr>
            </a:lvl7pPr>
            <a:lvl8pPr algn="ctr">
              <a:defRPr sz="1275" b="1">
                <a:solidFill>
                  <a:srgbClr val="0F172A"/>
                </a:solidFill>
                <a:latin typeface="Montserrat"/>
                <a:ea typeface="Montserrat"/>
                <a:cs typeface="Montserrat"/>
              </a:defRPr>
            </a:lvl8pPr>
            <a:lvl9pPr algn="ctr">
              <a:defRPr sz="1275" b="1">
                <a:solidFill>
                  <a:srgbClr val="0F172A"/>
                </a:solidFill>
                <a:latin typeface="Montserrat"/>
                <a:ea typeface="Montserrat"/>
                <a:cs typeface="Montserrat"/>
              </a:defRPr>
            </a:lvl9pPr>
          </a:lstStyle>
          <a:p xmlns:a="http://schemas.openxmlformats.org/drawingml/2006/main">
            <a:pPr algn="ctr">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Change</a:t>
            </a:r>
          </a:p>
        </p:txBody>
      </p:sp>
      <p:sp>
        <p:nvSpPr>
          <p:cNvPr id="53" name="">
            <a:extLst xmlns:a="http://schemas.openxmlformats.org/drawingml/2006/main">
              <a:ext uri="{FF2B5EF4-FFF2-40B4-BE49-F238E27FC236}">
                <a16:creationId xmlns:a16="http://schemas.microsoft.com/office/drawing/2014/main" id="{5EEA8852-DDCE-45EC-A865-889A2CFDFD29}"/>
              </a:ext>
            </a:extLst>
          </p:cNvPr>
          <p:cNvSpPr>
            <a:spLocks xmlns:a="http://schemas.openxmlformats.org/drawingml/2006/main" noGrp="1"/>
          </p:cNvSpPr>
          <p:nvPr/>
        </p:nvSpPr>
        <p:spPr>
          <a:xfrm xmlns:a="http://schemas.openxmlformats.org/drawingml/2006/main">
            <a:off x="2505075" y="3248025"/>
            <a:ext cx="16668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050" b="0">
                <a:solidFill>
                  <a:srgbClr val="475569"/>
                </a:solidFill>
                <a:latin typeface="Montserrat"/>
                <a:ea typeface="Montserrat"/>
                <a:cs typeface="Montserrat"/>
              </a:defRPr>
            </a:defPPr>
            <a:lvl1pPr algn="ctr">
              <a:defRPr sz="1050" b="0">
                <a:solidFill>
                  <a:srgbClr val="475569"/>
                </a:solidFill>
                <a:latin typeface="Montserrat"/>
                <a:ea typeface="Montserrat"/>
                <a:cs typeface="Montserrat"/>
              </a:defRPr>
            </a:lvl1pPr>
            <a:lvl2pPr algn="ctr">
              <a:defRPr sz="1050" b="0">
                <a:solidFill>
                  <a:srgbClr val="475569"/>
                </a:solidFill>
                <a:latin typeface="Montserrat"/>
                <a:ea typeface="Montserrat"/>
                <a:cs typeface="Montserrat"/>
              </a:defRPr>
            </a:lvl2pPr>
            <a:lvl3pPr algn="ctr">
              <a:defRPr sz="1050" b="0">
                <a:solidFill>
                  <a:srgbClr val="475569"/>
                </a:solidFill>
                <a:latin typeface="Montserrat"/>
                <a:ea typeface="Montserrat"/>
                <a:cs typeface="Montserrat"/>
              </a:defRPr>
            </a:lvl3pPr>
            <a:lvl4pPr algn="ctr">
              <a:defRPr sz="1050" b="0">
                <a:solidFill>
                  <a:srgbClr val="475569"/>
                </a:solidFill>
                <a:latin typeface="Montserrat"/>
                <a:ea typeface="Montserrat"/>
                <a:cs typeface="Montserrat"/>
              </a:defRPr>
            </a:lvl4pPr>
            <a:lvl5pPr algn="ctr">
              <a:defRPr sz="1050" b="0">
                <a:solidFill>
                  <a:srgbClr val="475569"/>
                </a:solidFill>
                <a:latin typeface="Montserrat"/>
                <a:ea typeface="Montserrat"/>
                <a:cs typeface="Montserrat"/>
              </a:defRPr>
            </a:lvl5pPr>
            <a:lvl6pPr algn="ctr">
              <a:defRPr sz="1050" b="0">
                <a:solidFill>
                  <a:srgbClr val="475569"/>
                </a:solidFill>
                <a:latin typeface="Montserrat"/>
                <a:ea typeface="Montserrat"/>
                <a:cs typeface="Montserrat"/>
              </a:defRPr>
            </a:lvl6pPr>
            <a:lvl7pPr algn="ctr">
              <a:defRPr sz="1050" b="0">
                <a:solidFill>
                  <a:srgbClr val="475569"/>
                </a:solidFill>
                <a:latin typeface="Montserrat"/>
                <a:ea typeface="Montserrat"/>
                <a:cs typeface="Montserrat"/>
              </a:defRPr>
            </a:lvl7pPr>
            <a:lvl8pPr algn="ctr">
              <a:defRPr sz="1050" b="0">
                <a:solidFill>
                  <a:srgbClr val="475569"/>
                </a:solidFill>
                <a:latin typeface="Montserrat"/>
                <a:ea typeface="Montserrat"/>
                <a:cs typeface="Montserrat"/>
              </a:defRPr>
            </a:lvl8pPr>
            <a:lvl9pPr algn="ctr">
              <a:defRPr sz="1050" b="0">
                <a:solidFill>
                  <a:srgbClr val="475569"/>
                </a:solidFill>
                <a:latin typeface="Montserrat"/>
                <a:ea typeface="Montserrat"/>
                <a:cs typeface="Montserrat"/>
              </a:defRPr>
            </a:lvl9pPr>
          </a:lstStyle>
          <a:p xmlns:a="http://schemas.openxmlformats.org/drawingml/2006/main">
            <a:pPr algn="ctr">
              <a:defRPr sz="1050" b="0">
                <a:solidFill>
                  <a:srgbClr val="475569"/>
                </a:solidFill>
                <a:latin typeface="Montserrat"/>
                <a:ea typeface="Montserrat"/>
                <a:cs typeface="Montserrat"/>
              </a:defRPr>
            </a:pPr>
            <a:r>
              <a:rPr sz="1050" b="0">
                <a:solidFill>
                  <a:srgbClr val="475569"/>
                </a:solidFill>
                <a:latin typeface="Montserrat"/>
                <a:ea typeface="Montserrat"/>
                <a:cs typeface="Montserrat"/>
              </a:rPr>
              <a:t>The AI edits the copy.</a:t>
            </a:r>
          </a:p>
        </p:txBody>
      </p:sp>
      <p:sp>
        <p:nvSpPr>
          <p:cNvPr id="54" name="">
            <a:extLst xmlns:a="http://schemas.openxmlformats.org/drawingml/2006/main">
              <a:ext uri="{FF2B5EF4-FFF2-40B4-BE49-F238E27FC236}">
                <a16:creationId xmlns:a16="http://schemas.microsoft.com/office/drawing/2014/main" id="{FEE7F7DD-DB0B-4B82-B306-4B6C93529DEF}"/>
              </a:ext>
            </a:extLst>
          </p:cNvPr>
          <p:cNvSpPr>
            <a:spLocks xmlns:a="http://schemas.openxmlformats.org/drawingml/2006/main" noGrp="1"/>
          </p:cNvSpPr>
          <p:nvPr/>
        </p:nvSpPr>
        <p:spPr>
          <a:xfrm xmlns:a="http://schemas.openxmlformats.org/drawingml/2006/main">
            <a:off x="6029325" y="2724150"/>
            <a:ext cx="133350" cy="0"/>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55" name="">
            <a:extLst xmlns:a="http://schemas.openxmlformats.org/drawingml/2006/main">
              <a:ext uri="{FF2B5EF4-FFF2-40B4-BE49-F238E27FC236}">
                <a16:creationId xmlns:a16="http://schemas.microsoft.com/office/drawing/2014/main" id="{4367F68C-19FD-4F95-82CA-12A941178DCA}"/>
              </a:ext>
            </a:extLst>
          </p:cNvPr>
          <p:cNvSpPr>
            <a:spLocks xmlns:a="http://schemas.openxmlformats.org/drawingml/2006/main" noGrp="1"/>
          </p:cNvSpPr>
          <p:nvPr/>
        </p:nvSpPr>
        <p:spPr>
          <a:xfrm xmlns:a="http://schemas.openxmlformats.org/drawingml/2006/main">
            <a:off x="4324350" y="2428875"/>
            <a:ext cx="1704975" cy="590550"/>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9525">
            <a:solidFill>
              <a:srgbClr val="D8E2EF"/>
            </a:solidFill>
            <a:prstDash val="solid"/>
          </a:ln>
        </p:spPr>
      </p:sp>
      <p:sp>
        <p:nvSpPr>
          <p:cNvPr id="56" name="">
            <a:extLst xmlns:a="http://schemas.openxmlformats.org/drawingml/2006/main">
              <a:ext uri="{FF2B5EF4-FFF2-40B4-BE49-F238E27FC236}">
                <a16:creationId xmlns:a16="http://schemas.microsoft.com/office/drawing/2014/main" id="{9FD86860-DB41-40A0-B110-2C7665271EEF}"/>
              </a:ext>
            </a:extLst>
          </p:cNvPr>
          <p:cNvSpPr>
            <a:spLocks xmlns:a="http://schemas.openxmlformats.org/drawingml/2006/main" noGrp="1"/>
          </p:cNvSpPr>
          <p:nvPr/>
        </p:nvSpPr>
        <p:spPr>
          <a:xfrm xmlns:a="http://schemas.openxmlformats.org/drawingml/2006/main">
            <a:off x="4381500" y="2609850"/>
            <a:ext cx="15906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275" b="1">
                <a:solidFill>
                  <a:srgbClr val="0F172A"/>
                </a:solidFill>
                <a:latin typeface="Montserrat"/>
                <a:ea typeface="Montserrat"/>
                <a:cs typeface="Montserrat"/>
              </a:defRPr>
            </a:defPPr>
            <a:lvl1pPr algn="ctr">
              <a:defRPr sz="1275" b="1">
                <a:solidFill>
                  <a:srgbClr val="0F172A"/>
                </a:solidFill>
                <a:latin typeface="Montserrat"/>
                <a:ea typeface="Montserrat"/>
                <a:cs typeface="Montserrat"/>
              </a:defRPr>
            </a:lvl1pPr>
            <a:lvl2pPr algn="ctr">
              <a:defRPr sz="1275" b="1">
                <a:solidFill>
                  <a:srgbClr val="0F172A"/>
                </a:solidFill>
                <a:latin typeface="Montserrat"/>
                <a:ea typeface="Montserrat"/>
                <a:cs typeface="Montserrat"/>
              </a:defRPr>
            </a:lvl2pPr>
            <a:lvl3pPr algn="ctr">
              <a:defRPr sz="1275" b="1">
                <a:solidFill>
                  <a:srgbClr val="0F172A"/>
                </a:solidFill>
                <a:latin typeface="Montserrat"/>
                <a:ea typeface="Montserrat"/>
                <a:cs typeface="Montserrat"/>
              </a:defRPr>
            </a:lvl3pPr>
            <a:lvl4pPr algn="ctr">
              <a:defRPr sz="1275" b="1">
                <a:solidFill>
                  <a:srgbClr val="0F172A"/>
                </a:solidFill>
                <a:latin typeface="Montserrat"/>
                <a:ea typeface="Montserrat"/>
                <a:cs typeface="Montserrat"/>
              </a:defRPr>
            </a:lvl4pPr>
            <a:lvl5pPr algn="ctr">
              <a:defRPr sz="1275" b="1">
                <a:solidFill>
                  <a:srgbClr val="0F172A"/>
                </a:solidFill>
                <a:latin typeface="Montserrat"/>
                <a:ea typeface="Montserrat"/>
                <a:cs typeface="Montserrat"/>
              </a:defRPr>
            </a:lvl5pPr>
            <a:lvl6pPr algn="ctr">
              <a:defRPr sz="1275" b="1">
                <a:solidFill>
                  <a:srgbClr val="0F172A"/>
                </a:solidFill>
                <a:latin typeface="Montserrat"/>
                <a:ea typeface="Montserrat"/>
                <a:cs typeface="Montserrat"/>
              </a:defRPr>
            </a:lvl6pPr>
            <a:lvl7pPr algn="ctr">
              <a:defRPr sz="1275" b="1">
                <a:solidFill>
                  <a:srgbClr val="0F172A"/>
                </a:solidFill>
                <a:latin typeface="Montserrat"/>
                <a:ea typeface="Montserrat"/>
                <a:cs typeface="Montserrat"/>
              </a:defRPr>
            </a:lvl7pPr>
            <a:lvl8pPr algn="ctr">
              <a:defRPr sz="1275" b="1">
                <a:solidFill>
                  <a:srgbClr val="0F172A"/>
                </a:solidFill>
                <a:latin typeface="Montserrat"/>
                <a:ea typeface="Montserrat"/>
                <a:cs typeface="Montserrat"/>
              </a:defRPr>
            </a:lvl8pPr>
            <a:lvl9pPr algn="ctr">
              <a:defRPr sz="1275" b="1">
                <a:solidFill>
                  <a:srgbClr val="0F172A"/>
                </a:solidFill>
                <a:latin typeface="Montserrat"/>
                <a:ea typeface="Montserrat"/>
                <a:cs typeface="Montserrat"/>
              </a:defRPr>
            </a:lvl9pPr>
          </a:lstStyle>
          <a:p xmlns:a="http://schemas.openxmlformats.org/drawingml/2006/main">
            <a:pPr algn="ctr">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Preview</a:t>
            </a:r>
          </a:p>
        </p:txBody>
      </p:sp>
      <p:sp>
        <p:nvSpPr>
          <p:cNvPr id="57" name="">
            <a:extLst xmlns:a="http://schemas.openxmlformats.org/drawingml/2006/main">
              <a:ext uri="{FF2B5EF4-FFF2-40B4-BE49-F238E27FC236}">
                <a16:creationId xmlns:a16="http://schemas.microsoft.com/office/drawing/2014/main" id="{0FB62543-3A9D-4099-97C1-8D0D2C32806B}"/>
              </a:ext>
            </a:extLst>
          </p:cNvPr>
          <p:cNvSpPr>
            <a:spLocks xmlns:a="http://schemas.openxmlformats.org/drawingml/2006/main" noGrp="1"/>
          </p:cNvSpPr>
          <p:nvPr/>
        </p:nvSpPr>
        <p:spPr>
          <a:xfrm xmlns:a="http://schemas.openxmlformats.org/drawingml/2006/main">
            <a:off x="4343400" y="3248025"/>
            <a:ext cx="16668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050" b="0">
                <a:solidFill>
                  <a:srgbClr val="475569"/>
                </a:solidFill>
                <a:latin typeface="Montserrat"/>
                <a:ea typeface="Montserrat"/>
                <a:cs typeface="Montserrat"/>
              </a:defRPr>
            </a:defPPr>
            <a:lvl1pPr algn="ctr">
              <a:defRPr sz="1050" b="0">
                <a:solidFill>
                  <a:srgbClr val="475569"/>
                </a:solidFill>
                <a:latin typeface="Montserrat"/>
                <a:ea typeface="Montserrat"/>
                <a:cs typeface="Montserrat"/>
              </a:defRPr>
            </a:lvl1pPr>
            <a:lvl2pPr algn="ctr">
              <a:defRPr sz="1050" b="0">
                <a:solidFill>
                  <a:srgbClr val="475569"/>
                </a:solidFill>
                <a:latin typeface="Montserrat"/>
                <a:ea typeface="Montserrat"/>
                <a:cs typeface="Montserrat"/>
              </a:defRPr>
            </a:lvl2pPr>
            <a:lvl3pPr algn="ctr">
              <a:defRPr sz="1050" b="0">
                <a:solidFill>
                  <a:srgbClr val="475569"/>
                </a:solidFill>
                <a:latin typeface="Montserrat"/>
                <a:ea typeface="Montserrat"/>
                <a:cs typeface="Montserrat"/>
              </a:defRPr>
            </a:lvl3pPr>
            <a:lvl4pPr algn="ctr">
              <a:defRPr sz="1050" b="0">
                <a:solidFill>
                  <a:srgbClr val="475569"/>
                </a:solidFill>
                <a:latin typeface="Montserrat"/>
                <a:ea typeface="Montserrat"/>
                <a:cs typeface="Montserrat"/>
              </a:defRPr>
            </a:lvl4pPr>
            <a:lvl5pPr algn="ctr">
              <a:defRPr sz="1050" b="0">
                <a:solidFill>
                  <a:srgbClr val="475569"/>
                </a:solidFill>
                <a:latin typeface="Montserrat"/>
                <a:ea typeface="Montserrat"/>
                <a:cs typeface="Montserrat"/>
              </a:defRPr>
            </a:lvl5pPr>
            <a:lvl6pPr algn="ctr">
              <a:defRPr sz="1050" b="0">
                <a:solidFill>
                  <a:srgbClr val="475569"/>
                </a:solidFill>
                <a:latin typeface="Montserrat"/>
                <a:ea typeface="Montserrat"/>
                <a:cs typeface="Montserrat"/>
              </a:defRPr>
            </a:lvl6pPr>
            <a:lvl7pPr algn="ctr">
              <a:defRPr sz="1050" b="0">
                <a:solidFill>
                  <a:srgbClr val="475569"/>
                </a:solidFill>
                <a:latin typeface="Montserrat"/>
                <a:ea typeface="Montserrat"/>
                <a:cs typeface="Montserrat"/>
              </a:defRPr>
            </a:lvl7pPr>
            <a:lvl8pPr algn="ctr">
              <a:defRPr sz="1050" b="0">
                <a:solidFill>
                  <a:srgbClr val="475569"/>
                </a:solidFill>
                <a:latin typeface="Montserrat"/>
                <a:ea typeface="Montserrat"/>
                <a:cs typeface="Montserrat"/>
              </a:defRPr>
            </a:lvl8pPr>
            <a:lvl9pPr algn="ctr">
              <a:defRPr sz="1050" b="0">
                <a:solidFill>
                  <a:srgbClr val="475569"/>
                </a:solidFill>
                <a:latin typeface="Montserrat"/>
                <a:ea typeface="Montserrat"/>
                <a:cs typeface="Montserrat"/>
              </a:defRPr>
            </a:lvl9pPr>
          </a:lstStyle>
          <a:p xmlns:a="http://schemas.openxmlformats.org/drawingml/2006/main">
            <a:pPr algn="ctr">
              <a:defRPr sz="1050" b="0">
                <a:solidFill>
                  <a:srgbClr val="475569"/>
                </a:solidFill>
                <a:latin typeface="Montserrat"/>
                <a:ea typeface="Montserrat"/>
                <a:cs typeface="Montserrat"/>
              </a:defRPr>
            </a:pPr>
            <a:r>
              <a:rPr sz="1050" b="0">
                <a:solidFill>
                  <a:srgbClr val="475569"/>
                </a:solidFill>
                <a:latin typeface="Montserrat"/>
                <a:ea typeface="Montserrat"/>
                <a:cs typeface="Montserrat"/>
              </a:rPr>
              <a:t>Vercel gives it a URL.</a:t>
            </a:r>
          </a:p>
        </p:txBody>
      </p:sp>
      <p:sp>
        <p:nvSpPr>
          <p:cNvPr id="58" name="">
            <a:extLst xmlns:a="http://schemas.openxmlformats.org/drawingml/2006/main">
              <a:ext uri="{FF2B5EF4-FFF2-40B4-BE49-F238E27FC236}">
                <a16:creationId xmlns:a16="http://schemas.microsoft.com/office/drawing/2014/main" id="{536BDE1E-1A3D-4DA2-B5D5-020C56A35913}"/>
              </a:ext>
            </a:extLst>
          </p:cNvPr>
          <p:cNvSpPr>
            <a:spLocks xmlns:a="http://schemas.openxmlformats.org/drawingml/2006/main" noGrp="1"/>
          </p:cNvSpPr>
          <p:nvPr/>
        </p:nvSpPr>
        <p:spPr>
          <a:xfrm xmlns:a="http://schemas.openxmlformats.org/drawingml/2006/main">
            <a:off x="7867650" y="2724150"/>
            <a:ext cx="133350" cy="0"/>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59" name="">
            <a:extLst xmlns:a="http://schemas.openxmlformats.org/drawingml/2006/main">
              <a:ext uri="{FF2B5EF4-FFF2-40B4-BE49-F238E27FC236}">
                <a16:creationId xmlns:a16="http://schemas.microsoft.com/office/drawing/2014/main" id="{63A41955-9C5B-4157-942B-9EFD8B997BE7}"/>
              </a:ext>
            </a:extLst>
          </p:cNvPr>
          <p:cNvSpPr>
            <a:spLocks xmlns:a="http://schemas.openxmlformats.org/drawingml/2006/main" noGrp="1"/>
          </p:cNvSpPr>
          <p:nvPr/>
        </p:nvSpPr>
        <p:spPr>
          <a:xfrm xmlns:a="http://schemas.openxmlformats.org/drawingml/2006/main">
            <a:off x="6162675" y="2428875"/>
            <a:ext cx="1704975" cy="590550"/>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9525">
            <a:solidFill>
              <a:srgbClr val="D8E2EF"/>
            </a:solidFill>
            <a:prstDash val="solid"/>
          </a:ln>
        </p:spPr>
      </p:sp>
      <p:sp>
        <p:nvSpPr>
          <p:cNvPr id="60" name="">
            <a:extLst xmlns:a="http://schemas.openxmlformats.org/drawingml/2006/main">
              <a:ext uri="{FF2B5EF4-FFF2-40B4-BE49-F238E27FC236}">
                <a16:creationId xmlns:a16="http://schemas.microsoft.com/office/drawing/2014/main" id="{CB97AB61-39D6-4002-BA66-1CE6327BB211}"/>
              </a:ext>
            </a:extLst>
          </p:cNvPr>
          <p:cNvSpPr>
            <a:spLocks xmlns:a="http://schemas.openxmlformats.org/drawingml/2006/main" noGrp="1"/>
          </p:cNvSpPr>
          <p:nvPr/>
        </p:nvSpPr>
        <p:spPr>
          <a:xfrm xmlns:a="http://schemas.openxmlformats.org/drawingml/2006/main">
            <a:off x="6219825" y="2609850"/>
            <a:ext cx="15906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275" b="1">
                <a:solidFill>
                  <a:srgbClr val="0F172A"/>
                </a:solidFill>
                <a:latin typeface="Montserrat"/>
                <a:ea typeface="Montserrat"/>
                <a:cs typeface="Montserrat"/>
              </a:defRPr>
            </a:defPPr>
            <a:lvl1pPr algn="ctr">
              <a:defRPr sz="1275" b="1">
                <a:solidFill>
                  <a:srgbClr val="0F172A"/>
                </a:solidFill>
                <a:latin typeface="Montserrat"/>
                <a:ea typeface="Montserrat"/>
                <a:cs typeface="Montserrat"/>
              </a:defRPr>
            </a:lvl1pPr>
            <a:lvl2pPr algn="ctr">
              <a:defRPr sz="1275" b="1">
                <a:solidFill>
                  <a:srgbClr val="0F172A"/>
                </a:solidFill>
                <a:latin typeface="Montserrat"/>
                <a:ea typeface="Montserrat"/>
                <a:cs typeface="Montserrat"/>
              </a:defRPr>
            </a:lvl2pPr>
            <a:lvl3pPr algn="ctr">
              <a:defRPr sz="1275" b="1">
                <a:solidFill>
                  <a:srgbClr val="0F172A"/>
                </a:solidFill>
                <a:latin typeface="Montserrat"/>
                <a:ea typeface="Montserrat"/>
                <a:cs typeface="Montserrat"/>
              </a:defRPr>
            </a:lvl3pPr>
            <a:lvl4pPr algn="ctr">
              <a:defRPr sz="1275" b="1">
                <a:solidFill>
                  <a:srgbClr val="0F172A"/>
                </a:solidFill>
                <a:latin typeface="Montserrat"/>
                <a:ea typeface="Montserrat"/>
                <a:cs typeface="Montserrat"/>
              </a:defRPr>
            </a:lvl4pPr>
            <a:lvl5pPr algn="ctr">
              <a:defRPr sz="1275" b="1">
                <a:solidFill>
                  <a:srgbClr val="0F172A"/>
                </a:solidFill>
                <a:latin typeface="Montserrat"/>
                <a:ea typeface="Montserrat"/>
                <a:cs typeface="Montserrat"/>
              </a:defRPr>
            </a:lvl5pPr>
            <a:lvl6pPr algn="ctr">
              <a:defRPr sz="1275" b="1">
                <a:solidFill>
                  <a:srgbClr val="0F172A"/>
                </a:solidFill>
                <a:latin typeface="Montserrat"/>
                <a:ea typeface="Montserrat"/>
                <a:cs typeface="Montserrat"/>
              </a:defRPr>
            </a:lvl6pPr>
            <a:lvl7pPr algn="ctr">
              <a:defRPr sz="1275" b="1">
                <a:solidFill>
                  <a:srgbClr val="0F172A"/>
                </a:solidFill>
                <a:latin typeface="Montserrat"/>
                <a:ea typeface="Montserrat"/>
                <a:cs typeface="Montserrat"/>
              </a:defRPr>
            </a:lvl7pPr>
            <a:lvl8pPr algn="ctr">
              <a:defRPr sz="1275" b="1">
                <a:solidFill>
                  <a:srgbClr val="0F172A"/>
                </a:solidFill>
                <a:latin typeface="Montserrat"/>
                <a:ea typeface="Montserrat"/>
                <a:cs typeface="Montserrat"/>
              </a:defRPr>
            </a:lvl8pPr>
            <a:lvl9pPr algn="ctr">
              <a:defRPr sz="1275" b="1">
                <a:solidFill>
                  <a:srgbClr val="0F172A"/>
                </a:solidFill>
                <a:latin typeface="Montserrat"/>
                <a:ea typeface="Montserrat"/>
                <a:cs typeface="Montserrat"/>
              </a:defRPr>
            </a:lvl9pPr>
          </a:lstStyle>
          <a:p xmlns:a="http://schemas.openxmlformats.org/drawingml/2006/main">
            <a:pPr algn="ctr">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Review</a:t>
            </a:r>
          </a:p>
        </p:txBody>
      </p:sp>
      <p:sp>
        <p:nvSpPr>
          <p:cNvPr id="61" name="">
            <a:extLst xmlns:a="http://schemas.openxmlformats.org/drawingml/2006/main">
              <a:ext uri="{FF2B5EF4-FFF2-40B4-BE49-F238E27FC236}">
                <a16:creationId xmlns:a16="http://schemas.microsoft.com/office/drawing/2014/main" id="{D55ECE3F-2848-4258-B26B-ABF6706ACB61}"/>
              </a:ext>
            </a:extLst>
          </p:cNvPr>
          <p:cNvSpPr>
            <a:spLocks xmlns:a="http://schemas.openxmlformats.org/drawingml/2006/main" noGrp="1"/>
          </p:cNvSpPr>
          <p:nvPr/>
        </p:nvSpPr>
        <p:spPr>
          <a:xfrm xmlns:a="http://schemas.openxmlformats.org/drawingml/2006/main">
            <a:off x="6181725" y="3248025"/>
            <a:ext cx="16668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050" b="0">
                <a:solidFill>
                  <a:srgbClr val="475569"/>
                </a:solidFill>
                <a:latin typeface="Montserrat"/>
                <a:ea typeface="Montserrat"/>
                <a:cs typeface="Montserrat"/>
              </a:defRPr>
            </a:defPPr>
            <a:lvl1pPr algn="ctr">
              <a:defRPr sz="1050" b="0">
                <a:solidFill>
                  <a:srgbClr val="475569"/>
                </a:solidFill>
                <a:latin typeface="Montserrat"/>
                <a:ea typeface="Montserrat"/>
                <a:cs typeface="Montserrat"/>
              </a:defRPr>
            </a:lvl1pPr>
            <a:lvl2pPr algn="ctr">
              <a:defRPr sz="1050" b="0">
                <a:solidFill>
                  <a:srgbClr val="475569"/>
                </a:solidFill>
                <a:latin typeface="Montserrat"/>
                <a:ea typeface="Montserrat"/>
                <a:cs typeface="Montserrat"/>
              </a:defRPr>
            </a:lvl2pPr>
            <a:lvl3pPr algn="ctr">
              <a:defRPr sz="1050" b="0">
                <a:solidFill>
                  <a:srgbClr val="475569"/>
                </a:solidFill>
                <a:latin typeface="Montserrat"/>
                <a:ea typeface="Montserrat"/>
                <a:cs typeface="Montserrat"/>
              </a:defRPr>
            </a:lvl3pPr>
            <a:lvl4pPr algn="ctr">
              <a:defRPr sz="1050" b="0">
                <a:solidFill>
                  <a:srgbClr val="475569"/>
                </a:solidFill>
                <a:latin typeface="Montserrat"/>
                <a:ea typeface="Montserrat"/>
                <a:cs typeface="Montserrat"/>
              </a:defRPr>
            </a:lvl4pPr>
            <a:lvl5pPr algn="ctr">
              <a:defRPr sz="1050" b="0">
                <a:solidFill>
                  <a:srgbClr val="475569"/>
                </a:solidFill>
                <a:latin typeface="Montserrat"/>
                <a:ea typeface="Montserrat"/>
                <a:cs typeface="Montserrat"/>
              </a:defRPr>
            </a:lvl5pPr>
            <a:lvl6pPr algn="ctr">
              <a:defRPr sz="1050" b="0">
                <a:solidFill>
                  <a:srgbClr val="475569"/>
                </a:solidFill>
                <a:latin typeface="Montserrat"/>
                <a:ea typeface="Montserrat"/>
                <a:cs typeface="Montserrat"/>
              </a:defRPr>
            </a:lvl6pPr>
            <a:lvl7pPr algn="ctr">
              <a:defRPr sz="1050" b="0">
                <a:solidFill>
                  <a:srgbClr val="475569"/>
                </a:solidFill>
                <a:latin typeface="Montserrat"/>
                <a:ea typeface="Montserrat"/>
                <a:cs typeface="Montserrat"/>
              </a:defRPr>
            </a:lvl7pPr>
            <a:lvl8pPr algn="ctr">
              <a:defRPr sz="1050" b="0">
                <a:solidFill>
                  <a:srgbClr val="475569"/>
                </a:solidFill>
                <a:latin typeface="Montserrat"/>
                <a:ea typeface="Montserrat"/>
                <a:cs typeface="Montserrat"/>
              </a:defRPr>
            </a:lvl8pPr>
            <a:lvl9pPr algn="ctr">
              <a:defRPr sz="1050" b="0">
                <a:solidFill>
                  <a:srgbClr val="475569"/>
                </a:solidFill>
                <a:latin typeface="Montserrat"/>
                <a:ea typeface="Montserrat"/>
                <a:cs typeface="Montserrat"/>
              </a:defRPr>
            </a:lvl9pPr>
          </a:lstStyle>
          <a:p xmlns:a="http://schemas.openxmlformats.org/drawingml/2006/main">
            <a:pPr algn="ctr">
              <a:defRPr sz="1050" b="0">
                <a:solidFill>
                  <a:srgbClr val="475569"/>
                </a:solidFill>
                <a:latin typeface="Montserrat"/>
                <a:ea typeface="Montserrat"/>
                <a:cs typeface="Montserrat"/>
              </a:defRPr>
            </a:pPr>
            <a:r>
              <a:rPr sz="1050" b="0">
                <a:solidFill>
                  <a:srgbClr val="475569"/>
                </a:solidFill>
                <a:latin typeface="Montserrat"/>
                <a:ea typeface="Montserrat"/>
                <a:cs typeface="Montserrat"/>
              </a:rPr>
              <a:t>A person tries the URL.</a:t>
            </a:r>
          </a:p>
        </p:txBody>
      </p:sp>
      <p:sp>
        <p:nvSpPr>
          <p:cNvPr id="62" name="">
            <a:extLst xmlns:a="http://schemas.openxmlformats.org/drawingml/2006/main">
              <a:ext uri="{FF2B5EF4-FFF2-40B4-BE49-F238E27FC236}">
                <a16:creationId xmlns:a16="http://schemas.microsoft.com/office/drawing/2014/main" id="{6B528BC1-FC9F-4B88-BD1B-F3B7DF2303E3}"/>
              </a:ext>
            </a:extLst>
          </p:cNvPr>
          <p:cNvSpPr>
            <a:spLocks xmlns:a="http://schemas.openxmlformats.org/drawingml/2006/main" noGrp="1"/>
          </p:cNvSpPr>
          <p:nvPr/>
        </p:nvSpPr>
        <p:spPr>
          <a:xfrm xmlns:a="http://schemas.openxmlformats.org/drawingml/2006/main">
            <a:off x="9705975" y="2724150"/>
            <a:ext cx="133350" cy="0"/>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63" name="">
            <a:extLst xmlns:a="http://schemas.openxmlformats.org/drawingml/2006/main">
              <a:ext uri="{FF2B5EF4-FFF2-40B4-BE49-F238E27FC236}">
                <a16:creationId xmlns:a16="http://schemas.microsoft.com/office/drawing/2014/main" id="{CAD91B76-6220-49FD-86BF-201CA025059E}"/>
              </a:ext>
            </a:extLst>
          </p:cNvPr>
          <p:cNvSpPr>
            <a:spLocks xmlns:a="http://schemas.openxmlformats.org/drawingml/2006/main" noGrp="1"/>
          </p:cNvSpPr>
          <p:nvPr/>
        </p:nvSpPr>
        <p:spPr>
          <a:xfrm xmlns:a="http://schemas.openxmlformats.org/drawingml/2006/main">
            <a:off x="8001000" y="2428875"/>
            <a:ext cx="1704975" cy="590550"/>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9525">
            <a:solidFill>
              <a:srgbClr val="D8E2EF"/>
            </a:solidFill>
            <a:prstDash val="solid"/>
          </a:ln>
        </p:spPr>
      </p:sp>
      <p:sp>
        <p:nvSpPr>
          <p:cNvPr id="64" name="">
            <a:extLst xmlns:a="http://schemas.openxmlformats.org/drawingml/2006/main">
              <a:ext uri="{FF2B5EF4-FFF2-40B4-BE49-F238E27FC236}">
                <a16:creationId xmlns:a16="http://schemas.microsoft.com/office/drawing/2014/main" id="{D7351166-5477-4CC0-AB5B-7DD0DCA2E430}"/>
              </a:ext>
            </a:extLst>
          </p:cNvPr>
          <p:cNvSpPr>
            <a:spLocks xmlns:a="http://schemas.openxmlformats.org/drawingml/2006/main" noGrp="1"/>
          </p:cNvSpPr>
          <p:nvPr/>
        </p:nvSpPr>
        <p:spPr>
          <a:xfrm xmlns:a="http://schemas.openxmlformats.org/drawingml/2006/main">
            <a:off x="8058150" y="2609850"/>
            <a:ext cx="15906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275" b="1">
                <a:solidFill>
                  <a:srgbClr val="0F172A"/>
                </a:solidFill>
                <a:latin typeface="Montserrat"/>
                <a:ea typeface="Montserrat"/>
                <a:cs typeface="Montserrat"/>
              </a:defRPr>
            </a:defPPr>
            <a:lvl1pPr algn="ctr">
              <a:defRPr sz="1275" b="1">
                <a:solidFill>
                  <a:srgbClr val="0F172A"/>
                </a:solidFill>
                <a:latin typeface="Montserrat"/>
                <a:ea typeface="Montserrat"/>
                <a:cs typeface="Montserrat"/>
              </a:defRPr>
            </a:lvl1pPr>
            <a:lvl2pPr algn="ctr">
              <a:defRPr sz="1275" b="1">
                <a:solidFill>
                  <a:srgbClr val="0F172A"/>
                </a:solidFill>
                <a:latin typeface="Montserrat"/>
                <a:ea typeface="Montserrat"/>
                <a:cs typeface="Montserrat"/>
              </a:defRPr>
            </a:lvl2pPr>
            <a:lvl3pPr algn="ctr">
              <a:defRPr sz="1275" b="1">
                <a:solidFill>
                  <a:srgbClr val="0F172A"/>
                </a:solidFill>
                <a:latin typeface="Montserrat"/>
                <a:ea typeface="Montserrat"/>
                <a:cs typeface="Montserrat"/>
              </a:defRPr>
            </a:lvl3pPr>
            <a:lvl4pPr algn="ctr">
              <a:defRPr sz="1275" b="1">
                <a:solidFill>
                  <a:srgbClr val="0F172A"/>
                </a:solidFill>
                <a:latin typeface="Montserrat"/>
                <a:ea typeface="Montserrat"/>
                <a:cs typeface="Montserrat"/>
              </a:defRPr>
            </a:lvl4pPr>
            <a:lvl5pPr algn="ctr">
              <a:defRPr sz="1275" b="1">
                <a:solidFill>
                  <a:srgbClr val="0F172A"/>
                </a:solidFill>
                <a:latin typeface="Montserrat"/>
                <a:ea typeface="Montserrat"/>
                <a:cs typeface="Montserrat"/>
              </a:defRPr>
            </a:lvl5pPr>
            <a:lvl6pPr algn="ctr">
              <a:defRPr sz="1275" b="1">
                <a:solidFill>
                  <a:srgbClr val="0F172A"/>
                </a:solidFill>
                <a:latin typeface="Montserrat"/>
                <a:ea typeface="Montserrat"/>
                <a:cs typeface="Montserrat"/>
              </a:defRPr>
            </a:lvl6pPr>
            <a:lvl7pPr algn="ctr">
              <a:defRPr sz="1275" b="1">
                <a:solidFill>
                  <a:srgbClr val="0F172A"/>
                </a:solidFill>
                <a:latin typeface="Montserrat"/>
                <a:ea typeface="Montserrat"/>
                <a:cs typeface="Montserrat"/>
              </a:defRPr>
            </a:lvl7pPr>
            <a:lvl8pPr algn="ctr">
              <a:defRPr sz="1275" b="1">
                <a:solidFill>
                  <a:srgbClr val="0F172A"/>
                </a:solidFill>
                <a:latin typeface="Montserrat"/>
                <a:ea typeface="Montserrat"/>
                <a:cs typeface="Montserrat"/>
              </a:defRPr>
            </a:lvl8pPr>
            <a:lvl9pPr algn="ctr">
              <a:defRPr sz="1275" b="1">
                <a:solidFill>
                  <a:srgbClr val="0F172A"/>
                </a:solidFill>
                <a:latin typeface="Montserrat"/>
                <a:ea typeface="Montserrat"/>
                <a:cs typeface="Montserrat"/>
              </a:defRPr>
            </a:lvl9pPr>
          </a:lstStyle>
          <a:p xmlns:a="http://schemas.openxmlformats.org/drawingml/2006/main">
            <a:pPr algn="ctr">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Merge</a:t>
            </a:r>
          </a:p>
        </p:txBody>
      </p:sp>
      <p:sp>
        <p:nvSpPr>
          <p:cNvPr id="65" name="">
            <a:extLst xmlns:a="http://schemas.openxmlformats.org/drawingml/2006/main">
              <a:ext uri="{FF2B5EF4-FFF2-40B4-BE49-F238E27FC236}">
                <a16:creationId xmlns:a16="http://schemas.microsoft.com/office/drawing/2014/main" id="{DF68BE88-F54D-419C-B22F-EC96D25B8464}"/>
              </a:ext>
            </a:extLst>
          </p:cNvPr>
          <p:cNvSpPr>
            <a:spLocks xmlns:a="http://schemas.openxmlformats.org/drawingml/2006/main" noGrp="1"/>
          </p:cNvSpPr>
          <p:nvPr/>
        </p:nvSpPr>
        <p:spPr>
          <a:xfrm xmlns:a="http://schemas.openxmlformats.org/drawingml/2006/main">
            <a:off x="8020050" y="3248025"/>
            <a:ext cx="16668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050" b="0">
                <a:solidFill>
                  <a:srgbClr val="475569"/>
                </a:solidFill>
                <a:latin typeface="Montserrat"/>
                <a:ea typeface="Montserrat"/>
                <a:cs typeface="Montserrat"/>
              </a:defRPr>
            </a:defPPr>
            <a:lvl1pPr algn="ctr">
              <a:defRPr sz="1050" b="0">
                <a:solidFill>
                  <a:srgbClr val="475569"/>
                </a:solidFill>
                <a:latin typeface="Montserrat"/>
                <a:ea typeface="Montserrat"/>
                <a:cs typeface="Montserrat"/>
              </a:defRPr>
            </a:lvl1pPr>
            <a:lvl2pPr algn="ctr">
              <a:defRPr sz="1050" b="0">
                <a:solidFill>
                  <a:srgbClr val="475569"/>
                </a:solidFill>
                <a:latin typeface="Montserrat"/>
                <a:ea typeface="Montserrat"/>
                <a:cs typeface="Montserrat"/>
              </a:defRPr>
            </a:lvl2pPr>
            <a:lvl3pPr algn="ctr">
              <a:defRPr sz="1050" b="0">
                <a:solidFill>
                  <a:srgbClr val="475569"/>
                </a:solidFill>
                <a:latin typeface="Montserrat"/>
                <a:ea typeface="Montserrat"/>
                <a:cs typeface="Montserrat"/>
              </a:defRPr>
            </a:lvl3pPr>
            <a:lvl4pPr algn="ctr">
              <a:defRPr sz="1050" b="0">
                <a:solidFill>
                  <a:srgbClr val="475569"/>
                </a:solidFill>
                <a:latin typeface="Montserrat"/>
                <a:ea typeface="Montserrat"/>
                <a:cs typeface="Montserrat"/>
              </a:defRPr>
            </a:lvl4pPr>
            <a:lvl5pPr algn="ctr">
              <a:defRPr sz="1050" b="0">
                <a:solidFill>
                  <a:srgbClr val="475569"/>
                </a:solidFill>
                <a:latin typeface="Montserrat"/>
                <a:ea typeface="Montserrat"/>
                <a:cs typeface="Montserrat"/>
              </a:defRPr>
            </a:lvl5pPr>
            <a:lvl6pPr algn="ctr">
              <a:defRPr sz="1050" b="0">
                <a:solidFill>
                  <a:srgbClr val="475569"/>
                </a:solidFill>
                <a:latin typeface="Montserrat"/>
                <a:ea typeface="Montserrat"/>
                <a:cs typeface="Montserrat"/>
              </a:defRPr>
            </a:lvl6pPr>
            <a:lvl7pPr algn="ctr">
              <a:defRPr sz="1050" b="0">
                <a:solidFill>
                  <a:srgbClr val="475569"/>
                </a:solidFill>
                <a:latin typeface="Montserrat"/>
                <a:ea typeface="Montserrat"/>
                <a:cs typeface="Montserrat"/>
              </a:defRPr>
            </a:lvl7pPr>
            <a:lvl8pPr algn="ctr">
              <a:defRPr sz="1050" b="0">
                <a:solidFill>
                  <a:srgbClr val="475569"/>
                </a:solidFill>
                <a:latin typeface="Montserrat"/>
                <a:ea typeface="Montserrat"/>
                <a:cs typeface="Montserrat"/>
              </a:defRPr>
            </a:lvl8pPr>
            <a:lvl9pPr algn="ctr">
              <a:defRPr sz="1050" b="0">
                <a:solidFill>
                  <a:srgbClr val="475569"/>
                </a:solidFill>
                <a:latin typeface="Montserrat"/>
                <a:ea typeface="Montserrat"/>
                <a:cs typeface="Montserrat"/>
              </a:defRPr>
            </a:lvl9pPr>
          </a:lstStyle>
          <a:p xmlns:a="http://schemas.openxmlformats.org/drawingml/2006/main">
            <a:pPr algn="ctr">
              <a:defRPr sz="1050" b="0">
                <a:solidFill>
                  <a:srgbClr val="475569"/>
                </a:solidFill>
                <a:latin typeface="Montserrat"/>
                <a:ea typeface="Montserrat"/>
                <a:cs typeface="Montserrat"/>
              </a:defRPr>
            </a:pPr>
            <a:r>
              <a:rPr sz="1050" b="0">
                <a:solidFill>
                  <a:srgbClr val="475569"/>
                </a:solidFill>
                <a:latin typeface="Montserrat"/>
                <a:ea typeface="Montserrat"/>
                <a:cs typeface="Montserrat"/>
              </a:rPr>
              <a:t>You approve the change.</a:t>
            </a:r>
          </a:p>
        </p:txBody>
      </p:sp>
      <p:sp>
        <p:nvSpPr>
          <p:cNvPr id="66" name="">
            <a:extLst xmlns:a="http://schemas.openxmlformats.org/drawingml/2006/main">
              <a:ext uri="{FF2B5EF4-FFF2-40B4-BE49-F238E27FC236}">
                <a16:creationId xmlns:a16="http://schemas.microsoft.com/office/drawing/2014/main" id="{2B449C99-8AEC-4F40-ABE3-F854EE2D7E53}"/>
              </a:ext>
            </a:extLst>
          </p:cNvPr>
          <p:cNvSpPr>
            <a:spLocks xmlns:a="http://schemas.openxmlformats.org/drawingml/2006/main" noGrp="1"/>
          </p:cNvSpPr>
          <p:nvPr/>
        </p:nvSpPr>
        <p:spPr>
          <a:xfrm xmlns:a="http://schemas.openxmlformats.org/drawingml/2006/main">
            <a:off x="9839325" y="2428875"/>
            <a:ext cx="1704975" cy="590550"/>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9525">
            <a:solidFill>
              <a:srgbClr val="D8E2EF"/>
            </a:solidFill>
            <a:prstDash val="solid"/>
          </a:ln>
        </p:spPr>
      </p:sp>
      <p:sp>
        <p:nvSpPr>
          <p:cNvPr id="67" name="">
            <a:extLst xmlns:a="http://schemas.openxmlformats.org/drawingml/2006/main">
              <a:ext uri="{FF2B5EF4-FFF2-40B4-BE49-F238E27FC236}">
                <a16:creationId xmlns:a16="http://schemas.microsoft.com/office/drawing/2014/main" id="{041011D6-4003-43C8-9507-C8FC407EFE72}"/>
              </a:ext>
            </a:extLst>
          </p:cNvPr>
          <p:cNvSpPr>
            <a:spLocks xmlns:a="http://schemas.openxmlformats.org/drawingml/2006/main" noGrp="1"/>
          </p:cNvSpPr>
          <p:nvPr/>
        </p:nvSpPr>
        <p:spPr>
          <a:xfrm xmlns:a="http://schemas.openxmlformats.org/drawingml/2006/main">
            <a:off x="9896475" y="2609850"/>
            <a:ext cx="15906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275" b="1">
                <a:solidFill>
                  <a:srgbClr val="0F172A"/>
                </a:solidFill>
                <a:latin typeface="Montserrat"/>
                <a:ea typeface="Montserrat"/>
                <a:cs typeface="Montserrat"/>
              </a:defRPr>
            </a:defPPr>
            <a:lvl1pPr algn="ctr">
              <a:defRPr sz="1275" b="1">
                <a:solidFill>
                  <a:srgbClr val="0F172A"/>
                </a:solidFill>
                <a:latin typeface="Montserrat"/>
                <a:ea typeface="Montserrat"/>
                <a:cs typeface="Montserrat"/>
              </a:defRPr>
            </a:lvl1pPr>
            <a:lvl2pPr algn="ctr">
              <a:defRPr sz="1275" b="1">
                <a:solidFill>
                  <a:srgbClr val="0F172A"/>
                </a:solidFill>
                <a:latin typeface="Montserrat"/>
                <a:ea typeface="Montserrat"/>
                <a:cs typeface="Montserrat"/>
              </a:defRPr>
            </a:lvl2pPr>
            <a:lvl3pPr algn="ctr">
              <a:defRPr sz="1275" b="1">
                <a:solidFill>
                  <a:srgbClr val="0F172A"/>
                </a:solidFill>
                <a:latin typeface="Montserrat"/>
                <a:ea typeface="Montserrat"/>
                <a:cs typeface="Montserrat"/>
              </a:defRPr>
            </a:lvl3pPr>
            <a:lvl4pPr algn="ctr">
              <a:defRPr sz="1275" b="1">
                <a:solidFill>
                  <a:srgbClr val="0F172A"/>
                </a:solidFill>
                <a:latin typeface="Montserrat"/>
                <a:ea typeface="Montserrat"/>
                <a:cs typeface="Montserrat"/>
              </a:defRPr>
            </a:lvl4pPr>
            <a:lvl5pPr algn="ctr">
              <a:defRPr sz="1275" b="1">
                <a:solidFill>
                  <a:srgbClr val="0F172A"/>
                </a:solidFill>
                <a:latin typeface="Montserrat"/>
                <a:ea typeface="Montserrat"/>
                <a:cs typeface="Montserrat"/>
              </a:defRPr>
            </a:lvl5pPr>
            <a:lvl6pPr algn="ctr">
              <a:defRPr sz="1275" b="1">
                <a:solidFill>
                  <a:srgbClr val="0F172A"/>
                </a:solidFill>
                <a:latin typeface="Montserrat"/>
                <a:ea typeface="Montserrat"/>
                <a:cs typeface="Montserrat"/>
              </a:defRPr>
            </a:lvl6pPr>
            <a:lvl7pPr algn="ctr">
              <a:defRPr sz="1275" b="1">
                <a:solidFill>
                  <a:srgbClr val="0F172A"/>
                </a:solidFill>
                <a:latin typeface="Montserrat"/>
                <a:ea typeface="Montserrat"/>
                <a:cs typeface="Montserrat"/>
              </a:defRPr>
            </a:lvl7pPr>
            <a:lvl8pPr algn="ctr">
              <a:defRPr sz="1275" b="1">
                <a:solidFill>
                  <a:srgbClr val="0F172A"/>
                </a:solidFill>
                <a:latin typeface="Montserrat"/>
                <a:ea typeface="Montserrat"/>
                <a:cs typeface="Montserrat"/>
              </a:defRPr>
            </a:lvl8pPr>
            <a:lvl9pPr algn="ctr">
              <a:defRPr sz="1275" b="1">
                <a:solidFill>
                  <a:srgbClr val="0F172A"/>
                </a:solidFill>
                <a:latin typeface="Montserrat"/>
                <a:ea typeface="Montserrat"/>
                <a:cs typeface="Montserrat"/>
              </a:defRPr>
            </a:lvl9pPr>
          </a:lstStyle>
          <a:p xmlns:a="http://schemas.openxmlformats.org/drawingml/2006/main">
            <a:pPr algn="ctr">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Live</a:t>
            </a:r>
          </a:p>
        </p:txBody>
      </p:sp>
      <p:sp>
        <p:nvSpPr>
          <p:cNvPr id="68" name="">
            <a:extLst xmlns:a="http://schemas.openxmlformats.org/drawingml/2006/main">
              <a:ext uri="{FF2B5EF4-FFF2-40B4-BE49-F238E27FC236}">
                <a16:creationId xmlns:a16="http://schemas.microsoft.com/office/drawing/2014/main" id="{D0752207-CE0A-4A8B-A7E1-48BAA16223A7}"/>
              </a:ext>
            </a:extLst>
          </p:cNvPr>
          <p:cNvSpPr>
            <a:spLocks xmlns:a="http://schemas.openxmlformats.org/drawingml/2006/main" noGrp="1"/>
          </p:cNvSpPr>
          <p:nvPr/>
        </p:nvSpPr>
        <p:spPr>
          <a:xfrm xmlns:a="http://schemas.openxmlformats.org/drawingml/2006/main">
            <a:off x="9858375" y="3248025"/>
            <a:ext cx="16668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050" b="0">
                <a:solidFill>
                  <a:srgbClr val="475569"/>
                </a:solidFill>
                <a:latin typeface="Montserrat"/>
                <a:ea typeface="Montserrat"/>
                <a:cs typeface="Montserrat"/>
              </a:defRPr>
            </a:defPPr>
            <a:lvl1pPr algn="ctr">
              <a:defRPr sz="1050" b="0">
                <a:solidFill>
                  <a:srgbClr val="475569"/>
                </a:solidFill>
                <a:latin typeface="Montserrat"/>
                <a:ea typeface="Montserrat"/>
                <a:cs typeface="Montserrat"/>
              </a:defRPr>
            </a:lvl1pPr>
            <a:lvl2pPr algn="ctr">
              <a:defRPr sz="1050" b="0">
                <a:solidFill>
                  <a:srgbClr val="475569"/>
                </a:solidFill>
                <a:latin typeface="Montserrat"/>
                <a:ea typeface="Montserrat"/>
                <a:cs typeface="Montserrat"/>
              </a:defRPr>
            </a:lvl2pPr>
            <a:lvl3pPr algn="ctr">
              <a:defRPr sz="1050" b="0">
                <a:solidFill>
                  <a:srgbClr val="475569"/>
                </a:solidFill>
                <a:latin typeface="Montserrat"/>
                <a:ea typeface="Montserrat"/>
                <a:cs typeface="Montserrat"/>
              </a:defRPr>
            </a:lvl3pPr>
            <a:lvl4pPr algn="ctr">
              <a:defRPr sz="1050" b="0">
                <a:solidFill>
                  <a:srgbClr val="475569"/>
                </a:solidFill>
                <a:latin typeface="Montserrat"/>
                <a:ea typeface="Montserrat"/>
                <a:cs typeface="Montserrat"/>
              </a:defRPr>
            </a:lvl4pPr>
            <a:lvl5pPr algn="ctr">
              <a:defRPr sz="1050" b="0">
                <a:solidFill>
                  <a:srgbClr val="475569"/>
                </a:solidFill>
                <a:latin typeface="Montserrat"/>
                <a:ea typeface="Montserrat"/>
                <a:cs typeface="Montserrat"/>
              </a:defRPr>
            </a:lvl5pPr>
            <a:lvl6pPr algn="ctr">
              <a:defRPr sz="1050" b="0">
                <a:solidFill>
                  <a:srgbClr val="475569"/>
                </a:solidFill>
                <a:latin typeface="Montserrat"/>
                <a:ea typeface="Montserrat"/>
                <a:cs typeface="Montserrat"/>
              </a:defRPr>
            </a:lvl6pPr>
            <a:lvl7pPr algn="ctr">
              <a:defRPr sz="1050" b="0">
                <a:solidFill>
                  <a:srgbClr val="475569"/>
                </a:solidFill>
                <a:latin typeface="Montserrat"/>
                <a:ea typeface="Montserrat"/>
                <a:cs typeface="Montserrat"/>
              </a:defRPr>
            </a:lvl7pPr>
            <a:lvl8pPr algn="ctr">
              <a:defRPr sz="1050" b="0">
                <a:solidFill>
                  <a:srgbClr val="475569"/>
                </a:solidFill>
                <a:latin typeface="Montserrat"/>
                <a:ea typeface="Montserrat"/>
                <a:cs typeface="Montserrat"/>
              </a:defRPr>
            </a:lvl8pPr>
            <a:lvl9pPr algn="ctr">
              <a:defRPr sz="1050" b="0">
                <a:solidFill>
                  <a:srgbClr val="475569"/>
                </a:solidFill>
                <a:latin typeface="Montserrat"/>
                <a:ea typeface="Montserrat"/>
                <a:cs typeface="Montserrat"/>
              </a:defRPr>
            </a:lvl9pPr>
          </a:lstStyle>
          <a:p xmlns:a="http://schemas.openxmlformats.org/drawingml/2006/main">
            <a:pPr algn="ctr">
              <a:defRPr sz="1050" b="0">
                <a:solidFill>
                  <a:srgbClr val="475569"/>
                </a:solidFill>
                <a:latin typeface="Montserrat"/>
                <a:ea typeface="Montserrat"/>
                <a:cs typeface="Montserrat"/>
              </a:defRPr>
            </a:pPr>
            <a:r>
              <a:rPr sz="1050" b="0">
                <a:solidFill>
                  <a:srgbClr val="475569"/>
                </a:solidFill>
                <a:latin typeface="Montserrat"/>
                <a:ea typeface="Montserrat"/>
                <a:cs typeface="Montserrat"/>
              </a:rPr>
              <a:t>Vercel updates production.</a:t>
            </a:r>
          </a:p>
        </p:txBody>
      </p:sp>
      <p:sp>
        <p:nvSpPr>
          <p:cNvPr id="69" name="">
            <a:extLst xmlns:a="http://schemas.openxmlformats.org/drawingml/2006/main">
              <a:ext uri="{FF2B5EF4-FFF2-40B4-BE49-F238E27FC236}">
                <a16:creationId xmlns:a16="http://schemas.microsoft.com/office/drawing/2014/main" id="{01017AF6-A8D4-45EA-AEDC-535B79456F9F}"/>
              </a:ext>
            </a:extLst>
          </p:cNvPr>
          <p:cNvSpPr>
            <a:spLocks xmlns:a="http://schemas.openxmlformats.org/drawingml/2006/main" noGrp="1"/>
          </p:cNvSpPr>
          <p:nvPr/>
        </p:nvSpPr>
        <p:spPr>
          <a:xfrm xmlns:a="http://schemas.openxmlformats.org/drawingml/2006/main">
            <a:off x="647700" y="470535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70" name="">
            <a:extLst xmlns:a="http://schemas.openxmlformats.org/drawingml/2006/main">
              <a:ext uri="{FF2B5EF4-FFF2-40B4-BE49-F238E27FC236}">
                <a16:creationId xmlns:a16="http://schemas.microsoft.com/office/drawing/2014/main" id="{D335CBC4-F0DC-4DDF-9822-4358A79D9566}"/>
              </a:ext>
            </a:extLst>
          </p:cNvPr>
          <p:cNvSpPr>
            <a:spLocks xmlns:a="http://schemas.openxmlformats.org/drawingml/2006/main" noGrp="1"/>
          </p:cNvSpPr>
          <p:nvPr/>
        </p:nvSpPr>
        <p:spPr>
          <a:xfrm xmlns:a="http://schemas.openxmlformats.org/drawingml/2006/main">
            <a:off x="742950" y="49530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The live page changes only after the checked preview is approved.</a:t>
            </a:r>
          </a:p>
        </p:txBody>
      </p:sp>
      <p:sp>
        <p:nvSpPr>
          <p:cNvPr id="71" name="">
            <a:extLst xmlns:a="http://schemas.openxmlformats.org/drawingml/2006/main">
              <a:ext uri="{FF2B5EF4-FFF2-40B4-BE49-F238E27FC236}">
                <a16:creationId xmlns:a16="http://schemas.microsoft.com/office/drawing/2014/main" id="{2911484D-E169-47DC-87F1-EC75ABED51A0}"/>
              </a:ext>
            </a:extLst>
          </p:cNvPr>
          <p:cNvSpPr>
            <a:spLocks xmlns:a="http://schemas.openxmlformats.org/drawingml/2006/main" noGrp="1"/>
          </p:cNvSpPr>
          <p:nvPr/>
        </p:nvSpPr>
        <p:spPr>
          <a:xfrm xmlns:a="http://schemas.openxmlformats.org/drawingml/2006/main">
            <a:off x="3667125" y="6381750"/>
            <a:ext cx="4857750" cy="0"/>
          </a:xfrm>
          <a:prstGeom xmlns:a="http://schemas.openxmlformats.org/drawingml/2006/main" prst="line">
            <a:avLst/>
          </a:prstGeom>
          <a:noFill xmlns:a="http://schemas.openxmlformats.org/drawingml/2006/main"/>
          <a:ln xmlns:a="http://schemas.openxmlformats.org/drawingml/2006/main" w="5715">
            <a:solidFill>
              <a:srgbClr val="D8E2EF"/>
            </a:solidFill>
            <a:prstDash val="solid"/>
          </a:ln>
        </p:spPr>
      </p:sp>
      <p:sp>
        <p:nvSpPr>
          <p:cNvPr id="72" name="">
            <a:extLst xmlns:a="http://schemas.openxmlformats.org/drawingml/2006/main">
              <a:ext uri="{FF2B5EF4-FFF2-40B4-BE49-F238E27FC236}">
                <a16:creationId xmlns:a16="http://schemas.microsoft.com/office/drawing/2014/main" id="{7BB70624-79C5-43AB-8870-1DE3D259D887}"/>
              </a:ext>
            </a:extLst>
          </p:cNvPr>
          <p:cNvSpPr>
            <a:spLocks xmlns:a="http://schemas.openxmlformats.org/drawingml/2006/main" noGrp="1"/>
          </p:cNvSpPr>
          <p:nvPr/>
        </p:nvSpPr>
        <p:spPr>
          <a:xfrm xmlns:a="http://schemas.openxmlformats.org/drawingml/2006/main">
            <a:off x="5248275" y="6381750"/>
            <a:ext cx="723900" cy="0"/>
          </a:xfrm>
          <a:prstGeom xmlns:a="http://schemas.openxmlformats.org/drawingml/2006/main" prst="line">
            <a:avLst/>
          </a:prstGeom>
          <a:noFill xmlns:a="http://schemas.openxmlformats.org/drawingml/2006/main"/>
          <a:ln xmlns:a="http://schemas.openxmlformats.org/drawingml/2006/main" w="28575">
            <a:solidFill>
              <a:srgbClr val="EF8B39"/>
            </a:solidFill>
            <a:prstDash val="solid"/>
          </a:ln>
        </p:spPr>
      </p:sp>
      <p:sp>
        <p:nvSpPr>
          <p:cNvPr id="73" name="">
            <a:extLst xmlns:a="http://schemas.openxmlformats.org/drawingml/2006/main">
              <a:ext uri="{FF2B5EF4-FFF2-40B4-BE49-F238E27FC236}">
                <a16:creationId xmlns:a16="http://schemas.microsoft.com/office/drawing/2014/main" id="{76EAA026-5B98-4514-9BE8-F1BF742BCB70}"/>
              </a:ext>
            </a:extLst>
          </p:cNvPr>
          <p:cNvSpPr>
            <a:spLocks xmlns:a="http://schemas.openxmlformats.org/drawingml/2006/main" noGrp="1"/>
          </p:cNvSpPr>
          <p:nvPr/>
        </p:nvSpPr>
        <p:spPr>
          <a:xfrm xmlns:a="http://schemas.openxmlformats.org/drawingml/2006/main">
            <a:off x="36337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74" name="">
            <a:extLst xmlns:a="http://schemas.openxmlformats.org/drawingml/2006/main">
              <a:ext uri="{FF2B5EF4-FFF2-40B4-BE49-F238E27FC236}">
                <a16:creationId xmlns:a16="http://schemas.microsoft.com/office/drawing/2014/main" id="{FDC0094E-FAC8-41F1-A601-582C35A9E7B8}"/>
              </a:ext>
            </a:extLst>
          </p:cNvPr>
          <p:cNvSpPr>
            <a:spLocks xmlns:a="http://schemas.openxmlformats.org/drawingml/2006/main" noGrp="1"/>
          </p:cNvSpPr>
          <p:nvPr/>
        </p:nvSpPr>
        <p:spPr>
          <a:xfrm xmlns:a="http://schemas.openxmlformats.org/drawingml/2006/main">
            <a:off x="32670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PLAN</a:t>
            </a:r>
          </a:p>
        </p:txBody>
      </p:sp>
      <p:sp>
        <p:nvSpPr>
          <p:cNvPr id="75" name="">
            <a:extLst xmlns:a="http://schemas.openxmlformats.org/drawingml/2006/main">
              <a:ext uri="{FF2B5EF4-FFF2-40B4-BE49-F238E27FC236}">
                <a16:creationId xmlns:a16="http://schemas.microsoft.com/office/drawing/2014/main" id="{73CB108E-9812-4D66-9793-0C01323F6C5B}"/>
              </a:ext>
            </a:extLst>
          </p:cNvPr>
          <p:cNvSpPr>
            <a:spLocks xmlns:a="http://schemas.openxmlformats.org/drawingml/2006/main" noGrp="1"/>
          </p:cNvSpPr>
          <p:nvPr/>
        </p:nvSpPr>
        <p:spPr>
          <a:xfrm xmlns:a="http://schemas.openxmlformats.org/drawingml/2006/main">
            <a:off x="46053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76" name="">
            <a:extLst xmlns:a="http://schemas.openxmlformats.org/drawingml/2006/main">
              <a:ext uri="{FF2B5EF4-FFF2-40B4-BE49-F238E27FC236}">
                <a16:creationId xmlns:a16="http://schemas.microsoft.com/office/drawing/2014/main" id="{DE476DB4-93FB-427F-ADC4-2078621D0767}"/>
              </a:ext>
            </a:extLst>
          </p:cNvPr>
          <p:cNvSpPr>
            <a:spLocks xmlns:a="http://schemas.openxmlformats.org/drawingml/2006/main" noGrp="1"/>
          </p:cNvSpPr>
          <p:nvPr/>
        </p:nvSpPr>
        <p:spPr>
          <a:xfrm xmlns:a="http://schemas.openxmlformats.org/drawingml/2006/main">
            <a:off x="42386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DESIGN</a:t>
            </a:r>
          </a:p>
        </p:txBody>
      </p:sp>
      <p:sp>
        <p:nvSpPr>
          <p:cNvPr id="77" name="">
            <a:extLst xmlns:a="http://schemas.openxmlformats.org/drawingml/2006/main">
              <a:ext uri="{FF2B5EF4-FFF2-40B4-BE49-F238E27FC236}">
                <a16:creationId xmlns:a16="http://schemas.microsoft.com/office/drawing/2014/main" id="{1FA63775-E044-42AC-A226-430378EB0691}"/>
              </a:ext>
            </a:extLst>
          </p:cNvPr>
          <p:cNvSpPr>
            <a:spLocks xmlns:a="http://schemas.openxmlformats.org/drawingml/2006/main" noGrp="1"/>
          </p:cNvSpPr>
          <p:nvPr/>
        </p:nvSpPr>
        <p:spPr>
          <a:xfrm xmlns:a="http://schemas.openxmlformats.org/drawingml/2006/main">
            <a:off x="5562600" y="6334125"/>
            <a:ext cx="95250" cy="95250"/>
          </a:xfrm>
          <a:prstGeom xmlns:a="http://schemas.openxmlformats.org/drawingml/2006/main" prst="ellipse">
            <a:avLst/>
          </a:prstGeom>
          <a:solidFill xmlns:a="http://schemas.openxmlformats.org/drawingml/2006/main">
            <a:srgbClr val="EF8B39"/>
          </a:solidFill>
          <a:ln xmlns:a="http://schemas.openxmlformats.org/drawingml/2006/main" w="9525">
            <a:solidFill>
              <a:srgbClr val="EF8B39"/>
            </a:solidFill>
            <a:prstDash val="solid"/>
          </a:ln>
        </p:spPr>
      </p:sp>
      <p:sp>
        <p:nvSpPr>
          <p:cNvPr id="78" name="">
            <a:extLst xmlns:a="http://schemas.openxmlformats.org/drawingml/2006/main">
              <a:ext uri="{FF2B5EF4-FFF2-40B4-BE49-F238E27FC236}">
                <a16:creationId xmlns:a16="http://schemas.microsoft.com/office/drawing/2014/main" id="{780446D0-0809-42CD-AB63-B3019169D645}"/>
              </a:ext>
            </a:extLst>
          </p:cNvPr>
          <p:cNvSpPr>
            <a:spLocks xmlns:a="http://schemas.openxmlformats.org/drawingml/2006/main" noGrp="1"/>
          </p:cNvSpPr>
          <p:nvPr/>
        </p:nvSpPr>
        <p:spPr>
          <a:xfrm xmlns:a="http://schemas.openxmlformats.org/drawingml/2006/main">
            <a:off x="52101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1">
                <a:solidFill>
                  <a:srgbClr val="B93800"/>
                </a:solidFill>
                <a:latin typeface="Montserrat"/>
                <a:ea typeface="Montserrat"/>
                <a:cs typeface="Montserrat"/>
              </a:defRPr>
            </a:defPPr>
            <a:lvl1pPr algn="ctr">
              <a:defRPr sz="675" b="1">
                <a:solidFill>
                  <a:srgbClr val="B93800"/>
                </a:solidFill>
                <a:latin typeface="Montserrat"/>
                <a:ea typeface="Montserrat"/>
                <a:cs typeface="Montserrat"/>
              </a:defRPr>
            </a:lvl1pPr>
            <a:lvl2pPr algn="ctr">
              <a:defRPr sz="675" b="1">
                <a:solidFill>
                  <a:srgbClr val="B93800"/>
                </a:solidFill>
                <a:latin typeface="Montserrat"/>
                <a:ea typeface="Montserrat"/>
                <a:cs typeface="Montserrat"/>
              </a:defRPr>
            </a:lvl2pPr>
            <a:lvl3pPr algn="ctr">
              <a:defRPr sz="675" b="1">
                <a:solidFill>
                  <a:srgbClr val="B93800"/>
                </a:solidFill>
                <a:latin typeface="Montserrat"/>
                <a:ea typeface="Montserrat"/>
                <a:cs typeface="Montserrat"/>
              </a:defRPr>
            </a:lvl3pPr>
            <a:lvl4pPr algn="ctr">
              <a:defRPr sz="675" b="1">
                <a:solidFill>
                  <a:srgbClr val="B93800"/>
                </a:solidFill>
                <a:latin typeface="Montserrat"/>
                <a:ea typeface="Montserrat"/>
                <a:cs typeface="Montserrat"/>
              </a:defRPr>
            </a:lvl4pPr>
            <a:lvl5pPr algn="ctr">
              <a:defRPr sz="675" b="1">
                <a:solidFill>
                  <a:srgbClr val="B93800"/>
                </a:solidFill>
                <a:latin typeface="Montserrat"/>
                <a:ea typeface="Montserrat"/>
                <a:cs typeface="Montserrat"/>
              </a:defRPr>
            </a:lvl5pPr>
            <a:lvl6pPr algn="ctr">
              <a:defRPr sz="675" b="1">
                <a:solidFill>
                  <a:srgbClr val="B93800"/>
                </a:solidFill>
                <a:latin typeface="Montserrat"/>
                <a:ea typeface="Montserrat"/>
                <a:cs typeface="Montserrat"/>
              </a:defRPr>
            </a:lvl6pPr>
            <a:lvl7pPr algn="ctr">
              <a:defRPr sz="675" b="1">
                <a:solidFill>
                  <a:srgbClr val="B93800"/>
                </a:solidFill>
                <a:latin typeface="Montserrat"/>
                <a:ea typeface="Montserrat"/>
                <a:cs typeface="Montserrat"/>
              </a:defRPr>
            </a:lvl7pPr>
            <a:lvl8pPr algn="ctr">
              <a:defRPr sz="675" b="1">
                <a:solidFill>
                  <a:srgbClr val="B93800"/>
                </a:solidFill>
                <a:latin typeface="Montserrat"/>
                <a:ea typeface="Montserrat"/>
                <a:cs typeface="Montserrat"/>
              </a:defRPr>
            </a:lvl8pPr>
            <a:lvl9pPr algn="ctr">
              <a:defRPr sz="675" b="1">
                <a:solidFill>
                  <a:srgbClr val="B93800"/>
                </a:solidFill>
                <a:latin typeface="Montserrat"/>
                <a:ea typeface="Montserrat"/>
                <a:cs typeface="Montserrat"/>
              </a:defRPr>
            </a:lvl9pPr>
          </a:lstStyle>
          <a:p xmlns:a="http://schemas.openxmlformats.org/drawingml/2006/main">
            <a:pPr algn="ctr">
              <a:defRPr sz="675" b="1">
                <a:solidFill>
                  <a:srgbClr val="B93800"/>
                </a:solidFill>
                <a:latin typeface="Montserrat"/>
                <a:ea typeface="Montserrat"/>
                <a:cs typeface="Montserrat"/>
              </a:defRPr>
            </a:pPr>
            <a:r>
              <a:rPr sz="675" b="1">
                <a:solidFill>
                  <a:srgbClr val="B93800"/>
                </a:solidFill>
                <a:latin typeface="Montserrat"/>
                <a:ea typeface="Montserrat"/>
                <a:cs typeface="Montserrat"/>
              </a:rPr>
              <a:t>BUILD</a:t>
            </a:r>
          </a:p>
        </p:txBody>
      </p:sp>
      <p:sp>
        <p:nvSpPr>
          <p:cNvPr id="79" name="">
            <a:extLst xmlns:a="http://schemas.openxmlformats.org/drawingml/2006/main">
              <a:ext uri="{FF2B5EF4-FFF2-40B4-BE49-F238E27FC236}">
                <a16:creationId xmlns:a16="http://schemas.microsoft.com/office/drawing/2014/main" id="{0954E362-D7F2-4671-A501-1EB037C98126}"/>
              </a:ext>
            </a:extLst>
          </p:cNvPr>
          <p:cNvSpPr>
            <a:spLocks xmlns:a="http://schemas.openxmlformats.org/drawingml/2006/main" noGrp="1"/>
          </p:cNvSpPr>
          <p:nvPr/>
        </p:nvSpPr>
        <p:spPr>
          <a:xfrm xmlns:a="http://schemas.openxmlformats.org/drawingml/2006/main">
            <a:off x="65484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80" name="">
            <a:extLst xmlns:a="http://schemas.openxmlformats.org/drawingml/2006/main">
              <a:ext uri="{FF2B5EF4-FFF2-40B4-BE49-F238E27FC236}">
                <a16:creationId xmlns:a16="http://schemas.microsoft.com/office/drawing/2014/main" id="{16D1C8CD-CA94-437C-8485-8095E27DC3C4}"/>
              </a:ext>
            </a:extLst>
          </p:cNvPr>
          <p:cNvSpPr>
            <a:spLocks xmlns:a="http://schemas.openxmlformats.org/drawingml/2006/main" noGrp="1"/>
          </p:cNvSpPr>
          <p:nvPr/>
        </p:nvSpPr>
        <p:spPr>
          <a:xfrm xmlns:a="http://schemas.openxmlformats.org/drawingml/2006/main">
            <a:off x="61817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TEST</a:t>
            </a:r>
          </a:p>
        </p:txBody>
      </p:sp>
      <p:sp>
        <p:nvSpPr>
          <p:cNvPr id="81" name="">
            <a:extLst xmlns:a="http://schemas.openxmlformats.org/drawingml/2006/main">
              <a:ext uri="{FF2B5EF4-FFF2-40B4-BE49-F238E27FC236}">
                <a16:creationId xmlns:a16="http://schemas.microsoft.com/office/drawing/2014/main" id="{BF6D7D66-44EA-4182-9998-9F5FBC986497}"/>
              </a:ext>
            </a:extLst>
          </p:cNvPr>
          <p:cNvSpPr>
            <a:spLocks xmlns:a="http://schemas.openxmlformats.org/drawingml/2006/main" noGrp="1"/>
          </p:cNvSpPr>
          <p:nvPr/>
        </p:nvSpPr>
        <p:spPr>
          <a:xfrm xmlns:a="http://schemas.openxmlformats.org/drawingml/2006/main">
            <a:off x="75199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82" name="">
            <a:extLst xmlns:a="http://schemas.openxmlformats.org/drawingml/2006/main">
              <a:ext uri="{FF2B5EF4-FFF2-40B4-BE49-F238E27FC236}">
                <a16:creationId xmlns:a16="http://schemas.microsoft.com/office/drawing/2014/main" id="{54BF03A3-F926-4827-9EF2-58D51EDCCE0D}"/>
              </a:ext>
            </a:extLst>
          </p:cNvPr>
          <p:cNvSpPr>
            <a:spLocks xmlns:a="http://schemas.openxmlformats.org/drawingml/2006/main" noGrp="1"/>
          </p:cNvSpPr>
          <p:nvPr/>
        </p:nvSpPr>
        <p:spPr>
          <a:xfrm xmlns:a="http://schemas.openxmlformats.org/drawingml/2006/main">
            <a:off x="71532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DEPLOY</a:t>
            </a:r>
          </a:p>
        </p:txBody>
      </p:sp>
      <p:sp>
        <p:nvSpPr>
          <p:cNvPr id="83" name="">
            <a:extLst xmlns:a="http://schemas.openxmlformats.org/drawingml/2006/main">
              <a:ext uri="{FF2B5EF4-FFF2-40B4-BE49-F238E27FC236}">
                <a16:creationId xmlns:a16="http://schemas.microsoft.com/office/drawing/2014/main" id="{776559CA-8120-4BE9-9EB8-4F1998140A66}"/>
              </a:ext>
            </a:extLst>
          </p:cNvPr>
          <p:cNvSpPr>
            <a:spLocks xmlns:a="http://schemas.openxmlformats.org/drawingml/2006/main" noGrp="1"/>
          </p:cNvSpPr>
          <p:nvPr/>
        </p:nvSpPr>
        <p:spPr>
          <a:xfrm xmlns:a="http://schemas.openxmlformats.org/drawingml/2006/main">
            <a:off x="84915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84" name="">
            <a:extLst xmlns:a="http://schemas.openxmlformats.org/drawingml/2006/main">
              <a:ext uri="{FF2B5EF4-FFF2-40B4-BE49-F238E27FC236}">
                <a16:creationId xmlns:a16="http://schemas.microsoft.com/office/drawing/2014/main" id="{123D0126-C957-424A-9A9C-E4B6AAC3A861}"/>
              </a:ext>
            </a:extLst>
          </p:cNvPr>
          <p:cNvSpPr>
            <a:spLocks xmlns:a="http://schemas.openxmlformats.org/drawingml/2006/main" noGrp="1"/>
          </p:cNvSpPr>
          <p:nvPr/>
        </p:nvSpPr>
        <p:spPr>
          <a:xfrm xmlns:a="http://schemas.openxmlformats.org/drawingml/2006/main">
            <a:off x="81248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MAINTAIN</a:t>
            </a:r>
          </a:p>
        </p:txBody>
      </p:sp>
    </p:spTree>
    <p:extLst>
      <p:ext uri="{BB962C8B-B14F-4D97-AF65-F5344CB8AC3E}">
        <p14:creationId xmlns:p14="http://schemas.microsoft.com/office/powerpoint/2010/main" val="1576900534"/>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B1F959A1-AF16-43E9-8C66-DF31819DB1BC}"/>
              </a:ext>
            </a:extLst>
          </p:cNvPr>
          <p:cNvPicPr>
            <a:picLocks xmlns:a="http://schemas.openxmlformats.org/drawingml/2006/main" noChangeAspect="1"/>
          </p:cNvPicPr>
          <p:nvPr/>
        </p:nvPicPr>
        <p:blipFill>
          <a:blip xmlns:r="http://schemas.openxmlformats.org/officeDocument/2006/relationships" xmlns:a="http://schemas.openxmlformats.org/drawingml/2006/main" r:embed="Rffc7553eb1ed4cc8"/>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6A5F61B4-28BB-4977-9E9A-8679534CA743}"/>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53 / 63</a:t>
            </a:r>
            <a:endParaRPr sz="900"/>
          </a:p>
        </p:txBody>
      </p:sp>
      <p:sp>
        <p:nvSpPr>
          <p:cNvPr id="34" name="">
            <a:extLst xmlns:a="http://schemas.openxmlformats.org/drawingml/2006/main">
              <a:ext uri="{FF2B5EF4-FFF2-40B4-BE49-F238E27FC236}">
                <a16:creationId xmlns:a16="http://schemas.microsoft.com/office/drawing/2014/main" id="{881D281A-28F4-489A-B2DD-A5770EA7B414}"/>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307FE2"/>
                </a:solidFill>
                <a:latin typeface="Montserrat"/>
                <a:ea typeface="Montserrat"/>
                <a:cs typeface="Montserrat"/>
              </a:defRPr>
            </a:defPPr>
            <a:lvl1pPr algn="l">
              <a:defRPr sz="1050" b="1">
                <a:solidFill>
                  <a:srgbClr val="307FE2"/>
                </a:solidFill>
                <a:latin typeface="Montserrat"/>
                <a:ea typeface="Montserrat"/>
                <a:cs typeface="Montserrat"/>
              </a:defRPr>
            </a:lvl1pPr>
            <a:lvl2pPr algn="l">
              <a:defRPr sz="1050" b="1">
                <a:solidFill>
                  <a:srgbClr val="307FE2"/>
                </a:solidFill>
                <a:latin typeface="Montserrat"/>
                <a:ea typeface="Montserrat"/>
                <a:cs typeface="Montserrat"/>
              </a:defRPr>
            </a:lvl2pPr>
            <a:lvl3pPr algn="l">
              <a:defRPr sz="1050" b="1">
                <a:solidFill>
                  <a:srgbClr val="307FE2"/>
                </a:solidFill>
                <a:latin typeface="Montserrat"/>
                <a:ea typeface="Montserrat"/>
                <a:cs typeface="Montserrat"/>
              </a:defRPr>
            </a:lvl3pPr>
            <a:lvl4pPr algn="l">
              <a:defRPr sz="1050" b="1">
                <a:solidFill>
                  <a:srgbClr val="307FE2"/>
                </a:solidFill>
                <a:latin typeface="Montserrat"/>
                <a:ea typeface="Montserrat"/>
                <a:cs typeface="Montserrat"/>
              </a:defRPr>
            </a:lvl4pPr>
            <a:lvl5pPr algn="l">
              <a:defRPr sz="1050" b="1">
                <a:solidFill>
                  <a:srgbClr val="307FE2"/>
                </a:solidFill>
                <a:latin typeface="Montserrat"/>
                <a:ea typeface="Montserrat"/>
                <a:cs typeface="Montserrat"/>
              </a:defRPr>
            </a:lvl5pPr>
            <a:lvl6pPr algn="l">
              <a:defRPr sz="1050" b="1">
                <a:solidFill>
                  <a:srgbClr val="307FE2"/>
                </a:solidFill>
                <a:latin typeface="Montserrat"/>
                <a:ea typeface="Montserrat"/>
                <a:cs typeface="Montserrat"/>
              </a:defRPr>
            </a:lvl6pPr>
            <a:lvl7pPr algn="l">
              <a:defRPr sz="1050" b="1">
                <a:solidFill>
                  <a:srgbClr val="307FE2"/>
                </a:solidFill>
                <a:latin typeface="Montserrat"/>
                <a:ea typeface="Montserrat"/>
                <a:cs typeface="Montserrat"/>
              </a:defRPr>
            </a:lvl7pPr>
            <a:lvl8pPr algn="l">
              <a:defRPr sz="1050" b="1">
                <a:solidFill>
                  <a:srgbClr val="307FE2"/>
                </a:solidFill>
                <a:latin typeface="Montserrat"/>
                <a:ea typeface="Montserrat"/>
                <a:cs typeface="Montserrat"/>
              </a:defRPr>
            </a:lvl8pPr>
            <a:lvl9pPr algn="l">
              <a:defRPr sz="1050" b="1">
                <a:solidFill>
                  <a:srgbClr val="307FE2"/>
                </a:solidFill>
                <a:latin typeface="Montserrat"/>
                <a:ea typeface="Montserrat"/>
                <a:cs typeface="Montserrat"/>
              </a:defRPr>
            </a:lvl9pPr>
          </a:lstStyle>
          <a:p xmlns:a="http://schemas.openxmlformats.org/drawingml/2006/main">
            <a:pPr algn="l">
              <a:defRPr sz="1050" b="1">
                <a:solidFill>
                  <a:srgbClr val="307FE2"/>
                </a:solidFill>
                <a:latin typeface="Montserrat"/>
                <a:ea typeface="Montserrat"/>
                <a:cs typeface="Montserrat"/>
              </a:defRPr>
            </a:pPr>
            <a:r>
              <a:rPr sz="1050" b="1">
                <a:solidFill>
                  <a:srgbClr val="307FE2"/>
                </a:solidFill>
                <a:latin typeface="Montserrat"/>
                <a:ea typeface="Montserrat"/>
                <a:cs typeface="Montserrat"/>
              </a:rPr>
              <a:t>// OPERATE · RECOVERY</a:t>
            </a:r>
          </a:p>
        </p:txBody>
      </p:sp>
      <p:sp>
        <p:nvSpPr>
          <p:cNvPr id="35" name="">
            <a:extLst xmlns:a="http://schemas.openxmlformats.org/drawingml/2006/main">
              <a:ext uri="{FF2B5EF4-FFF2-40B4-BE49-F238E27FC236}">
                <a16:creationId xmlns:a16="http://schemas.microsoft.com/office/drawing/2014/main" id="{4C67E05C-E35B-4661-9380-B7982C79CDAD}"/>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94A3B8"/>
                </a:solidFill>
                <a:latin typeface="Montserrat"/>
                <a:ea typeface="Montserrat"/>
                <a:cs typeface="Montserrat"/>
              </a:defRPr>
            </a:defPPr>
            <a:lvl1pPr algn="r">
              <a:defRPr sz="900" b="0">
                <a:solidFill>
                  <a:srgbClr val="94A3B8"/>
                </a:solidFill>
                <a:latin typeface="Montserrat"/>
                <a:ea typeface="Montserrat"/>
                <a:cs typeface="Montserrat"/>
              </a:defRPr>
            </a:lvl1pPr>
            <a:lvl2pPr algn="r">
              <a:defRPr sz="900" b="0">
                <a:solidFill>
                  <a:srgbClr val="94A3B8"/>
                </a:solidFill>
                <a:latin typeface="Montserrat"/>
                <a:ea typeface="Montserrat"/>
                <a:cs typeface="Montserrat"/>
              </a:defRPr>
            </a:lvl2pPr>
            <a:lvl3pPr algn="r">
              <a:defRPr sz="900" b="0">
                <a:solidFill>
                  <a:srgbClr val="94A3B8"/>
                </a:solidFill>
                <a:latin typeface="Montserrat"/>
                <a:ea typeface="Montserrat"/>
                <a:cs typeface="Montserrat"/>
              </a:defRPr>
            </a:lvl3pPr>
            <a:lvl4pPr algn="r">
              <a:defRPr sz="900" b="0">
                <a:solidFill>
                  <a:srgbClr val="94A3B8"/>
                </a:solidFill>
                <a:latin typeface="Montserrat"/>
                <a:ea typeface="Montserrat"/>
                <a:cs typeface="Montserrat"/>
              </a:defRPr>
            </a:lvl4pPr>
            <a:lvl5pPr algn="r">
              <a:defRPr sz="900" b="0">
                <a:solidFill>
                  <a:srgbClr val="94A3B8"/>
                </a:solidFill>
                <a:latin typeface="Montserrat"/>
                <a:ea typeface="Montserrat"/>
                <a:cs typeface="Montserrat"/>
              </a:defRPr>
            </a:lvl5pPr>
            <a:lvl6pPr algn="r">
              <a:defRPr sz="900" b="0">
                <a:solidFill>
                  <a:srgbClr val="94A3B8"/>
                </a:solidFill>
                <a:latin typeface="Montserrat"/>
                <a:ea typeface="Montserrat"/>
                <a:cs typeface="Montserrat"/>
              </a:defRPr>
            </a:lvl6pPr>
            <a:lvl7pPr algn="r">
              <a:defRPr sz="900" b="0">
                <a:solidFill>
                  <a:srgbClr val="94A3B8"/>
                </a:solidFill>
                <a:latin typeface="Montserrat"/>
                <a:ea typeface="Montserrat"/>
                <a:cs typeface="Montserrat"/>
              </a:defRPr>
            </a:lvl7pPr>
            <a:lvl8pPr algn="r">
              <a:defRPr sz="900" b="0">
                <a:solidFill>
                  <a:srgbClr val="94A3B8"/>
                </a:solidFill>
                <a:latin typeface="Montserrat"/>
                <a:ea typeface="Montserrat"/>
                <a:cs typeface="Montserrat"/>
              </a:defRPr>
            </a:lvl8pPr>
            <a:lvl9pPr algn="r">
              <a:defRPr sz="900" b="0">
                <a:solidFill>
                  <a:srgbClr val="94A3B8"/>
                </a:solidFill>
                <a:latin typeface="Montserrat"/>
                <a:ea typeface="Montserrat"/>
                <a:cs typeface="Montserrat"/>
              </a:defRPr>
            </a:lvl9pPr>
          </a:lstStyle>
          <a:p xmlns:a="http://schemas.openxmlformats.org/drawingml/2006/main">
            <a:pPr algn="r">
              <a:defRPr sz="900" b="0">
                <a:solidFill>
                  <a:srgbClr val="94A3B8"/>
                </a:solidFill>
                <a:latin typeface="Montserrat"/>
                <a:ea typeface="Montserrat"/>
                <a:cs typeface="Montserrat"/>
              </a:defRPr>
            </a:pPr>
            <a:r>
              <a:rPr sz="900" b="0">
                <a:solidFill>
                  <a:srgbClr val="94A3B8"/>
                </a:solidFill>
                <a:latin typeface="Montserrat"/>
                <a:ea typeface="Montserrat"/>
                <a:cs typeface="Montserrat"/>
              </a:rPr>
              <a:t>4:40–5:25</a:t>
            </a:r>
          </a:p>
        </p:txBody>
      </p:sp>
      <p:sp>
        <p:nvSpPr>
          <p:cNvPr id="36" name="">
            <a:extLst xmlns:a="http://schemas.openxmlformats.org/drawingml/2006/main">
              <a:ext uri="{FF2B5EF4-FFF2-40B4-BE49-F238E27FC236}">
                <a16:creationId xmlns:a16="http://schemas.microsoft.com/office/drawing/2014/main" id="{E7F061C1-B5A3-49CE-BA18-7928956658B0}"/>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Undo first</a:t>
            </a:r>
          </a:p>
        </p:txBody>
      </p:sp>
      <p:sp>
        <p:nvSpPr>
          <p:cNvPr id="37" name="">
            <a:extLst xmlns:a="http://schemas.openxmlformats.org/drawingml/2006/main">
              <a:ext uri="{FF2B5EF4-FFF2-40B4-BE49-F238E27FC236}">
                <a16:creationId xmlns:a16="http://schemas.microsoft.com/office/drawing/2014/main" id="{AF6AA195-CD3C-4137-98D0-1118894667BE}"/>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PROTECT PEOPLE NOW · REPAIR THE SAFE COPY NEXT</a:t>
            </a:r>
          </a:p>
        </p:txBody>
      </p:sp>
      <p:sp>
        <p:nvSpPr>
          <p:cNvPr id="38" name="">
            <a:extLst xmlns:a="http://schemas.openxmlformats.org/drawingml/2006/main">
              <a:ext uri="{FF2B5EF4-FFF2-40B4-BE49-F238E27FC236}">
                <a16:creationId xmlns:a16="http://schemas.microsoft.com/office/drawing/2014/main" id="{7F1EDC9B-26C0-4424-8370-1B95C54494AC}"/>
              </a:ext>
            </a:extLst>
          </p:cNvPr>
          <p:cNvSpPr>
            <a:spLocks xmlns:a="http://schemas.openxmlformats.org/drawingml/2006/main" noGrp="1"/>
          </p:cNvSpPr>
          <p:nvPr/>
        </p:nvSpPr>
        <p:spPr>
          <a:xfrm xmlns:a="http://schemas.openxmlformats.org/drawingml/2006/main">
            <a:off x="647700" y="2009775"/>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39" name="">
            <a:extLst xmlns:a="http://schemas.openxmlformats.org/drawingml/2006/main">
              <a:ext uri="{FF2B5EF4-FFF2-40B4-BE49-F238E27FC236}">
                <a16:creationId xmlns:a16="http://schemas.microsoft.com/office/drawing/2014/main" id="{D0FA46E4-229D-438F-AC0E-7752E7656F79}"/>
              </a:ext>
            </a:extLst>
          </p:cNvPr>
          <p:cNvSpPr>
            <a:spLocks xmlns:a="http://schemas.openxmlformats.org/drawingml/2006/main" noGrp="1"/>
          </p:cNvSpPr>
          <p:nvPr/>
        </p:nvSpPr>
        <p:spPr>
          <a:xfrm xmlns:a="http://schemas.openxmlformats.org/drawingml/2006/main">
            <a:off x="742950"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01</a:t>
            </a:r>
          </a:p>
        </p:txBody>
      </p:sp>
      <p:sp>
        <p:nvSpPr>
          <p:cNvPr id="40" name="">
            <a:extLst xmlns:a="http://schemas.openxmlformats.org/drawingml/2006/main">
              <a:ext uri="{FF2B5EF4-FFF2-40B4-BE49-F238E27FC236}">
                <a16:creationId xmlns:a16="http://schemas.microsoft.com/office/drawing/2014/main" id="{6D8D8C0D-436F-440C-AEF6-8ECEDA13DAE5}"/>
              </a:ext>
            </a:extLst>
          </p:cNvPr>
          <p:cNvSpPr>
            <a:spLocks xmlns:a="http://schemas.openxmlformats.org/drawingml/2006/main" noGrp="1"/>
          </p:cNvSpPr>
          <p:nvPr/>
        </p:nvSpPr>
        <p:spPr>
          <a:xfrm xmlns:a="http://schemas.openxmlformats.org/drawingml/2006/main">
            <a:off x="742950"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See the problem</a:t>
            </a:r>
          </a:p>
        </p:txBody>
      </p:sp>
      <p:sp>
        <p:nvSpPr>
          <p:cNvPr id="41" name="">
            <a:extLst xmlns:a="http://schemas.openxmlformats.org/drawingml/2006/main">
              <a:ext uri="{FF2B5EF4-FFF2-40B4-BE49-F238E27FC236}">
                <a16:creationId xmlns:a16="http://schemas.microsoft.com/office/drawing/2014/main" id="{409CC3A5-B15D-445F-9137-EB3D00B31C00}"/>
              </a:ext>
            </a:extLst>
          </p:cNvPr>
          <p:cNvSpPr>
            <a:spLocks xmlns:a="http://schemas.openxmlformats.org/drawingml/2006/main" noGrp="1"/>
          </p:cNvSpPr>
          <p:nvPr/>
        </p:nvSpPr>
        <p:spPr>
          <a:xfrm xmlns:a="http://schemas.openxmlformats.org/drawingml/2006/main">
            <a:off x="742950"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Confirm the live version is wrong before changing anything else.</a:t>
            </a:r>
          </a:p>
        </p:txBody>
      </p:sp>
      <p:sp>
        <p:nvSpPr>
          <p:cNvPr id="42" name="">
            <a:extLst xmlns:a="http://schemas.openxmlformats.org/drawingml/2006/main">
              <a:ext uri="{FF2B5EF4-FFF2-40B4-BE49-F238E27FC236}">
                <a16:creationId xmlns:a16="http://schemas.microsoft.com/office/drawing/2014/main" id="{F62BCB20-B93A-45D7-A95B-861A8A215174}"/>
              </a:ext>
            </a:extLst>
          </p:cNvPr>
          <p:cNvSpPr>
            <a:spLocks xmlns:a="http://schemas.openxmlformats.org/drawingml/2006/main" noGrp="1"/>
          </p:cNvSpPr>
          <p:nvPr/>
        </p:nvSpPr>
        <p:spPr>
          <a:xfrm xmlns:a="http://schemas.openxmlformats.org/drawingml/2006/main">
            <a:off x="3362325"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43" name="">
            <a:extLst xmlns:a="http://schemas.openxmlformats.org/drawingml/2006/main">
              <a:ext uri="{FF2B5EF4-FFF2-40B4-BE49-F238E27FC236}">
                <a16:creationId xmlns:a16="http://schemas.microsoft.com/office/drawing/2014/main" id="{7EC53DC2-660A-4CD7-84CA-98964F33D5C9}"/>
              </a:ext>
            </a:extLst>
          </p:cNvPr>
          <p:cNvSpPr>
            <a:spLocks xmlns:a="http://schemas.openxmlformats.org/drawingml/2006/main" noGrp="1"/>
          </p:cNvSpPr>
          <p:nvPr/>
        </p:nvSpPr>
        <p:spPr>
          <a:xfrm xmlns:a="http://schemas.openxmlformats.org/drawingml/2006/main">
            <a:off x="3476625"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02</a:t>
            </a:r>
          </a:p>
        </p:txBody>
      </p:sp>
      <p:sp>
        <p:nvSpPr>
          <p:cNvPr id="44" name="">
            <a:extLst xmlns:a="http://schemas.openxmlformats.org/drawingml/2006/main">
              <a:ext uri="{FF2B5EF4-FFF2-40B4-BE49-F238E27FC236}">
                <a16:creationId xmlns:a16="http://schemas.microsoft.com/office/drawing/2014/main" id="{85613825-EBFA-4774-84CF-140A187D388B}"/>
              </a:ext>
            </a:extLst>
          </p:cNvPr>
          <p:cNvSpPr>
            <a:spLocks xmlns:a="http://schemas.openxmlformats.org/drawingml/2006/main" noGrp="1"/>
          </p:cNvSpPr>
          <p:nvPr/>
        </p:nvSpPr>
        <p:spPr>
          <a:xfrm xmlns:a="http://schemas.openxmlformats.org/drawingml/2006/main">
            <a:off x="3476625"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Return to the last good version</a:t>
            </a:r>
          </a:p>
        </p:txBody>
      </p:sp>
      <p:sp>
        <p:nvSpPr>
          <p:cNvPr id="45" name="">
            <a:extLst xmlns:a="http://schemas.openxmlformats.org/drawingml/2006/main">
              <a:ext uri="{FF2B5EF4-FFF2-40B4-BE49-F238E27FC236}">
                <a16:creationId xmlns:a16="http://schemas.microsoft.com/office/drawing/2014/main" id="{F165673D-447B-4C8D-80F3-372BC2808705}"/>
              </a:ext>
            </a:extLst>
          </p:cNvPr>
          <p:cNvSpPr>
            <a:spLocks xmlns:a="http://schemas.openxmlformats.org/drawingml/2006/main" noGrp="1"/>
          </p:cNvSpPr>
          <p:nvPr/>
        </p:nvSpPr>
        <p:spPr>
          <a:xfrm xmlns:a="http://schemas.openxmlformats.org/drawingml/2006/main">
            <a:off x="3476625"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Use the deployment history so people get the working page back.</a:t>
            </a:r>
          </a:p>
        </p:txBody>
      </p:sp>
      <p:sp>
        <p:nvSpPr>
          <p:cNvPr id="46" name="">
            <a:extLst xmlns:a="http://schemas.openxmlformats.org/drawingml/2006/main">
              <a:ext uri="{FF2B5EF4-FFF2-40B4-BE49-F238E27FC236}">
                <a16:creationId xmlns:a16="http://schemas.microsoft.com/office/drawing/2014/main" id="{73A0A9B0-06BE-4B01-8BC1-07429971FD89}"/>
              </a:ext>
            </a:extLst>
          </p:cNvPr>
          <p:cNvSpPr>
            <a:spLocks xmlns:a="http://schemas.openxmlformats.org/drawingml/2006/main" noGrp="1"/>
          </p:cNvSpPr>
          <p:nvPr/>
        </p:nvSpPr>
        <p:spPr>
          <a:xfrm xmlns:a="http://schemas.openxmlformats.org/drawingml/2006/main">
            <a:off x="6096000"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47" name="">
            <a:extLst xmlns:a="http://schemas.openxmlformats.org/drawingml/2006/main">
              <a:ext uri="{FF2B5EF4-FFF2-40B4-BE49-F238E27FC236}">
                <a16:creationId xmlns:a16="http://schemas.microsoft.com/office/drawing/2014/main" id="{842C0FD9-0EF4-42FF-8D31-3F58B7B4CC40}"/>
              </a:ext>
            </a:extLst>
          </p:cNvPr>
          <p:cNvSpPr>
            <a:spLocks xmlns:a="http://schemas.openxmlformats.org/drawingml/2006/main" noGrp="1"/>
          </p:cNvSpPr>
          <p:nvPr/>
        </p:nvSpPr>
        <p:spPr>
          <a:xfrm xmlns:a="http://schemas.openxmlformats.org/drawingml/2006/main">
            <a:off x="6210300"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03</a:t>
            </a:r>
          </a:p>
        </p:txBody>
      </p:sp>
      <p:sp>
        <p:nvSpPr>
          <p:cNvPr id="48" name="">
            <a:extLst xmlns:a="http://schemas.openxmlformats.org/drawingml/2006/main">
              <a:ext uri="{FF2B5EF4-FFF2-40B4-BE49-F238E27FC236}">
                <a16:creationId xmlns:a16="http://schemas.microsoft.com/office/drawing/2014/main" id="{AC5E05C8-3BC8-432B-9B3A-664FF5F8A133}"/>
              </a:ext>
            </a:extLst>
          </p:cNvPr>
          <p:cNvSpPr>
            <a:spLocks xmlns:a="http://schemas.openxmlformats.org/drawingml/2006/main" noGrp="1"/>
          </p:cNvSpPr>
          <p:nvPr/>
        </p:nvSpPr>
        <p:spPr>
          <a:xfrm xmlns:a="http://schemas.openxmlformats.org/drawingml/2006/main">
            <a:off x="6210300"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Repair the branch</a:t>
            </a:r>
          </a:p>
        </p:txBody>
      </p:sp>
      <p:sp>
        <p:nvSpPr>
          <p:cNvPr id="49" name="">
            <a:extLst xmlns:a="http://schemas.openxmlformats.org/drawingml/2006/main">
              <a:ext uri="{FF2B5EF4-FFF2-40B4-BE49-F238E27FC236}">
                <a16:creationId xmlns:a16="http://schemas.microsoft.com/office/drawing/2014/main" id="{36415EB1-6453-477A-B68F-31D4A22BDAB9}"/>
              </a:ext>
            </a:extLst>
          </p:cNvPr>
          <p:cNvSpPr>
            <a:spLocks xmlns:a="http://schemas.openxmlformats.org/drawingml/2006/main" noGrp="1"/>
          </p:cNvSpPr>
          <p:nvPr/>
        </p:nvSpPr>
        <p:spPr>
          <a:xfrm xmlns:a="http://schemas.openxmlformats.org/drawingml/2006/main">
            <a:off x="6210300"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Make the smallest permanent fix away from live.</a:t>
            </a:r>
          </a:p>
        </p:txBody>
      </p:sp>
      <p:sp>
        <p:nvSpPr>
          <p:cNvPr id="50" name="">
            <a:extLst xmlns:a="http://schemas.openxmlformats.org/drawingml/2006/main">
              <a:ext uri="{FF2B5EF4-FFF2-40B4-BE49-F238E27FC236}">
                <a16:creationId xmlns:a16="http://schemas.microsoft.com/office/drawing/2014/main" id="{BA765C83-88A8-4AD2-8FD8-2C10979F3659}"/>
              </a:ext>
            </a:extLst>
          </p:cNvPr>
          <p:cNvSpPr>
            <a:spLocks xmlns:a="http://schemas.openxmlformats.org/drawingml/2006/main" noGrp="1"/>
          </p:cNvSpPr>
          <p:nvPr/>
        </p:nvSpPr>
        <p:spPr>
          <a:xfrm xmlns:a="http://schemas.openxmlformats.org/drawingml/2006/main">
            <a:off x="8829675"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51" name="">
            <a:extLst xmlns:a="http://schemas.openxmlformats.org/drawingml/2006/main">
              <a:ext uri="{FF2B5EF4-FFF2-40B4-BE49-F238E27FC236}">
                <a16:creationId xmlns:a16="http://schemas.microsoft.com/office/drawing/2014/main" id="{95BEC3B8-B33E-41B3-AA4B-E80BEBC8ED0A}"/>
              </a:ext>
            </a:extLst>
          </p:cNvPr>
          <p:cNvSpPr>
            <a:spLocks xmlns:a="http://schemas.openxmlformats.org/drawingml/2006/main" noGrp="1"/>
          </p:cNvSpPr>
          <p:nvPr/>
        </p:nvSpPr>
        <p:spPr>
          <a:xfrm xmlns:a="http://schemas.openxmlformats.org/drawingml/2006/main">
            <a:off x="8943975"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04</a:t>
            </a:r>
          </a:p>
        </p:txBody>
      </p:sp>
      <p:sp>
        <p:nvSpPr>
          <p:cNvPr id="52" name="">
            <a:extLst xmlns:a="http://schemas.openxmlformats.org/drawingml/2006/main">
              <a:ext uri="{FF2B5EF4-FFF2-40B4-BE49-F238E27FC236}">
                <a16:creationId xmlns:a16="http://schemas.microsoft.com/office/drawing/2014/main" id="{081FBC40-A404-44A9-A165-91AAB597117E}"/>
              </a:ext>
            </a:extLst>
          </p:cNvPr>
          <p:cNvSpPr>
            <a:spLocks xmlns:a="http://schemas.openxmlformats.org/drawingml/2006/main" noGrp="1"/>
          </p:cNvSpPr>
          <p:nvPr/>
        </p:nvSpPr>
        <p:spPr>
          <a:xfrm xmlns:a="http://schemas.openxmlformats.org/drawingml/2006/main">
            <a:off x="8943975"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Check and republish</a:t>
            </a:r>
          </a:p>
        </p:txBody>
      </p:sp>
      <p:sp>
        <p:nvSpPr>
          <p:cNvPr id="53" name="">
            <a:extLst xmlns:a="http://schemas.openxmlformats.org/drawingml/2006/main">
              <a:ext uri="{FF2B5EF4-FFF2-40B4-BE49-F238E27FC236}">
                <a16:creationId xmlns:a16="http://schemas.microsoft.com/office/drawing/2014/main" id="{67885D5C-0DA3-4772-B628-922E67A8070C}"/>
              </a:ext>
            </a:extLst>
          </p:cNvPr>
          <p:cNvSpPr>
            <a:spLocks xmlns:a="http://schemas.openxmlformats.org/drawingml/2006/main" noGrp="1"/>
          </p:cNvSpPr>
          <p:nvPr/>
        </p:nvSpPr>
        <p:spPr>
          <a:xfrm xmlns:a="http://schemas.openxmlformats.org/drawingml/2006/main">
            <a:off x="8943975"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Repeat the important action before approving the repaired version.</a:t>
            </a:r>
          </a:p>
        </p:txBody>
      </p:sp>
      <p:sp>
        <p:nvSpPr>
          <p:cNvPr id="54" name="">
            <a:extLst xmlns:a="http://schemas.openxmlformats.org/drawingml/2006/main">
              <a:ext uri="{FF2B5EF4-FFF2-40B4-BE49-F238E27FC236}">
                <a16:creationId xmlns:a16="http://schemas.microsoft.com/office/drawing/2014/main" id="{0D090C3E-4F04-4925-8DD6-E85725E4A307}"/>
              </a:ext>
            </a:extLst>
          </p:cNvPr>
          <p:cNvSpPr>
            <a:spLocks xmlns:a="http://schemas.openxmlformats.org/drawingml/2006/main" noGrp="1"/>
          </p:cNvSpPr>
          <p:nvPr/>
        </p:nvSpPr>
        <p:spPr>
          <a:xfrm xmlns:a="http://schemas.openxmlformats.org/drawingml/2006/main">
            <a:off x="647700" y="470535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55" name="">
            <a:extLst xmlns:a="http://schemas.openxmlformats.org/drawingml/2006/main">
              <a:ext uri="{FF2B5EF4-FFF2-40B4-BE49-F238E27FC236}">
                <a16:creationId xmlns:a16="http://schemas.microsoft.com/office/drawing/2014/main" id="{876A484C-DF47-416F-9586-6F95E34F1C40}"/>
              </a:ext>
            </a:extLst>
          </p:cNvPr>
          <p:cNvSpPr>
            <a:spLocks xmlns:a="http://schemas.openxmlformats.org/drawingml/2006/main" noGrp="1"/>
          </p:cNvSpPr>
          <p:nvPr/>
        </p:nvSpPr>
        <p:spPr>
          <a:xfrm xmlns:a="http://schemas.openxmlformats.org/drawingml/2006/main">
            <a:off x="742950" y="49530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Undo buys time. The branch makes the repair last.</a:t>
            </a:r>
          </a:p>
        </p:txBody>
      </p:sp>
      <p:sp>
        <p:nvSpPr>
          <p:cNvPr id="56" name="">
            <a:extLst xmlns:a="http://schemas.openxmlformats.org/drawingml/2006/main">
              <a:ext uri="{FF2B5EF4-FFF2-40B4-BE49-F238E27FC236}">
                <a16:creationId xmlns:a16="http://schemas.microsoft.com/office/drawing/2014/main" id="{83634BF5-408C-4E42-A218-ED232CFBF526}"/>
              </a:ext>
            </a:extLst>
          </p:cNvPr>
          <p:cNvSpPr>
            <a:spLocks xmlns:a="http://schemas.openxmlformats.org/drawingml/2006/main" noGrp="1"/>
          </p:cNvSpPr>
          <p:nvPr/>
        </p:nvSpPr>
        <p:spPr>
          <a:xfrm xmlns:a="http://schemas.openxmlformats.org/drawingml/2006/main">
            <a:off x="3667125" y="6381750"/>
            <a:ext cx="4857750" cy="0"/>
          </a:xfrm>
          <a:prstGeom xmlns:a="http://schemas.openxmlformats.org/drawingml/2006/main" prst="line">
            <a:avLst/>
          </a:prstGeom>
          <a:noFill xmlns:a="http://schemas.openxmlformats.org/drawingml/2006/main"/>
          <a:ln xmlns:a="http://schemas.openxmlformats.org/drawingml/2006/main" w="5715">
            <a:solidFill>
              <a:srgbClr val="D8E2EF"/>
            </a:solidFill>
            <a:prstDash val="solid"/>
          </a:ln>
        </p:spPr>
      </p:sp>
      <p:sp>
        <p:nvSpPr>
          <p:cNvPr id="57" name="">
            <a:extLst xmlns:a="http://schemas.openxmlformats.org/drawingml/2006/main">
              <a:ext uri="{FF2B5EF4-FFF2-40B4-BE49-F238E27FC236}">
                <a16:creationId xmlns:a16="http://schemas.microsoft.com/office/drawing/2014/main" id="{D0ADB337-0CE1-4442-BFD5-29724A6A0000}"/>
              </a:ext>
            </a:extLst>
          </p:cNvPr>
          <p:cNvSpPr>
            <a:spLocks xmlns:a="http://schemas.openxmlformats.org/drawingml/2006/main" noGrp="1"/>
          </p:cNvSpPr>
          <p:nvPr/>
        </p:nvSpPr>
        <p:spPr>
          <a:xfrm xmlns:a="http://schemas.openxmlformats.org/drawingml/2006/main">
            <a:off x="8162925" y="6381750"/>
            <a:ext cx="361950" cy="0"/>
          </a:xfrm>
          <a:prstGeom xmlns:a="http://schemas.openxmlformats.org/drawingml/2006/main" prst="line">
            <a:avLst/>
          </a:prstGeom>
          <a:noFill xmlns:a="http://schemas.openxmlformats.org/drawingml/2006/main"/>
          <a:ln xmlns:a="http://schemas.openxmlformats.org/drawingml/2006/main" w="28575">
            <a:solidFill>
              <a:srgbClr val="EF8B39"/>
            </a:solidFill>
            <a:prstDash val="solid"/>
          </a:ln>
        </p:spPr>
      </p:sp>
      <p:sp>
        <p:nvSpPr>
          <p:cNvPr id="58" name="">
            <a:extLst xmlns:a="http://schemas.openxmlformats.org/drawingml/2006/main">
              <a:ext uri="{FF2B5EF4-FFF2-40B4-BE49-F238E27FC236}">
                <a16:creationId xmlns:a16="http://schemas.microsoft.com/office/drawing/2014/main" id="{7050DDFB-25C0-4BA4-9B0B-E2F051060499}"/>
              </a:ext>
            </a:extLst>
          </p:cNvPr>
          <p:cNvSpPr>
            <a:spLocks xmlns:a="http://schemas.openxmlformats.org/drawingml/2006/main" noGrp="1"/>
          </p:cNvSpPr>
          <p:nvPr/>
        </p:nvSpPr>
        <p:spPr>
          <a:xfrm xmlns:a="http://schemas.openxmlformats.org/drawingml/2006/main">
            <a:off x="36337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59" name="">
            <a:extLst xmlns:a="http://schemas.openxmlformats.org/drawingml/2006/main">
              <a:ext uri="{FF2B5EF4-FFF2-40B4-BE49-F238E27FC236}">
                <a16:creationId xmlns:a16="http://schemas.microsoft.com/office/drawing/2014/main" id="{3FF9507C-0824-4A1E-9CA4-11C1435A6890}"/>
              </a:ext>
            </a:extLst>
          </p:cNvPr>
          <p:cNvSpPr>
            <a:spLocks xmlns:a="http://schemas.openxmlformats.org/drawingml/2006/main" noGrp="1"/>
          </p:cNvSpPr>
          <p:nvPr/>
        </p:nvSpPr>
        <p:spPr>
          <a:xfrm xmlns:a="http://schemas.openxmlformats.org/drawingml/2006/main">
            <a:off x="32670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PLAN</a:t>
            </a:r>
          </a:p>
        </p:txBody>
      </p:sp>
      <p:sp>
        <p:nvSpPr>
          <p:cNvPr id="60" name="">
            <a:extLst xmlns:a="http://schemas.openxmlformats.org/drawingml/2006/main">
              <a:ext uri="{FF2B5EF4-FFF2-40B4-BE49-F238E27FC236}">
                <a16:creationId xmlns:a16="http://schemas.microsoft.com/office/drawing/2014/main" id="{1EF397E5-C05E-4E28-BED8-1D2E896CC913}"/>
              </a:ext>
            </a:extLst>
          </p:cNvPr>
          <p:cNvSpPr>
            <a:spLocks xmlns:a="http://schemas.openxmlformats.org/drawingml/2006/main" noGrp="1"/>
          </p:cNvSpPr>
          <p:nvPr/>
        </p:nvSpPr>
        <p:spPr>
          <a:xfrm xmlns:a="http://schemas.openxmlformats.org/drawingml/2006/main">
            <a:off x="46053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61" name="">
            <a:extLst xmlns:a="http://schemas.openxmlformats.org/drawingml/2006/main">
              <a:ext uri="{FF2B5EF4-FFF2-40B4-BE49-F238E27FC236}">
                <a16:creationId xmlns:a16="http://schemas.microsoft.com/office/drawing/2014/main" id="{16C3C65A-6265-4A72-BB2C-63E6AD7C805F}"/>
              </a:ext>
            </a:extLst>
          </p:cNvPr>
          <p:cNvSpPr>
            <a:spLocks xmlns:a="http://schemas.openxmlformats.org/drawingml/2006/main" noGrp="1"/>
          </p:cNvSpPr>
          <p:nvPr/>
        </p:nvSpPr>
        <p:spPr>
          <a:xfrm xmlns:a="http://schemas.openxmlformats.org/drawingml/2006/main">
            <a:off x="42386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DESIGN</a:t>
            </a:r>
          </a:p>
        </p:txBody>
      </p:sp>
      <p:sp>
        <p:nvSpPr>
          <p:cNvPr id="62" name="">
            <a:extLst xmlns:a="http://schemas.openxmlformats.org/drawingml/2006/main">
              <a:ext uri="{FF2B5EF4-FFF2-40B4-BE49-F238E27FC236}">
                <a16:creationId xmlns:a16="http://schemas.microsoft.com/office/drawing/2014/main" id="{66B9E2A5-F892-4E44-981C-7815B9BC7506}"/>
              </a:ext>
            </a:extLst>
          </p:cNvPr>
          <p:cNvSpPr>
            <a:spLocks xmlns:a="http://schemas.openxmlformats.org/drawingml/2006/main" noGrp="1"/>
          </p:cNvSpPr>
          <p:nvPr/>
        </p:nvSpPr>
        <p:spPr>
          <a:xfrm xmlns:a="http://schemas.openxmlformats.org/drawingml/2006/main">
            <a:off x="55768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63" name="">
            <a:extLst xmlns:a="http://schemas.openxmlformats.org/drawingml/2006/main">
              <a:ext uri="{FF2B5EF4-FFF2-40B4-BE49-F238E27FC236}">
                <a16:creationId xmlns:a16="http://schemas.microsoft.com/office/drawing/2014/main" id="{DBB6389B-A7F1-49E4-8798-7AD3B0B3B61C}"/>
              </a:ext>
            </a:extLst>
          </p:cNvPr>
          <p:cNvSpPr>
            <a:spLocks xmlns:a="http://schemas.openxmlformats.org/drawingml/2006/main" noGrp="1"/>
          </p:cNvSpPr>
          <p:nvPr/>
        </p:nvSpPr>
        <p:spPr>
          <a:xfrm xmlns:a="http://schemas.openxmlformats.org/drawingml/2006/main">
            <a:off x="52101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BUILD</a:t>
            </a:r>
          </a:p>
        </p:txBody>
      </p:sp>
      <p:sp>
        <p:nvSpPr>
          <p:cNvPr id="64" name="">
            <a:extLst xmlns:a="http://schemas.openxmlformats.org/drawingml/2006/main">
              <a:ext uri="{FF2B5EF4-FFF2-40B4-BE49-F238E27FC236}">
                <a16:creationId xmlns:a16="http://schemas.microsoft.com/office/drawing/2014/main" id="{EEE95CCD-85B4-4EBD-9DCF-4ADA1B508809}"/>
              </a:ext>
            </a:extLst>
          </p:cNvPr>
          <p:cNvSpPr>
            <a:spLocks xmlns:a="http://schemas.openxmlformats.org/drawingml/2006/main" noGrp="1"/>
          </p:cNvSpPr>
          <p:nvPr/>
        </p:nvSpPr>
        <p:spPr>
          <a:xfrm xmlns:a="http://schemas.openxmlformats.org/drawingml/2006/main">
            <a:off x="65484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65" name="">
            <a:extLst xmlns:a="http://schemas.openxmlformats.org/drawingml/2006/main">
              <a:ext uri="{FF2B5EF4-FFF2-40B4-BE49-F238E27FC236}">
                <a16:creationId xmlns:a16="http://schemas.microsoft.com/office/drawing/2014/main" id="{828A4D2C-0158-483C-96F4-11371EA538F3}"/>
              </a:ext>
            </a:extLst>
          </p:cNvPr>
          <p:cNvSpPr>
            <a:spLocks xmlns:a="http://schemas.openxmlformats.org/drawingml/2006/main" noGrp="1"/>
          </p:cNvSpPr>
          <p:nvPr/>
        </p:nvSpPr>
        <p:spPr>
          <a:xfrm xmlns:a="http://schemas.openxmlformats.org/drawingml/2006/main">
            <a:off x="61817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TEST</a:t>
            </a:r>
          </a:p>
        </p:txBody>
      </p:sp>
      <p:sp>
        <p:nvSpPr>
          <p:cNvPr id="66" name="">
            <a:extLst xmlns:a="http://schemas.openxmlformats.org/drawingml/2006/main">
              <a:ext uri="{FF2B5EF4-FFF2-40B4-BE49-F238E27FC236}">
                <a16:creationId xmlns:a16="http://schemas.microsoft.com/office/drawing/2014/main" id="{4CDDA42D-B976-4C59-8DEB-C9804BB77907}"/>
              </a:ext>
            </a:extLst>
          </p:cNvPr>
          <p:cNvSpPr>
            <a:spLocks xmlns:a="http://schemas.openxmlformats.org/drawingml/2006/main" noGrp="1"/>
          </p:cNvSpPr>
          <p:nvPr/>
        </p:nvSpPr>
        <p:spPr>
          <a:xfrm xmlns:a="http://schemas.openxmlformats.org/drawingml/2006/main">
            <a:off x="75199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67" name="">
            <a:extLst xmlns:a="http://schemas.openxmlformats.org/drawingml/2006/main">
              <a:ext uri="{FF2B5EF4-FFF2-40B4-BE49-F238E27FC236}">
                <a16:creationId xmlns:a16="http://schemas.microsoft.com/office/drawing/2014/main" id="{9AF15CD2-7DDF-4FF5-A09A-BA4776B4E2BE}"/>
              </a:ext>
            </a:extLst>
          </p:cNvPr>
          <p:cNvSpPr>
            <a:spLocks xmlns:a="http://schemas.openxmlformats.org/drawingml/2006/main" noGrp="1"/>
          </p:cNvSpPr>
          <p:nvPr/>
        </p:nvSpPr>
        <p:spPr>
          <a:xfrm xmlns:a="http://schemas.openxmlformats.org/drawingml/2006/main">
            <a:off x="71532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DEPLOY</a:t>
            </a:r>
          </a:p>
        </p:txBody>
      </p:sp>
      <p:sp>
        <p:nvSpPr>
          <p:cNvPr id="68" name="">
            <a:extLst xmlns:a="http://schemas.openxmlformats.org/drawingml/2006/main">
              <a:ext uri="{FF2B5EF4-FFF2-40B4-BE49-F238E27FC236}">
                <a16:creationId xmlns:a16="http://schemas.microsoft.com/office/drawing/2014/main" id="{A29DAEEC-D203-4913-9781-8E4A4A446405}"/>
              </a:ext>
            </a:extLst>
          </p:cNvPr>
          <p:cNvSpPr>
            <a:spLocks xmlns:a="http://schemas.openxmlformats.org/drawingml/2006/main" noGrp="1"/>
          </p:cNvSpPr>
          <p:nvPr/>
        </p:nvSpPr>
        <p:spPr>
          <a:xfrm xmlns:a="http://schemas.openxmlformats.org/drawingml/2006/main">
            <a:off x="8477250" y="6334125"/>
            <a:ext cx="95250" cy="95250"/>
          </a:xfrm>
          <a:prstGeom xmlns:a="http://schemas.openxmlformats.org/drawingml/2006/main" prst="ellipse">
            <a:avLst/>
          </a:prstGeom>
          <a:solidFill xmlns:a="http://schemas.openxmlformats.org/drawingml/2006/main">
            <a:srgbClr val="EF8B39"/>
          </a:solidFill>
          <a:ln xmlns:a="http://schemas.openxmlformats.org/drawingml/2006/main" w="9525">
            <a:solidFill>
              <a:srgbClr val="EF8B39"/>
            </a:solidFill>
            <a:prstDash val="solid"/>
          </a:ln>
        </p:spPr>
      </p:sp>
      <p:sp>
        <p:nvSpPr>
          <p:cNvPr id="69" name="">
            <a:extLst xmlns:a="http://schemas.openxmlformats.org/drawingml/2006/main">
              <a:ext uri="{FF2B5EF4-FFF2-40B4-BE49-F238E27FC236}">
                <a16:creationId xmlns:a16="http://schemas.microsoft.com/office/drawing/2014/main" id="{5760617A-708B-4366-8696-EF86AF6A945A}"/>
              </a:ext>
            </a:extLst>
          </p:cNvPr>
          <p:cNvSpPr>
            <a:spLocks xmlns:a="http://schemas.openxmlformats.org/drawingml/2006/main" noGrp="1"/>
          </p:cNvSpPr>
          <p:nvPr/>
        </p:nvSpPr>
        <p:spPr>
          <a:xfrm xmlns:a="http://schemas.openxmlformats.org/drawingml/2006/main">
            <a:off x="81248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1">
                <a:solidFill>
                  <a:srgbClr val="B93800"/>
                </a:solidFill>
                <a:latin typeface="Montserrat"/>
                <a:ea typeface="Montserrat"/>
                <a:cs typeface="Montserrat"/>
              </a:defRPr>
            </a:defPPr>
            <a:lvl1pPr algn="ctr">
              <a:defRPr sz="675" b="1">
                <a:solidFill>
                  <a:srgbClr val="B93800"/>
                </a:solidFill>
                <a:latin typeface="Montserrat"/>
                <a:ea typeface="Montserrat"/>
                <a:cs typeface="Montserrat"/>
              </a:defRPr>
            </a:lvl1pPr>
            <a:lvl2pPr algn="ctr">
              <a:defRPr sz="675" b="1">
                <a:solidFill>
                  <a:srgbClr val="B93800"/>
                </a:solidFill>
                <a:latin typeface="Montserrat"/>
                <a:ea typeface="Montserrat"/>
                <a:cs typeface="Montserrat"/>
              </a:defRPr>
            </a:lvl2pPr>
            <a:lvl3pPr algn="ctr">
              <a:defRPr sz="675" b="1">
                <a:solidFill>
                  <a:srgbClr val="B93800"/>
                </a:solidFill>
                <a:latin typeface="Montserrat"/>
                <a:ea typeface="Montserrat"/>
                <a:cs typeface="Montserrat"/>
              </a:defRPr>
            </a:lvl3pPr>
            <a:lvl4pPr algn="ctr">
              <a:defRPr sz="675" b="1">
                <a:solidFill>
                  <a:srgbClr val="B93800"/>
                </a:solidFill>
                <a:latin typeface="Montserrat"/>
                <a:ea typeface="Montserrat"/>
                <a:cs typeface="Montserrat"/>
              </a:defRPr>
            </a:lvl4pPr>
            <a:lvl5pPr algn="ctr">
              <a:defRPr sz="675" b="1">
                <a:solidFill>
                  <a:srgbClr val="B93800"/>
                </a:solidFill>
                <a:latin typeface="Montserrat"/>
                <a:ea typeface="Montserrat"/>
                <a:cs typeface="Montserrat"/>
              </a:defRPr>
            </a:lvl5pPr>
            <a:lvl6pPr algn="ctr">
              <a:defRPr sz="675" b="1">
                <a:solidFill>
                  <a:srgbClr val="B93800"/>
                </a:solidFill>
                <a:latin typeface="Montserrat"/>
                <a:ea typeface="Montserrat"/>
                <a:cs typeface="Montserrat"/>
              </a:defRPr>
            </a:lvl6pPr>
            <a:lvl7pPr algn="ctr">
              <a:defRPr sz="675" b="1">
                <a:solidFill>
                  <a:srgbClr val="B93800"/>
                </a:solidFill>
                <a:latin typeface="Montserrat"/>
                <a:ea typeface="Montserrat"/>
                <a:cs typeface="Montserrat"/>
              </a:defRPr>
            </a:lvl7pPr>
            <a:lvl8pPr algn="ctr">
              <a:defRPr sz="675" b="1">
                <a:solidFill>
                  <a:srgbClr val="B93800"/>
                </a:solidFill>
                <a:latin typeface="Montserrat"/>
                <a:ea typeface="Montserrat"/>
                <a:cs typeface="Montserrat"/>
              </a:defRPr>
            </a:lvl8pPr>
            <a:lvl9pPr algn="ctr">
              <a:defRPr sz="675" b="1">
                <a:solidFill>
                  <a:srgbClr val="B93800"/>
                </a:solidFill>
                <a:latin typeface="Montserrat"/>
                <a:ea typeface="Montserrat"/>
                <a:cs typeface="Montserrat"/>
              </a:defRPr>
            </a:lvl9pPr>
          </a:lstStyle>
          <a:p xmlns:a="http://schemas.openxmlformats.org/drawingml/2006/main">
            <a:pPr algn="ctr">
              <a:defRPr sz="675" b="1">
                <a:solidFill>
                  <a:srgbClr val="B93800"/>
                </a:solidFill>
                <a:latin typeface="Montserrat"/>
                <a:ea typeface="Montserrat"/>
                <a:cs typeface="Montserrat"/>
              </a:defRPr>
            </a:pPr>
            <a:r>
              <a:rPr sz="675" b="1">
                <a:solidFill>
                  <a:srgbClr val="B93800"/>
                </a:solidFill>
                <a:latin typeface="Montserrat"/>
                <a:ea typeface="Montserrat"/>
                <a:cs typeface="Montserrat"/>
              </a:rPr>
              <a:t>MAINTAIN</a:t>
            </a:r>
          </a:p>
        </p:txBody>
      </p:sp>
    </p:spTree>
    <p:extLst>
      <p:ext uri="{BB962C8B-B14F-4D97-AF65-F5344CB8AC3E}">
        <p14:creationId xmlns:p14="http://schemas.microsoft.com/office/powerpoint/2010/main" val="1854886053"/>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C9A68AEB-BD6B-4FDE-BE32-AFD258C96426}"/>
              </a:ext>
            </a:extLst>
          </p:cNvPr>
          <p:cNvPicPr>
            <a:picLocks xmlns:a="http://schemas.openxmlformats.org/drawingml/2006/main" noChangeAspect="1"/>
          </p:cNvPicPr>
          <p:nvPr/>
        </p:nvPicPr>
        <p:blipFill>
          <a:blip xmlns:r="http://schemas.openxmlformats.org/officeDocument/2006/relationships" xmlns:a="http://schemas.openxmlformats.org/drawingml/2006/main" r:embed="Rcd094ee3b4ea467e"/>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58F57913-2906-4546-BDFF-DA4A850D43EB}"/>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54 / 63</a:t>
            </a:r>
            <a:endParaRPr sz="900"/>
          </a:p>
        </p:txBody>
      </p:sp>
      <p:sp>
        <p:nvSpPr>
          <p:cNvPr id="80" name="">
            <a:extLst xmlns:a="http://schemas.openxmlformats.org/drawingml/2006/main">
              <a:ext uri="{FF2B5EF4-FFF2-40B4-BE49-F238E27FC236}">
                <a16:creationId xmlns:a16="http://schemas.microsoft.com/office/drawing/2014/main" id="{386C0DE5-50AA-413B-9C3A-E2CC850770B5}"/>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307FE2"/>
                </a:solidFill>
                <a:latin typeface="Montserrat"/>
                <a:ea typeface="Montserrat"/>
                <a:cs typeface="Montserrat"/>
              </a:defRPr>
            </a:defPPr>
            <a:lvl1pPr algn="l">
              <a:defRPr sz="1050" b="1">
                <a:solidFill>
                  <a:srgbClr val="307FE2"/>
                </a:solidFill>
                <a:latin typeface="Montserrat"/>
                <a:ea typeface="Montserrat"/>
                <a:cs typeface="Montserrat"/>
              </a:defRPr>
            </a:lvl1pPr>
            <a:lvl2pPr algn="l">
              <a:defRPr sz="1050" b="1">
                <a:solidFill>
                  <a:srgbClr val="307FE2"/>
                </a:solidFill>
                <a:latin typeface="Montserrat"/>
                <a:ea typeface="Montserrat"/>
                <a:cs typeface="Montserrat"/>
              </a:defRPr>
            </a:lvl2pPr>
            <a:lvl3pPr algn="l">
              <a:defRPr sz="1050" b="1">
                <a:solidFill>
                  <a:srgbClr val="307FE2"/>
                </a:solidFill>
                <a:latin typeface="Montserrat"/>
                <a:ea typeface="Montserrat"/>
                <a:cs typeface="Montserrat"/>
              </a:defRPr>
            </a:lvl3pPr>
            <a:lvl4pPr algn="l">
              <a:defRPr sz="1050" b="1">
                <a:solidFill>
                  <a:srgbClr val="307FE2"/>
                </a:solidFill>
                <a:latin typeface="Montserrat"/>
                <a:ea typeface="Montserrat"/>
                <a:cs typeface="Montserrat"/>
              </a:defRPr>
            </a:lvl4pPr>
            <a:lvl5pPr algn="l">
              <a:defRPr sz="1050" b="1">
                <a:solidFill>
                  <a:srgbClr val="307FE2"/>
                </a:solidFill>
                <a:latin typeface="Montserrat"/>
                <a:ea typeface="Montserrat"/>
                <a:cs typeface="Montserrat"/>
              </a:defRPr>
            </a:lvl5pPr>
            <a:lvl6pPr algn="l">
              <a:defRPr sz="1050" b="1">
                <a:solidFill>
                  <a:srgbClr val="307FE2"/>
                </a:solidFill>
                <a:latin typeface="Montserrat"/>
                <a:ea typeface="Montserrat"/>
                <a:cs typeface="Montserrat"/>
              </a:defRPr>
            </a:lvl6pPr>
            <a:lvl7pPr algn="l">
              <a:defRPr sz="1050" b="1">
                <a:solidFill>
                  <a:srgbClr val="307FE2"/>
                </a:solidFill>
                <a:latin typeface="Montserrat"/>
                <a:ea typeface="Montserrat"/>
                <a:cs typeface="Montserrat"/>
              </a:defRPr>
            </a:lvl7pPr>
            <a:lvl8pPr algn="l">
              <a:defRPr sz="1050" b="1">
                <a:solidFill>
                  <a:srgbClr val="307FE2"/>
                </a:solidFill>
                <a:latin typeface="Montserrat"/>
                <a:ea typeface="Montserrat"/>
                <a:cs typeface="Montserrat"/>
              </a:defRPr>
            </a:lvl8pPr>
            <a:lvl9pPr algn="l">
              <a:defRPr sz="1050" b="1">
                <a:solidFill>
                  <a:srgbClr val="307FE2"/>
                </a:solidFill>
                <a:latin typeface="Montserrat"/>
                <a:ea typeface="Montserrat"/>
                <a:cs typeface="Montserrat"/>
              </a:defRPr>
            </a:lvl9pPr>
          </a:lstStyle>
          <a:p xmlns:a="http://schemas.openxmlformats.org/drawingml/2006/main">
            <a:pPr algn="l">
              <a:defRPr sz="1050" b="1">
                <a:solidFill>
                  <a:srgbClr val="307FE2"/>
                </a:solidFill>
                <a:latin typeface="Montserrat"/>
                <a:ea typeface="Montserrat"/>
                <a:cs typeface="Montserrat"/>
              </a:defRPr>
            </a:pPr>
            <a:r>
              <a:rPr sz="1050" b="1">
                <a:solidFill>
                  <a:srgbClr val="307FE2"/>
                </a:solidFill>
                <a:latin typeface="Montserrat"/>
                <a:ea typeface="Montserrat"/>
                <a:cs typeface="Montserrat"/>
              </a:rPr>
              <a:t>// OPERATE · PRIVATE KEYS</a:t>
            </a:r>
          </a:p>
        </p:txBody>
      </p:sp>
      <p:sp>
        <p:nvSpPr>
          <p:cNvPr id="81" name="">
            <a:extLst xmlns:a="http://schemas.openxmlformats.org/drawingml/2006/main">
              <a:ext uri="{FF2B5EF4-FFF2-40B4-BE49-F238E27FC236}">
                <a16:creationId xmlns:a16="http://schemas.microsoft.com/office/drawing/2014/main" id="{1571093E-CFFC-4600-97A7-74B35C8A8058}"/>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94A3B8"/>
                </a:solidFill>
                <a:latin typeface="Montserrat"/>
                <a:ea typeface="Montserrat"/>
                <a:cs typeface="Montserrat"/>
              </a:defRPr>
            </a:defPPr>
            <a:lvl1pPr algn="r">
              <a:defRPr sz="900" b="0">
                <a:solidFill>
                  <a:srgbClr val="94A3B8"/>
                </a:solidFill>
                <a:latin typeface="Montserrat"/>
                <a:ea typeface="Montserrat"/>
                <a:cs typeface="Montserrat"/>
              </a:defRPr>
            </a:lvl1pPr>
            <a:lvl2pPr algn="r">
              <a:defRPr sz="900" b="0">
                <a:solidFill>
                  <a:srgbClr val="94A3B8"/>
                </a:solidFill>
                <a:latin typeface="Montserrat"/>
                <a:ea typeface="Montserrat"/>
                <a:cs typeface="Montserrat"/>
              </a:defRPr>
            </a:lvl2pPr>
            <a:lvl3pPr algn="r">
              <a:defRPr sz="900" b="0">
                <a:solidFill>
                  <a:srgbClr val="94A3B8"/>
                </a:solidFill>
                <a:latin typeface="Montserrat"/>
                <a:ea typeface="Montserrat"/>
                <a:cs typeface="Montserrat"/>
              </a:defRPr>
            </a:lvl3pPr>
            <a:lvl4pPr algn="r">
              <a:defRPr sz="900" b="0">
                <a:solidFill>
                  <a:srgbClr val="94A3B8"/>
                </a:solidFill>
                <a:latin typeface="Montserrat"/>
                <a:ea typeface="Montserrat"/>
                <a:cs typeface="Montserrat"/>
              </a:defRPr>
            </a:lvl4pPr>
            <a:lvl5pPr algn="r">
              <a:defRPr sz="900" b="0">
                <a:solidFill>
                  <a:srgbClr val="94A3B8"/>
                </a:solidFill>
                <a:latin typeface="Montserrat"/>
                <a:ea typeface="Montserrat"/>
                <a:cs typeface="Montserrat"/>
              </a:defRPr>
            </a:lvl5pPr>
            <a:lvl6pPr algn="r">
              <a:defRPr sz="900" b="0">
                <a:solidFill>
                  <a:srgbClr val="94A3B8"/>
                </a:solidFill>
                <a:latin typeface="Montserrat"/>
                <a:ea typeface="Montserrat"/>
                <a:cs typeface="Montserrat"/>
              </a:defRPr>
            </a:lvl6pPr>
            <a:lvl7pPr algn="r">
              <a:defRPr sz="900" b="0">
                <a:solidFill>
                  <a:srgbClr val="94A3B8"/>
                </a:solidFill>
                <a:latin typeface="Montserrat"/>
                <a:ea typeface="Montserrat"/>
                <a:cs typeface="Montserrat"/>
              </a:defRPr>
            </a:lvl7pPr>
            <a:lvl8pPr algn="r">
              <a:defRPr sz="900" b="0">
                <a:solidFill>
                  <a:srgbClr val="94A3B8"/>
                </a:solidFill>
                <a:latin typeface="Montserrat"/>
                <a:ea typeface="Montserrat"/>
                <a:cs typeface="Montserrat"/>
              </a:defRPr>
            </a:lvl8pPr>
            <a:lvl9pPr algn="r">
              <a:defRPr sz="900" b="0">
                <a:solidFill>
                  <a:srgbClr val="94A3B8"/>
                </a:solidFill>
                <a:latin typeface="Montserrat"/>
                <a:ea typeface="Montserrat"/>
                <a:cs typeface="Montserrat"/>
              </a:defRPr>
            </a:lvl9pPr>
          </a:lstStyle>
          <a:p xmlns:a="http://schemas.openxmlformats.org/drawingml/2006/main">
            <a:pPr algn="r">
              <a:defRPr sz="900" b="0">
                <a:solidFill>
                  <a:srgbClr val="94A3B8"/>
                </a:solidFill>
                <a:latin typeface="Montserrat"/>
                <a:ea typeface="Montserrat"/>
                <a:cs typeface="Montserrat"/>
              </a:defRPr>
            </a:pPr>
            <a:r>
              <a:rPr sz="900" b="0">
                <a:solidFill>
                  <a:srgbClr val="94A3B8"/>
                </a:solidFill>
                <a:latin typeface="Montserrat"/>
                <a:ea typeface="Montserrat"/>
                <a:cs typeface="Montserrat"/>
              </a:rPr>
              <a:t>4:40–5:25</a:t>
            </a:r>
          </a:p>
        </p:txBody>
      </p:sp>
      <p:sp>
        <p:nvSpPr>
          <p:cNvPr id="82" name="">
            <a:extLst xmlns:a="http://schemas.openxmlformats.org/drawingml/2006/main">
              <a:ext uri="{FF2B5EF4-FFF2-40B4-BE49-F238E27FC236}">
                <a16:creationId xmlns:a16="http://schemas.microsoft.com/office/drawing/2014/main" id="{7F5BD845-59F3-4F14-9833-A7EA01BF41EB}"/>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Keep keys out of the project</a:t>
            </a:r>
          </a:p>
        </p:txBody>
      </p:sp>
      <p:sp>
        <p:nvSpPr>
          <p:cNvPr id="83" name="">
            <a:extLst xmlns:a="http://schemas.openxmlformats.org/drawingml/2006/main">
              <a:ext uri="{FF2B5EF4-FFF2-40B4-BE49-F238E27FC236}">
                <a16:creationId xmlns:a16="http://schemas.microsoft.com/office/drawing/2014/main" id="{53E1FB8B-BC01-4D4E-82B2-DE1945F1C566}"/>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NO REAL KEYS IN CHAT · CODE · SAVED FILES</a:t>
            </a:r>
          </a:p>
        </p:txBody>
      </p:sp>
      <p:sp>
        <p:nvSpPr>
          <p:cNvPr id="84" name="">
            <a:extLst xmlns:a="http://schemas.openxmlformats.org/drawingml/2006/main">
              <a:ext uri="{FF2B5EF4-FFF2-40B4-BE49-F238E27FC236}">
                <a16:creationId xmlns:a16="http://schemas.microsoft.com/office/drawing/2014/main" id="{4DD4B1B9-C46A-4DAC-9274-317E40D3A556}"/>
              </a:ext>
            </a:extLst>
          </p:cNvPr>
          <p:cNvSpPr>
            <a:spLocks xmlns:a="http://schemas.openxmlformats.org/drawingml/2006/main" noGrp="1"/>
          </p:cNvSpPr>
          <p:nvPr/>
        </p:nvSpPr>
        <p:spPr>
          <a:xfrm xmlns:a="http://schemas.openxmlformats.org/drawingml/2006/main">
            <a:off x="647700" y="2009775"/>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85" name="">
            <a:extLst xmlns:a="http://schemas.openxmlformats.org/drawingml/2006/main">
              <a:ext uri="{FF2B5EF4-FFF2-40B4-BE49-F238E27FC236}">
                <a16:creationId xmlns:a16="http://schemas.microsoft.com/office/drawing/2014/main" id="{18FB857B-89D2-4DCD-8449-5CA678532B87}"/>
              </a:ext>
            </a:extLst>
          </p:cNvPr>
          <p:cNvSpPr>
            <a:spLocks xmlns:a="http://schemas.openxmlformats.org/drawingml/2006/main" noGrp="1"/>
          </p:cNvSpPr>
          <p:nvPr/>
        </p:nvSpPr>
        <p:spPr>
          <a:xfrm xmlns:a="http://schemas.openxmlformats.org/drawingml/2006/main">
            <a:off x="742950"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01</a:t>
            </a:r>
          </a:p>
        </p:txBody>
      </p:sp>
      <p:sp>
        <p:nvSpPr>
          <p:cNvPr id="86" name="">
            <a:extLst xmlns:a="http://schemas.openxmlformats.org/drawingml/2006/main">
              <a:ext uri="{FF2B5EF4-FFF2-40B4-BE49-F238E27FC236}">
                <a16:creationId xmlns:a16="http://schemas.microsoft.com/office/drawing/2014/main" id="{CE0013E0-E62A-4675-80B8-53D8AF7756D3}"/>
              </a:ext>
            </a:extLst>
          </p:cNvPr>
          <p:cNvSpPr>
            <a:spLocks xmlns:a="http://schemas.openxmlformats.org/drawingml/2006/main" noGrp="1"/>
          </p:cNvSpPr>
          <p:nvPr/>
        </p:nvSpPr>
        <p:spPr>
          <a:xfrm xmlns:a="http://schemas.openxmlformats.org/drawingml/2006/main">
            <a:off x="742950"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Core exercises</a:t>
            </a:r>
          </a:p>
        </p:txBody>
      </p:sp>
      <p:sp>
        <p:nvSpPr>
          <p:cNvPr id="87" name="">
            <a:extLst xmlns:a="http://schemas.openxmlformats.org/drawingml/2006/main">
              <a:ext uri="{FF2B5EF4-FFF2-40B4-BE49-F238E27FC236}">
                <a16:creationId xmlns:a16="http://schemas.microsoft.com/office/drawing/2014/main" id="{AE7A3B4A-C5A4-4D1B-BC25-D94E88AB9B70}"/>
              </a:ext>
            </a:extLst>
          </p:cNvPr>
          <p:cNvSpPr>
            <a:spLocks xmlns:a="http://schemas.openxmlformats.org/drawingml/2006/main" noGrp="1"/>
          </p:cNvSpPr>
          <p:nvPr/>
        </p:nvSpPr>
        <p:spPr>
          <a:xfrm xmlns:a="http://schemas.openxmlformats.org/drawingml/2006/main">
            <a:off x="742950"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The website and game need no secret keys, database, payment, or external API.</a:t>
            </a:r>
          </a:p>
        </p:txBody>
      </p:sp>
      <p:sp>
        <p:nvSpPr>
          <p:cNvPr id="88" name="">
            <a:extLst xmlns:a="http://schemas.openxmlformats.org/drawingml/2006/main">
              <a:ext uri="{FF2B5EF4-FFF2-40B4-BE49-F238E27FC236}">
                <a16:creationId xmlns:a16="http://schemas.microsoft.com/office/drawing/2014/main" id="{D8DD2B21-C401-4188-9D45-71767CF6CE75}"/>
              </a:ext>
            </a:extLst>
          </p:cNvPr>
          <p:cNvSpPr>
            <a:spLocks xmlns:a="http://schemas.openxmlformats.org/drawingml/2006/main" noGrp="1"/>
          </p:cNvSpPr>
          <p:nvPr/>
        </p:nvSpPr>
        <p:spPr>
          <a:xfrm xmlns:a="http://schemas.openxmlformats.org/drawingml/2006/main">
            <a:off x="3362325"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89" name="">
            <a:extLst xmlns:a="http://schemas.openxmlformats.org/drawingml/2006/main">
              <a:ext uri="{FF2B5EF4-FFF2-40B4-BE49-F238E27FC236}">
                <a16:creationId xmlns:a16="http://schemas.microsoft.com/office/drawing/2014/main" id="{5BC96448-DAE2-4621-950D-68E176E686C4}"/>
              </a:ext>
            </a:extLst>
          </p:cNvPr>
          <p:cNvSpPr>
            <a:spLocks xmlns:a="http://schemas.openxmlformats.org/drawingml/2006/main" noGrp="1"/>
          </p:cNvSpPr>
          <p:nvPr/>
        </p:nvSpPr>
        <p:spPr>
          <a:xfrm xmlns:a="http://schemas.openxmlformats.org/drawingml/2006/main">
            <a:off x="3476625"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02</a:t>
            </a:r>
          </a:p>
        </p:txBody>
      </p:sp>
      <p:sp>
        <p:nvSpPr>
          <p:cNvPr id="90" name="">
            <a:extLst xmlns:a="http://schemas.openxmlformats.org/drawingml/2006/main">
              <a:ext uri="{FF2B5EF4-FFF2-40B4-BE49-F238E27FC236}">
                <a16:creationId xmlns:a16="http://schemas.microsoft.com/office/drawing/2014/main" id="{7F22AB14-A8D2-4133-82EE-89F4B8DC41F3}"/>
              </a:ext>
            </a:extLst>
          </p:cNvPr>
          <p:cNvSpPr>
            <a:spLocks xmlns:a="http://schemas.openxmlformats.org/drawingml/2006/main" noGrp="1"/>
          </p:cNvSpPr>
          <p:nvPr/>
        </p:nvSpPr>
        <p:spPr>
          <a:xfrm xmlns:a="http://schemas.openxmlformats.org/drawingml/2006/main">
            <a:off x="3476625"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Later projects</a:t>
            </a:r>
          </a:p>
        </p:txBody>
      </p:sp>
      <p:sp>
        <p:nvSpPr>
          <p:cNvPr id="91" name="">
            <a:extLst xmlns:a="http://schemas.openxmlformats.org/drawingml/2006/main">
              <a:ext uri="{FF2B5EF4-FFF2-40B4-BE49-F238E27FC236}">
                <a16:creationId xmlns:a16="http://schemas.microsoft.com/office/drawing/2014/main" id="{846EE698-AA9B-4C40-8015-1D31A37295B8}"/>
              </a:ext>
            </a:extLst>
          </p:cNvPr>
          <p:cNvSpPr>
            <a:spLocks xmlns:a="http://schemas.openxmlformats.org/drawingml/2006/main" noGrp="1"/>
          </p:cNvSpPr>
          <p:nvPr/>
        </p:nvSpPr>
        <p:spPr>
          <a:xfrm xmlns:a="http://schemas.openxmlformats.org/drawingml/2006/main">
            <a:off x="3476625"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Treat every API key like a password. Keep it in the provider account.</a:t>
            </a:r>
          </a:p>
        </p:txBody>
      </p:sp>
      <p:sp>
        <p:nvSpPr>
          <p:cNvPr id="92" name="">
            <a:extLst xmlns:a="http://schemas.openxmlformats.org/drawingml/2006/main">
              <a:ext uri="{FF2B5EF4-FFF2-40B4-BE49-F238E27FC236}">
                <a16:creationId xmlns:a16="http://schemas.microsoft.com/office/drawing/2014/main" id="{B5DCD4C6-0929-4F15-81B7-F977663581B9}"/>
              </a:ext>
            </a:extLst>
          </p:cNvPr>
          <p:cNvSpPr>
            <a:spLocks xmlns:a="http://schemas.openxmlformats.org/drawingml/2006/main" noGrp="1"/>
          </p:cNvSpPr>
          <p:nvPr/>
        </p:nvSpPr>
        <p:spPr>
          <a:xfrm xmlns:a="http://schemas.openxmlformats.org/drawingml/2006/main">
            <a:off x="6096000"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93" name="">
            <a:extLst xmlns:a="http://schemas.openxmlformats.org/drawingml/2006/main">
              <a:ext uri="{FF2B5EF4-FFF2-40B4-BE49-F238E27FC236}">
                <a16:creationId xmlns:a16="http://schemas.microsoft.com/office/drawing/2014/main" id="{2A57C6FF-D8F1-4A80-93A1-67CA2CF3C659}"/>
              </a:ext>
            </a:extLst>
          </p:cNvPr>
          <p:cNvSpPr>
            <a:spLocks xmlns:a="http://schemas.openxmlformats.org/drawingml/2006/main" noGrp="1"/>
          </p:cNvSpPr>
          <p:nvPr/>
        </p:nvSpPr>
        <p:spPr>
          <a:xfrm xmlns:a="http://schemas.openxmlformats.org/drawingml/2006/main">
            <a:off x="6210300"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03</a:t>
            </a:r>
          </a:p>
        </p:txBody>
      </p:sp>
      <p:sp>
        <p:nvSpPr>
          <p:cNvPr id="94" name="">
            <a:extLst xmlns:a="http://schemas.openxmlformats.org/drawingml/2006/main">
              <a:ext uri="{FF2B5EF4-FFF2-40B4-BE49-F238E27FC236}">
                <a16:creationId xmlns:a16="http://schemas.microsoft.com/office/drawing/2014/main" id="{714C9399-5E98-4112-A652-D558F1EC6790}"/>
              </a:ext>
            </a:extLst>
          </p:cNvPr>
          <p:cNvSpPr>
            <a:spLocks xmlns:a="http://schemas.openxmlformats.org/drawingml/2006/main" noGrp="1"/>
          </p:cNvSpPr>
          <p:nvPr/>
        </p:nvSpPr>
        <p:spPr>
          <a:xfrm xmlns:a="http://schemas.openxmlformats.org/drawingml/2006/main">
            <a:off x="6210300"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Vercel setting</a:t>
            </a:r>
          </a:p>
        </p:txBody>
      </p:sp>
      <p:sp>
        <p:nvSpPr>
          <p:cNvPr id="95" name="">
            <a:extLst xmlns:a="http://schemas.openxmlformats.org/drawingml/2006/main">
              <a:ext uri="{FF2B5EF4-FFF2-40B4-BE49-F238E27FC236}">
                <a16:creationId xmlns:a16="http://schemas.microsoft.com/office/drawing/2014/main" id="{C9400BB9-8034-40C9-B94F-3CD92487BC4E}"/>
              </a:ext>
            </a:extLst>
          </p:cNvPr>
          <p:cNvSpPr>
            <a:spLocks xmlns:a="http://schemas.openxmlformats.org/drawingml/2006/main" noGrp="1"/>
          </p:cNvSpPr>
          <p:nvPr/>
        </p:nvSpPr>
        <p:spPr>
          <a:xfrm xmlns:a="http://schemas.openxmlformats.org/drawingml/2006/main">
            <a:off x="6210300"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Project Settings, then Environment Variables, supplies the value when the site runs.</a:t>
            </a:r>
          </a:p>
        </p:txBody>
      </p:sp>
      <p:sp>
        <p:nvSpPr>
          <p:cNvPr id="96" name="">
            <a:extLst xmlns:a="http://schemas.openxmlformats.org/drawingml/2006/main">
              <a:ext uri="{FF2B5EF4-FFF2-40B4-BE49-F238E27FC236}">
                <a16:creationId xmlns:a16="http://schemas.microsoft.com/office/drawing/2014/main" id="{F9237924-4C07-4813-9663-D131325812E7}"/>
              </a:ext>
            </a:extLst>
          </p:cNvPr>
          <p:cNvSpPr>
            <a:spLocks xmlns:a="http://schemas.openxmlformats.org/drawingml/2006/main" noGrp="1"/>
          </p:cNvSpPr>
          <p:nvPr/>
        </p:nvSpPr>
        <p:spPr>
          <a:xfrm xmlns:a="http://schemas.openxmlformats.org/drawingml/2006/main">
            <a:off x="8829675"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97" name="">
            <a:extLst xmlns:a="http://schemas.openxmlformats.org/drawingml/2006/main">
              <a:ext uri="{FF2B5EF4-FFF2-40B4-BE49-F238E27FC236}">
                <a16:creationId xmlns:a16="http://schemas.microsoft.com/office/drawing/2014/main" id="{6DC8356A-63AF-417D-B892-6A9DAB0E8A12}"/>
              </a:ext>
            </a:extLst>
          </p:cNvPr>
          <p:cNvSpPr>
            <a:spLocks xmlns:a="http://schemas.openxmlformats.org/drawingml/2006/main" noGrp="1"/>
          </p:cNvSpPr>
          <p:nvPr/>
        </p:nvSpPr>
        <p:spPr>
          <a:xfrm xmlns:a="http://schemas.openxmlformats.org/drawingml/2006/main">
            <a:off x="8943975"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04</a:t>
            </a:r>
          </a:p>
        </p:txBody>
      </p:sp>
      <p:sp>
        <p:nvSpPr>
          <p:cNvPr id="98" name="">
            <a:extLst xmlns:a="http://schemas.openxmlformats.org/drawingml/2006/main">
              <a:ext uri="{FF2B5EF4-FFF2-40B4-BE49-F238E27FC236}">
                <a16:creationId xmlns:a16="http://schemas.microsoft.com/office/drawing/2014/main" id="{EACF776B-BD7F-4D49-B7BA-05EA82745B57}"/>
              </a:ext>
            </a:extLst>
          </p:cNvPr>
          <p:cNvSpPr>
            <a:spLocks xmlns:a="http://schemas.openxmlformats.org/drawingml/2006/main" noGrp="1"/>
          </p:cNvSpPr>
          <p:nvPr/>
        </p:nvSpPr>
        <p:spPr>
          <a:xfrm xmlns:a="http://schemas.openxmlformats.org/drawingml/2006/main">
            <a:off x="8943975"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If exposed</a:t>
            </a:r>
          </a:p>
        </p:txBody>
      </p:sp>
      <p:sp>
        <p:nvSpPr>
          <p:cNvPr id="99" name="">
            <a:extLst xmlns:a="http://schemas.openxmlformats.org/drawingml/2006/main">
              <a:ext uri="{FF2B5EF4-FFF2-40B4-BE49-F238E27FC236}">
                <a16:creationId xmlns:a16="http://schemas.microsoft.com/office/drawing/2014/main" id="{A76EDE3C-59AF-4ED6-9133-ACAE4DAAF6DB}"/>
              </a:ext>
            </a:extLst>
          </p:cNvPr>
          <p:cNvSpPr>
            <a:spLocks xmlns:a="http://schemas.openxmlformats.org/drawingml/2006/main" noGrp="1"/>
          </p:cNvSpPr>
          <p:nvPr/>
        </p:nvSpPr>
        <p:spPr>
          <a:xfrm xmlns:a="http://schemas.openxmlformats.org/drawingml/2006/main">
            <a:off x="8943975"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Revoke it, replace it, and check the repository history.</a:t>
            </a:r>
          </a:p>
        </p:txBody>
      </p:sp>
      <p:sp>
        <p:nvSpPr>
          <p:cNvPr id="100" name="">
            <a:extLst xmlns:a="http://schemas.openxmlformats.org/drawingml/2006/main">
              <a:ext uri="{FF2B5EF4-FFF2-40B4-BE49-F238E27FC236}">
                <a16:creationId xmlns:a16="http://schemas.microsoft.com/office/drawing/2014/main" id="{D7F7139A-8534-454D-80B1-B75634965DB4}"/>
              </a:ext>
            </a:extLst>
          </p:cNvPr>
          <p:cNvSpPr>
            <a:spLocks xmlns:a="http://schemas.openxmlformats.org/drawingml/2006/main" noGrp="1"/>
          </p:cNvSpPr>
          <p:nvPr/>
        </p:nvSpPr>
        <p:spPr>
          <a:xfrm xmlns:a="http://schemas.openxmlformats.org/drawingml/2006/main">
            <a:off x="647700" y="470535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101" name="">
            <a:extLst xmlns:a="http://schemas.openxmlformats.org/drawingml/2006/main">
              <a:ext uri="{FF2B5EF4-FFF2-40B4-BE49-F238E27FC236}">
                <a16:creationId xmlns:a16="http://schemas.microsoft.com/office/drawing/2014/main" id="{D976E54F-38E4-4DFC-B182-5E5E440C33F3}"/>
              </a:ext>
            </a:extLst>
          </p:cNvPr>
          <p:cNvSpPr>
            <a:spLocks xmlns:a="http://schemas.openxmlformats.org/drawingml/2006/main" noGrp="1"/>
          </p:cNvSpPr>
          <p:nvPr/>
        </p:nvSpPr>
        <p:spPr>
          <a:xfrm xmlns:a="http://schemas.openxmlformats.org/drawingml/2006/main">
            <a:off x="742950" y="49530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If a key lands in chat, you made a copy you do not control.</a:t>
            </a:r>
          </a:p>
        </p:txBody>
      </p:sp>
      <p:sp>
        <p:nvSpPr>
          <p:cNvPr id="102" name="">
            <a:extLst xmlns:a="http://schemas.openxmlformats.org/drawingml/2006/main">
              <a:ext uri="{FF2B5EF4-FFF2-40B4-BE49-F238E27FC236}">
                <a16:creationId xmlns:a16="http://schemas.microsoft.com/office/drawing/2014/main" id="{6646BB2B-0BDE-4B3F-8E6D-21DA18B7886F}"/>
              </a:ext>
            </a:extLst>
          </p:cNvPr>
          <p:cNvSpPr>
            <a:spLocks xmlns:a="http://schemas.openxmlformats.org/drawingml/2006/main" noGrp="1"/>
          </p:cNvSpPr>
          <p:nvPr/>
        </p:nvSpPr>
        <p:spPr>
          <a:xfrm xmlns:a="http://schemas.openxmlformats.org/drawingml/2006/main">
            <a:off x="3667125" y="6381750"/>
            <a:ext cx="4857750" cy="0"/>
          </a:xfrm>
          <a:prstGeom xmlns:a="http://schemas.openxmlformats.org/drawingml/2006/main" prst="line">
            <a:avLst/>
          </a:prstGeom>
          <a:noFill xmlns:a="http://schemas.openxmlformats.org/drawingml/2006/main"/>
          <a:ln xmlns:a="http://schemas.openxmlformats.org/drawingml/2006/main" w="5715">
            <a:solidFill>
              <a:srgbClr val="D8E2EF"/>
            </a:solidFill>
            <a:prstDash val="solid"/>
          </a:ln>
        </p:spPr>
      </p:sp>
      <p:sp>
        <p:nvSpPr>
          <p:cNvPr id="103" name="">
            <a:extLst xmlns:a="http://schemas.openxmlformats.org/drawingml/2006/main">
              <a:ext uri="{FF2B5EF4-FFF2-40B4-BE49-F238E27FC236}">
                <a16:creationId xmlns:a16="http://schemas.microsoft.com/office/drawing/2014/main" id="{2B06C1B4-5794-4C47-B52E-C6B123CF9ABA}"/>
              </a:ext>
            </a:extLst>
          </p:cNvPr>
          <p:cNvSpPr>
            <a:spLocks xmlns:a="http://schemas.openxmlformats.org/drawingml/2006/main" noGrp="1"/>
          </p:cNvSpPr>
          <p:nvPr/>
        </p:nvSpPr>
        <p:spPr>
          <a:xfrm xmlns:a="http://schemas.openxmlformats.org/drawingml/2006/main">
            <a:off x="3667125" y="6381750"/>
            <a:ext cx="361950" cy="0"/>
          </a:xfrm>
          <a:prstGeom xmlns:a="http://schemas.openxmlformats.org/drawingml/2006/main" prst="line">
            <a:avLst/>
          </a:prstGeom>
          <a:noFill xmlns:a="http://schemas.openxmlformats.org/drawingml/2006/main"/>
          <a:ln xmlns:a="http://schemas.openxmlformats.org/drawingml/2006/main" w="28575">
            <a:solidFill>
              <a:srgbClr val="EF8B39"/>
            </a:solidFill>
            <a:prstDash val="solid"/>
          </a:ln>
        </p:spPr>
      </p:sp>
      <p:sp>
        <p:nvSpPr>
          <p:cNvPr id="104" name="">
            <a:extLst xmlns:a="http://schemas.openxmlformats.org/drawingml/2006/main">
              <a:ext uri="{FF2B5EF4-FFF2-40B4-BE49-F238E27FC236}">
                <a16:creationId xmlns:a16="http://schemas.microsoft.com/office/drawing/2014/main" id="{E9BD6818-713F-4147-A728-404A8FC18D79}"/>
              </a:ext>
            </a:extLst>
          </p:cNvPr>
          <p:cNvSpPr>
            <a:spLocks xmlns:a="http://schemas.openxmlformats.org/drawingml/2006/main" noGrp="1"/>
          </p:cNvSpPr>
          <p:nvPr/>
        </p:nvSpPr>
        <p:spPr>
          <a:xfrm xmlns:a="http://schemas.openxmlformats.org/drawingml/2006/main">
            <a:off x="3619500" y="6334125"/>
            <a:ext cx="95250" cy="95250"/>
          </a:xfrm>
          <a:prstGeom xmlns:a="http://schemas.openxmlformats.org/drawingml/2006/main" prst="ellipse">
            <a:avLst/>
          </a:prstGeom>
          <a:solidFill xmlns:a="http://schemas.openxmlformats.org/drawingml/2006/main">
            <a:srgbClr val="EF8B39"/>
          </a:solidFill>
          <a:ln xmlns:a="http://schemas.openxmlformats.org/drawingml/2006/main" w="9525">
            <a:solidFill>
              <a:srgbClr val="EF8B39"/>
            </a:solidFill>
            <a:prstDash val="solid"/>
          </a:ln>
        </p:spPr>
      </p:sp>
      <p:sp>
        <p:nvSpPr>
          <p:cNvPr id="105" name="">
            <a:extLst xmlns:a="http://schemas.openxmlformats.org/drawingml/2006/main">
              <a:ext uri="{FF2B5EF4-FFF2-40B4-BE49-F238E27FC236}">
                <a16:creationId xmlns:a16="http://schemas.microsoft.com/office/drawing/2014/main" id="{92F028F9-8DFC-4096-9586-2DC176785888}"/>
              </a:ext>
            </a:extLst>
          </p:cNvPr>
          <p:cNvSpPr>
            <a:spLocks xmlns:a="http://schemas.openxmlformats.org/drawingml/2006/main" noGrp="1"/>
          </p:cNvSpPr>
          <p:nvPr/>
        </p:nvSpPr>
        <p:spPr>
          <a:xfrm xmlns:a="http://schemas.openxmlformats.org/drawingml/2006/main">
            <a:off x="32670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1">
                <a:solidFill>
                  <a:srgbClr val="B93800"/>
                </a:solidFill>
                <a:latin typeface="Montserrat"/>
                <a:ea typeface="Montserrat"/>
                <a:cs typeface="Montserrat"/>
              </a:defRPr>
            </a:defPPr>
            <a:lvl1pPr algn="ctr">
              <a:defRPr sz="675" b="1">
                <a:solidFill>
                  <a:srgbClr val="B93800"/>
                </a:solidFill>
                <a:latin typeface="Montserrat"/>
                <a:ea typeface="Montserrat"/>
                <a:cs typeface="Montserrat"/>
              </a:defRPr>
            </a:lvl1pPr>
            <a:lvl2pPr algn="ctr">
              <a:defRPr sz="675" b="1">
                <a:solidFill>
                  <a:srgbClr val="B93800"/>
                </a:solidFill>
                <a:latin typeface="Montserrat"/>
                <a:ea typeface="Montserrat"/>
                <a:cs typeface="Montserrat"/>
              </a:defRPr>
            </a:lvl2pPr>
            <a:lvl3pPr algn="ctr">
              <a:defRPr sz="675" b="1">
                <a:solidFill>
                  <a:srgbClr val="B93800"/>
                </a:solidFill>
                <a:latin typeface="Montserrat"/>
                <a:ea typeface="Montserrat"/>
                <a:cs typeface="Montserrat"/>
              </a:defRPr>
            </a:lvl3pPr>
            <a:lvl4pPr algn="ctr">
              <a:defRPr sz="675" b="1">
                <a:solidFill>
                  <a:srgbClr val="B93800"/>
                </a:solidFill>
                <a:latin typeface="Montserrat"/>
                <a:ea typeface="Montserrat"/>
                <a:cs typeface="Montserrat"/>
              </a:defRPr>
            </a:lvl4pPr>
            <a:lvl5pPr algn="ctr">
              <a:defRPr sz="675" b="1">
                <a:solidFill>
                  <a:srgbClr val="B93800"/>
                </a:solidFill>
                <a:latin typeface="Montserrat"/>
                <a:ea typeface="Montserrat"/>
                <a:cs typeface="Montserrat"/>
              </a:defRPr>
            </a:lvl5pPr>
            <a:lvl6pPr algn="ctr">
              <a:defRPr sz="675" b="1">
                <a:solidFill>
                  <a:srgbClr val="B93800"/>
                </a:solidFill>
                <a:latin typeface="Montserrat"/>
                <a:ea typeface="Montserrat"/>
                <a:cs typeface="Montserrat"/>
              </a:defRPr>
            </a:lvl6pPr>
            <a:lvl7pPr algn="ctr">
              <a:defRPr sz="675" b="1">
                <a:solidFill>
                  <a:srgbClr val="B93800"/>
                </a:solidFill>
                <a:latin typeface="Montserrat"/>
                <a:ea typeface="Montserrat"/>
                <a:cs typeface="Montserrat"/>
              </a:defRPr>
            </a:lvl7pPr>
            <a:lvl8pPr algn="ctr">
              <a:defRPr sz="675" b="1">
                <a:solidFill>
                  <a:srgbClr val="B93800"/>
                </a:solidFill>
                <a:latin typeface="Montserrat"/>
                <a:ea typeface="Montserrat"/>
                <a:cs typeface="Montserrat"/>
              </a:defRPr>
            </a:lvl8pPr>
            <a:lvl9pPr algn="ctr">
              <a:defRPr sz="675" b="1">
                <a:solidFill>
                  <a:srgbClr val="B93800"/>
                </a:solidFill>
                <a:latin typeface="Montserrat"/>
                <a:ea typeface="Montserrat"/>
                <a:cs typeface="Montserrat"/>
              </a:defRPr>
            </a:lvl9pPr>
          </a:lstStyle>
          <a:p xmlns:a="http://schemas.openxmlformats.org/drawingml/2006/main">
            <a:pPr algn="ctr">
              <a:defRPr sz="675" b="1">
                <a:solidFill>
                  <a:srgbClr val="B93800"/>
                </a:solidFill>
                <a:latin typeface="Montserrat"/>
                <a:ea typeface="Montserrat"/>
                <a:cs typeface="Montserrat"/>
              </a:defRPr>
            </a:pPr>
            <a:r>
              <a:rPr sz="675" b="1">
                <a:solidFill>
                  <a:srgbClr val="B93800"/>
                </a:solidFill>
                <a:latin typeface="Montserrat"/>
                <a:ea typeface="Montserrat"/>
                <a:cs typeface="Montserrat"/>
              </a:rPr>
              <a:t>PLAN</a:t>
            </a:r>
          </a:p>
        </p:txBody>
      </p:sp>
      <p:sp>
        <p:nvSpPr>
          <p:cNvPr id="106" name="">
            <a:extLst xmlns:a="http://schemas.openxmlformats.org/drawingml/2006/main">
              <a:ext uri="{FF2B5EF4-FFF2-40B4-BE49-F238E27FC236}">
                <a16:creationId xmlns:a16="http://schemas.microsoft.com/office/drawing/2014/main" id="{173B7C32-17CA-473A-8A6C-6C6513E6BDD8}"/>
              </a:ext>
            </a:extLst>
          </p:cNvPr>
          <p:cNvSpPr>
            <a:spLocks xmlns:a="http://schemas.openxmlformats.org/drawingml/2006/main" noGrp="1"/>
          </p:cNvSpPr>
          <p:nvPr/>
        </p:nvSpPr>
        <p:spPr>
          <a:xfrm xmlns:a="http://schemas.openxmlformats.org/drawingml/2006/main">
            <a:off x="46053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07" name="">
            <a:extLst xmlns:a="http://schemas.openxmlformats.org/drawingml/2006/main">
              <a:ext uri="{FF2B5EF4-FFF2-40B4-BE49-F238E27FC236}">
                <a16:creationId xmlns:a16="http://schemas.microsoft.com/office/drawing/2014/main" id="{751A8544-6F77-418D-A17A-7D7BC291AEA3}"/>
              </a:ext>
            </a:extLst>
          </p:cNvPr>
          <p:cNvSpPr>
            <a:spLocks xmlns:a="http://schemas.openxmlformats.org/drawingml/2006/main" noGrp="1"/>
          </p:cNvSpPr>
          <p:nvPr/>
        </p:nvSpPr>
        <p:spPr>
          <a:xfrm xmlns:a="http://schemas.openxmlformats.org/drawingml/2006/main">
            <a:off x="42386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DESIGN</a:t>
            </a:r>
          </a:p>
        </p:txBody>
      </p:sp>
      <p:sp>
        <p:nvSpPr>
          <p:cNvPr id="108" name="">
            <a:extLst xmlns:a="http://schemas.openxmlformats.org/drawingml/2006/main">
              <a:ext uri="{FF2B5EF4-FFF2-40B4-BE49-F238E27FC236}">
                <a16:creationId xmlns:a16="http://schemas.microsoft.com/office/drawing/2014/main" id="{FA768B8E-A52A-4DE7-B3BC-B32618357426}"/>
              </a:ext>
            </a:extLst>
          </p:cNvPr>
          <p:cNvSpPr>
            <a:spLocks xmlns:a="http://schemas.openxmlformats.org/drawingml/2006/main" noGrp="1"/>
          </p:cNvSpPr>
          <p:nvPr/>
        </p:nvSpPr>
        <p:spPr>
          <a:xfrm xmlns:a="http://schemas.openxmlformats.org/drawingml/2006/main">
            <a:off x="55768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09" name="">
            <a:extLst xmlns:a="http://schemas.openxmlformats.org/drawingml/2006/main">
              <a:ext uri="{FF2B5EF4-FFF2-40B4-BE49-F238E27FC236}">
                <a16:creationId xmlns:a16="http://schemas.microsoft.com/office/drawing/2014/main" id="{39ED6580-606F-4D35-A0AB-A387E17D32CB}"/>
              </a:ext>
            </a:extLst>
          </p:cNvPr>
          <p:cNvSpPr>
            <a:spLocks xmlns:a="http://schemas.openxmlformats.org/drawingml/2006/main" noGrp="1"/>
          </p:cNvSpPr>
          <p:nvPr/>
        </p:nvSpPr>
        <p:spPr>
          <a:xfrm xmlns:a="http://schemas.openxmlformats.org/drawingml/2006/main">
            <a:off x="52101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BUILD</a:t>
            </a:r>
          </a:p>
        </p:txBody>
      </p:sp>
      <p:sp>
        <p:nvSpPr>
          <p:cNvPr id="110" name="">
            <a:extLst xmlns:a="http://schemas.openxmlformats.org/drawingml/2006/main">
              <a:ext uri="{FF2B5EF4-FFF2-40B4-BE49-F238E27FC236}">
                <a16:creationId xmlns:a16="http://schemas.microsoft.com/office/drawing/2014/main" id="{25BA53BB-2841-4001-9A69-5FFCDC5059F4}"/>
              </a:ext>
            </a:extLst>
          </p:cNvPr>
          <p:cNvSpPr>
            <a:spLocks xmlns:a="http://schemas.openxmlformats.org/drawingml/2006/main" noGrp="1"/>
          </p:cNvSpPr>
          <p:nvPr/>
        </p:nvSpPr>
        <p:spPr>
          <a:xfrm xmlns:a="http://schemas.openxmlformats.org/drawingml/2006/main">
            <a:off x="65484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11" name="">
            <a:extLst xmlns:a="http://schemas.openxmlformats.org/drawingml/2006/main">
              <a:ext uri="{FF2B5EF4-FFF2-40B4-BE49-F238E27FC236}">
                <a16:creationId xmlns:a16="http://schemas.microsoft.com/office/drawing/2014/main" id="{32573741-152F-478B-9F99-F8D5709C04E2}"/>
              </a:ext>
            </a:extLst>
          </p:cNvPr>
          <p:cNvSpPr>
            <a:spLocks xmlns:a="http://schemas.openxmlformats.org/drawingml/2006/main" noGrp="1"/>
          </p:cNvSpPr>
          <p:nvPr/>
        </p:nvSpPr>
        <p:spPr>
          <a:xfrm xmlns:a="http://schemas.openxmlformats.org/drawingml/2006/main">
            <a:off x="61817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TEST</a:t>
            </a:r>
          </a:p>
        </p:txBody>
      </p:sp>
      <p:sp>
        <p:nvSpPr>
          <p:cNvPr id="112" name="">
            <a:extLst xmlns:a="http://schemas.openxmlformats.org/drawingml/2006/main">
              <a:ext uri="{FF2B5EF4-FFF2-40B4-BE49-F238E27FC236}">
                <a16:creationId xmlns:a16="http://schemas.microsoft.com/office/drawing/2014/main" id="{DF153421-A3AC-420B-AD82-0B129597CEB9}"/>
              </a:ext>
            </a:extLst>
          </p:cNvPr>
          <p:cNvSpPr>
            <a:spLocks xmlns:a="http://schemas.openxmlformats.org/drawingml/2006/main" noGrp="1"/>
          </p:cNvSpPr>
          <p:nvPr/>
        </p:nvSpPr>
        <p:spPr>
          <a:xfrm xmlns:a="http://schemas.openxmlformats.org/drawingml/2006/main">
            <a:off x="75199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13" name="">
            <a:extLst xmlns:a="http://schemas.openxmlformats.org/drawingml/2006/main">
              <a:ext uri="{FF2B5EF4-FFF2-40B4-BE49-F238E27FC236}">
                <a16:creationId xmlns:a16="http://schemas.microsoft.com/office/drawing/2014/main" id="{E1727900-24FC-4FFD-B9B1-E7522A2F47D7}"/>
              </a:ext>
            </a:extLst>
          </p:cNvPr>
          <p:cNvSpPr>
            <a:spLocks xmlns:a="http://schemas.openxmlformats.org/drawingml/2006/main" noGrp="1"/>
          </p:cNvSpPr>
          <p:nvPr/>
        </p:nvSpPr>
        <p:spPr>
          <a:xfrm xmlns:a="http://schemas.openxmlformats.org/drawingml/2006/main">
            <a:off x="71532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DEPLOY</a:t>
            </a:r>
          </a:p>
        </p:txBody>
      </p:sp>
      <p:sp>
        <p:nvSpPr>
          <p:cNvPr id="114" name="">
            <a:extLst xmlns:a="http://schemas.openxmlformats.org/drawingml/2006/main">
              <a:ext uri="{FF2B5EF4-FFF2-40B4-BE49-F238E27FC236}">
                <a16:creationId xmlns:a16="http://schemas.microsoft.com/office/drawing/2014/main" id="{8E763223-EDA4-4F1E-A275-B76416E1DADD}"/>
              </a:ext>
            </a:extLst>
          </p:cNvPr>
          <p:cNvSpPr>
            <a:spLocks xmlns:a="http://schemas.openxmlformats.org/drawingml/2006/main" noGrp="1"/>
          </p:cNvSpPr>
          <p:nvPr/>
        </p:nvSpPr>
        <p:spPr>
          <a:xfrm xmlns:a="http://schemas.openxmlformats.org/drawingml/2006/main">
            <a:off x="84915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15" name="">
            <a:extLst xmlns:a="http://schemas.openxmlformats.org/drawingml/2006/main">
              <a:ext uri="{FF2B5EF4-FFF2-40B4-BE49-F238E27FC236}">
                <a16:creationId xmlns:a16="http://schemas.microsoft.com/office/drawing/2014/main" id="{DEDC552F-60A4-4546-BE62-BDC1F49141D4}"/>
              </a:ext>
            </a:extLst>
          </p:cNvPr>
          <p:cNvSpPr>
            <a:spLocks xmlns:a="http://schemas.openxmlformats.org/drawingml/2006/main" noGrp="1"/>
          </p:cNvSpPr>
          <p:nvPr/>
        </p:nvSpPr>
        <p:spPr>
          <a:xfrm xmlns:a="http://schemas.openxmlformats.org/drawingml/2006/main">
            <a:off x="81248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MAINTAIN</a:t>
            </a:r>
          </a:p>
        </p:txBody>
      </p:sp>
    </p:spTree>
    <p:extLst>
      <p:ext uri="{BB962C8B-B14F-4D97-AF65-F5344CB8AC3E}">
        <p14:creationId xmlns:p14="http://schemas.microsoft.com/office/powerpoint/2010/main" val="1079307493"/>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A14A63C5-3C72-45BE-895C-BAAAD8461C3F}"/>
              </a:ext>
            </a:extLst>
          </p:cNvPr>
          <p:cNvPicPr>
            <a:picLocks xmlns:a="http://schemas.openxmlformats.org/drawingml/2006/main" noChangeAspect="1"/>
          </p:cNvPicPr>
          <p:nvPr/>
        </p:nvPicPr>
        <p:blipFill>
          <a:blip xmlns:r="http://schemas.openxmlformats.org/officeDocument/2006/relationships" xmlns:a="http://schemas.openxmlformats.org/drawingml/2006/main" r:embed="Rc41cae04bd5244fb"/>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B402F8BF-DA08-4715-92EE-8C4E2C82CFAB}"/>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55 / 63</a:t>
            </a:r>
            <a:endParaRPr sz="900"/>
          </a:p>
        </p:txBody>
      </p:sp>
      <p:sp>
        <p:nvSpPr>
          <p:cNvPr id="29" name="">
            <a:extLst xmlns:a="http://schemas.openxmlformats.org/drawingml/2006/main">
              <a:ext uri="{FF2B5EF4-FFF2-40B4-BE49-F238E27FC236}">
                <a16:creationId xmlns:a16="http://schemas.microsoft.com/office/drawing/2014/main" id="{2D5C2230-C6A8-4CE5-940B-FBACEF5C7D90}"/>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307FE2"/>
                </a:solidFill>
                <a:latin typeface="Montserrat"/>
                <a:ea typeface="Montserrat"/>
                <a:cs typeface="Montserrat"/>
              </a:defRPr>
            </a:defPPr>
            <a:lvl1pPr algn="l">
              <a:defRPr sz="1050" b="1">
                <a:solidFill>
                  <a:srgbClr val="307FE2"/>
                </a:solidFill>
                <a:latin typeface="Montserrat"/>
                <a:ea typeface="Montserrat"/>
                <a:cs typeface="Montserrat"/>
              </a:defRPr>
            </a:lvl1pPr>
            <a:lvl2pPr algn="l">
              <a:defRPr sz="1050" b="1">
                <a:solidFill>
                  <a:srgbClr val="307FE2"/>
                </a:solidFill>
                <a:latin typeface="Montserrat"/>
                <a:ea typeface="Montserrat"/>
                <a:cs typeface="Montserrat"/>
              </a:defRPr>
            </a:lvl2pPr>
            <a:lvl3pPr algn="l">
              <a:defRPr sz="1050" b="1">
                <a:solidFill>
                  <a:srgbClr val="307FE2"/>
                </a:solidFill>
                <a:latin typeface="Montserrat"/>
                <a:ea typeface="Montserrat"/>
                <a:cs typeface="Montserrat"/>
              </a:defRPr>
            </a:lvl3pPr>
            <a:lvl4pPr algn="l">
              <a:defRPr sz="1050" b="1">
                <a:solidFill>
                  <a:srgbClr val="307FE2"/>
                </a:solidFill>
                <a:latin typeface="Montserrat"/>
                <a:ea typeface="Montserrat"/>
                <a:cs typeface="Montserrat"/>
              </a:defRPr>
            </a:lvl4pPr>
            <a:lvl5pPr algn="l">
              <a:defRPr sz="1050" b="1">
                <a:solidFill>
                  <a:srgbClr val="307FE2"/>
                </a:solidFill>
                <a:latin typeface="Montserrat"/>
                <a:ea typeface="Montserrat"/>
                <a:cs typeface="Montserrat"/>
              </a:defRPr>
            </a:lvl5pPr>
            <a:lvl6pPr algn="l">
              <a:defRPr sz="1050" b="1">
                <a:solidFill>
                  <a:srgbClr val="307FE2"/>
                </a:solidFill>
                <a:latin typeface="Montserrat"/>
                <a:ea typeface="Montserrat"/>
                <a:cs typeface="Montserrat"/>
              </a:defRPr>
            </a:lvl6pPr>
            <a:lvl7pPr algn="l">
              <a:defRPr sz="1050" b="1">
                <a:solidFill>
                  <a:srgbClr val="307FE2"/>
                </a:solidFill>
                <a:latin typeface="Montserrat"/>
                <a:ea typeface="Montserrat"/>
                <a:cs typeface="Montserrat"/>
              </a:defRPr>
            </a:lvl7pPr>
            <a:lvl8pPr algn="l">
              <a:defRPr sz="1050" b="1">
                <a:solidFill>
                  <a:srgbClr val="307FE2"/>
                </a:solidFill>
                <a:latin typeface="Montserrat"/>
                <a:ea typeface="Montserrat"/>
                <a:cs typeface="Montserrat"/>
              </a:defRPr>
            </a:lvl8pPr>
            <a:lvl9pPr algn="l">
              <a:defRPr sz="1050" b="1">
                <a:solidFill>
                  <a:srgbClr val="307FE2"/>
                </a:solidFill>
                <a:latin typeface="Montserrat"/>
                <a:ea typeface="Montserrat"/>
                <a:cs typeface="Montserrat"/>
              </a:defRPr>
            </a:lvl9pPr>
          </a:lstStyle>
          <a:p xmlns:a="http://schemas.openxmlformats.org/drawingml/2006/main">
            <a:pPr algn="l">
              <a:defRPr sz="1050" b="1">
                <a:solidFill>
                  <a:srgbClr val="307FE2"/>
                </a:solidFill>
                <a:latin typeface="Montserrat"/>
                <a:ea typeface="Montserrat"/>
                <a:cs typeface="Montserrat"/>
              </a:defRPr>
            </a:pPr>
            <a:r>
              <a:rPr sz="1050" b="1">
                <a:solidFill>
                  <a:srgbClr val="307FE2"/>
                </a:solidFill>
                <a:latin typeface="Montserrat"/>
                <a:ea typeface="Montserrat"/>
                <a:cs typeface="Montserrat"/>
              </a:rPr>
              <a:t>// OPERATE · HOSTING BOUNDARY</a:t>
            </a:r>
          </a:p>
        </p:txBody>
      </p:sp>
      <p:sp>
        <p:nvSpPr>
          <p:cNvPr id="30" name="">
            <a:extLst xmlns:a="http://schemas.openxmlformats.org/drawingml/2006/main">
              <a:ext uri="{FF2B5EF4-FFF2-40B4-BE49-F238E27FC236}">
                <a16:creationId xmlns:a16="http://schemas.microsoft.com/office/drawing/2014/main" id="{C43481B0-EFFA-4BC6-A803-817A3833C08F}"/>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94A3B8"/>
                </a:solidFill>
                <a:latin typeface="Montserrat"/>
                <a:ea typeface="Montserrat"/>
                <a:cs typeface="Montserrat"/>
              </a:defRPr>
            </a:defPPr>
            <a:lvl1pPr algn="r">
              <a:defRPr sz="900" b="0">
                <a:solidFill>
                  <a:srgbClr val="94A3B8"/>
                </a:solidFill>
                <a:latin typeface="Montserrat"/>
                <a:ea typeface="Montserrat"/>
                <a:cs typeface="Montserrat"/>
              </a:defRPr>
            </a:lvl1pPr>
            <a:lvl2pPr algn="r">
              <a:defRPr sz="900" b="0">
                <a:solidFill>
                  <a:srgbClr val="94A3B8"/>
                </a:solidFill>
                <a:latin typeface="Montserrat"/>
                <a:ea typeface="Montserrat"/>
                <a:cs typeface="Montserrat"/>
              </a:defRPr>
            </a:lvl2pPr>
            <a:lvl3pPr algn="r">
              <a:defRPr sz="900" b="0">
                <a:solidFill>
                  <a:srgbClr val="94A3B8"/>
                </a:solidFill>
                <a:latin typeface="Montserrat"/>
                <a:ea typeface="Montserrat"/>
                <a:cs typeface="Montserrat"/>
              </a:defRPr>
            </a:lvl3pPr>
            <a:lvl4pPr algn="r">
              <a:defRPr sz="900" b="0">
                <a:solidFill>
                  <a:srgbClr val="94A3B8"/>
                </a:solidFill>
                <a:latin typeface="Montserrat"/>
                <a:ea typeface="Montserrat"/>
                <a:cs typeface="Montserrat"/>
              </a:defRPr>
            </a:lvl4pPr>
            <a:lvl5pPr algn="r">
              <a:defRPr sz="900" b="0">
                <a:solidFill>
                  <a:srgbClr val="94A3B8"/>
                </a:solidFill>
                <a:latin typeface="Montserrat"/>
                <a:ea typeface="Montserrat"/>
                <a:cs typeface="Montserrat"/>
              </a:defRPr>
            </a:lvl5pPr>
            <a:lvl6pPr algn="r">
              <a:defRPr sz="900" b="0">
                <a:solidFill>
                  <a:srgbClr val="94A3B8"/>
                </a:solidFill>
                <a:latin typeface="Montserrat"/>
                <a:ea typeface="Montserrat"/>
                <a:cs typeface="Montserrat"/>
              </a:defRPr>
            </a:lvl6pPr>
            <a:lvl7pPr algn="r">
              <a:defRPr sz="900" b="0">
                <a:solidFill>
                  <a:srgbClr val="94A3B8"/>
                </a:solidFill>
                <a:latin typeface="Montserrat"/>
                <a:ea typeface="Montserrat"/>
                <a:cs typeface="Montserrat"/>
              </a:defRPr>
            </a:lvl7pPr>
            <a:lvl8pPr algn="r">
              <a:defRPr sz="900" b="0">
                <a:solidFill>
                  <a:srgbClr val="94A3B8"/>
                </a:solidFill>
                <a:latin typeface="Montserrat"/>
                <a:ea typeface="Montserrat"/>
                <a:cs typeface="Montserrat"/>
              </a:defRPr>
            </a:lvl8pPr>
            <a:lvl9pPr algn="r">
              <a:defRPr sz="900" b="0">
                <a:solidFill>
                  <a:srgbClr val="94A3B8"/>
                </a:solidFill>
                <a:latin typeface="Montserrat"/>
                <a:ea typeface="Montserrat"/>
                <a:cs typeface="Montserrat"/>
              </a:defRPr>
            </a:lvl9pPr>
          </a:lstStyle>
          <a:p xmlns:a="http://schemas.openxmlformats.org/drawingml/2006/main">
            <a:pPr algn="r">
              <a:defRPr sz="900" b="0">
                <a:solidFill>
                  <a:srgbClr val="94A3B8"/>
                </a:solidFill>
                <a:latin typeface="Montserrat"/>
                <a:ea typeface="Montserrat"/>
                <a:cs typeface="Montserrat"/>
              </a:defRPr>
            </a:pPr>
            <a:r>
              <a:rPr sz="900" b="0">
                <a:solidFill>
                  <a:srgbClr val="94A3B8"/>
                </a:solidFill>
                <a:latin typeface="Montserrat"/>
                <a:ea typeface="Montserrat"/>
                <a:cs typeface="Montserrat"/>
              </a:rPr>
              <a:t>4:40–5:25</a:t>
            </a:r>
          </a:p>
        </p:txBody>
      </p:sp>
      <p:sp>
        <p:nvSpPr>
          <p:cNvPr id="31" name="">
            <a:extLst xmlns:a="http://schemas.openxmlformats.org/drawingml/2006/main">
              <a:ext uri="{FF2B5EF4-FFF2-40B4-BE49-F238E27FC236}">
                <a16:creationId xmlns:a16="http://schemas.microsoft.com/office/drawing/2014/main" id="{FB65E455-EB60-4905-809B-DAD744301872}"/>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The Vercel plan boundary</a:t>
            </a:r>
          </a:p>
        </p:txBody>
      </p:sp>
      <p:sp>
        <p:nvSpPr>
          <p:cNvPr id="32" name="">
            <a:extLst xmlns:a="http://schemas.openxmlformats.org/drawingml/2006/main">
              <a:ext uri="{FF2B5EF4-FFF2-40B4-BE49-F238E27FC236}">
                <a16:creationId xmlns:a16="http://schemas.microsoft.com/office/drawing/2014/main" id="{D2749E4C-DE5E-4E2C-B57F-8C2FF10C4F09}"/>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CLASSROOM PRACTICE · PERSONAL AND FICTIONAL</a:t>
            </a:r>
          </a:p>
        </p:txBody>
      </p:sp>
      <p:sp>
        <p:nvSpPr>
          <p:cNvPr id="33" name="">
            <a:extLst xmlns:a="http://schemas.openxmlformats.org/drawingml/2006/main">
              <a:ext uri="{FF2B5EF4-FFF2-40B4-BE49-F238E27FC236}">
                <a16:creationId xmlns:a16="http://schemas.microsoft.com/office/drawing/2014/main" id="{3D8D8247-6F5E-4009-BB8B-7F49A5338EAD}"/>
              </a:ext>
            </a:extLst>
          </p:cNvPr>
          <p:cNvSpPr>
            <a:spLocks xmlns:a="http://schemas.openxmlformats.org/drawingml/2006/main" noGrp="1"/>
          </p:cNvSpPr>
          <p:nvPr/>
        </p:nvSpPr>
        <p:spPr>
          <a:xfrm xmlns:a="http://schemas.openxmlformats.org/drawingml/2006/main">
            <a:off x="647700" y="2009775"/>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34" name="">
            <a:extLst xmlns:a="http://schemas.openxmlformats.org/drawingml/2006/main">
              <a:ext uri="{FF2B5EF4-FFF2-40B4-BE49-F238E27FC236}">
                <a16:creationId xmlns:a16="http://schemas.microsoft.com/office/drawing/2014/main" id="{99F9DAC6-4130-4CFB-9E26-AE8F0EBC05AA}"/>
              </a:ext>
            </a:extLst>
          </p:cNvPr>
          <p:cNvSpPr>
            <a:spLocks xmlns:a="http://schemas.openxmlformats.org/drawingml/2006/main" noGrp="1"/>
          </p:cNvSpPr>
          <p:nvPr/>
        </p:nvSpPr>
        <p:spPr>
          <a:xfrm xmlns:a="http://schemas.openxmlformats.org/drawingml/2006/main">
            <a:off x="742950"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01</a:t>
            </a:r>
          </a:p>
        </p:txBody>
      </p:sp>
      <p:sp>
        <p:nvSpPr>
          <p:cNvPr id="35" name="">
            <a:extLst xmlns:a="http://schemas.openxmlformats.org/drawingml/2006/main">
              <a:ext uri="{FF2B5EF4-FFF2-40B4-BE49-F238E27FC236}">
                <a16:creationId xmlns:a16="http://schemas.microsoft.com/office/drawing/2014/main" id="{BB3A1DBA-A058-4442-B235-C86F2A194319}"/>
              </a:ext>
            </a:extLst>
          </p:cNvPr>
          <p:cNvSpPr>
            <a:spLocks xmlns:a="http://schemas.openxmlformats.org/drawingml/2006/main" noGrp="1"/>
          </p:cNvSpPr>
          <p:nvPr/>
        </p:nvSpPr>
        <p:spPr>
          <a:xfrm xmlns:a="http://schemas.openxmlformats.org/drawingml/2006/main">
            <a:off x="742950"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Hobby</a:t>
            </a:r>
          </a:p>
        </p:txBody>
      </p:sp>
      <p:sp>
        <p:nvSpPr>
          <p:cNvPr id="36" name="">
            <a:extLst xmlns:a="http://schemas.openxmlformats.org/drawingml/2006/main">
              <a:ext uri="{FF2B5EF4-FFF2-40B4-BE49-F238E27FC236}">
                <a16:creationId xmlns:a16="http://schemas.microsoft.com/office/drawing/2014/main" id="{B0AD800C-2FB0-46CD-9FB2-11738F0A983C}"/>
              </a:ext>
            </a:extLst>
          </p:cNvPr>
          <p:cNvSpPr>
            <a:spLocks xmlns:a="http://schemas.openxmlformats.org/drawingml/2006/main" noGrp="1"/>
          </p:cNvSpPr>
          <p:nvPr/>
        </p:nvSpPr>
        <p:spPr>
          <a:xfrm xmlns:a="http://schemas.openxmlformats.org/drawingml/2006/main">
            <a:off x="742950"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Vercel restricts the Hobby plan to personal, noncommercial use.</a:t>
            </a:r>
          </a:p>
        </p:txBody>
      </p:sp>
      <p:sp>
        <p:nvSpPr>
          <p:cNvPr id="37" name="">
            <a:extLst xmlns:a="http://schemas.openxmlformats.org/drawingml/2006/main">
              <a:ext uri="{FF2B5EF4-FFF2-40B4-BE49-F238E27FC236}">
                <a16:creationId xmlns:a16="http://schemas.microsoft.com/office/drawing/2014/main" id="{C673A6DF-AFB4-456D-BDCE-C932F0B0D559}"/>
              </a:ext>
            </a:extLst>
          </p:cNvPr>
          <p:cNvSpPr>
            <a:spLocks xmlns:a="http://schemas.openxmlformats.org/drawingml/2006/main" noGrp="1"/>
          </p:cNvSpPr>
          <p:nvPr/>
        </p:nvSpPr>
        <p:spPr>
          <a:xfrm xmlns:a="http://schemas.openxmlformats.org/drawingml/2006/main">
            <a:off x="3362325"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38" name="">
            <a:extLst xmlns:a="http://schemas.openxmlformats.org/drawingml/2006/main">
              <a:ext uri="{FF2B5EF4-FFF2-40B4-BE49-F238E27FC236}">
                <a16:creationId xmlns:a16="http://schemas.microsoft.com/office/drawing/2014/main" id="{B7F31513-F58C-425B-8206-0E2E5AA5F188}"/>
              </a:ext>
            </a:extLst>
          </p:cNvPr>
          <p:cNvSpPr>
            <a:spLocks xmlns:a="http://schemas.openxmlformats.org/drawingml/2006/main" noGrp="1"/>
          </p:cNvSpPr>
          <p:nvPr/>
        </p:nvSpPr>
        <p:spPr>
          <a:xfrm xmlns:a="http://schemas.openxmlformats.org/drawingml/2006/main">
            <a:off x="3476625"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02</a:t>
            </a:r>
          </a:p>
        </p:txBody>
      </p:sp>
      <p:sp>
        <p:nvSpPr>
          <p:cNvPr id="39" name="">
            <a:extLst xmlns:a="http://schemas.openxmlformats.org/drawingml/2006/main">
              <a:ext uri="{FF2B5EF4-FFF2-40B4-BE49-F238E27FC236}">
                <a16:creationId xmlns:a16="http://schemas.microsoft.com/office/drawing/2014/main" id="{57A2DC0D-CF94-4BAA-A300-58ACAEA52249}"/>
              </a:ext>
            </a:extLst>
          </p:cNvPr>
          <p:cNvSpPr>
            <a:spLocks xmlns:a="http://schemas.openxmlformats.org/drawingml/2006/main" noGrp="1"/>
          </p:cNvSpPr>
          <p:nvPr/>
        </p:nvSpPr>
        <p:spPr>
          <a:xfrm xmlns:a="http://schemas.openxmlformats.org/drawingml/2006/main">
            <a:off x="3476625"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Commercial work</a:t>
            </a:r>
          </a:p>
        </p:txBody>
      </p:sp>
      <p:sp>
        <p:nvSpPr>
          <p:cNvPr id="40" name="">
            <a:extLst xmlns:a="http://schemas.openxmlformats.org/drawingml/2006/main">
              <a:ext uri="{FF2B5EF4-FFF2-40B4-BE49-F238E27FC236}">
                <a16:creationId xmlns:a16="http://schemas.microsoft.com/office/drawing/2014/main" id="{B37A1C85-7EE9-4986-A62F-578A17870B2D}"/>
              </a:ext>
            </a:extLst>
          </p:cNvPr>
          <p:cNvSpPr>
            <a:spLocks xmlns:a="http://schemas.openxmlformats.org/drawingml/2006/main" noGrp="1"/>
          </p:cNvSpPr>
          <p:nvPr/>
        </p:nvSpPr>
        <p:spPr>
          <a:xfrm xmlns:a="http://schemas.openxmlformats.org/drawingml/2006/main">
            <a:off x="3476625"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A real business project needs an eligible commercial plan or another host.</a:t>
            </a:r>
          </a:p>
        </p:txBody>
      </p:sp>
      <p:sp>
        <p:nvSpPr>
          <p:cNvPr id="41" name="">
            <a:extLst xmlns:a="http://schemas.openxmlformats.org/drawingml/2006/main">
              <a:ext uri="{FF2B5EF4-FFF2-40B4-BE49-F238E27FC236}">
                <a16:creationId xmlns:a16="http://schemas.microsoft.com/office/drawing/2014/main" id="{D1F7F6EF-824F-4269-A36D-01F85DF04B75}"/>
              </a:ext>
            </a:extLst>
          </p:cNvPr>
          <p:cNvSpPr>
            <a:spLocks xmlns:a="http://schemas.openxmlformats.org/drawingml/2006/main" noGrp="1"/>
          </p:cNvSpPr>
          <p:nvPr/>
        </p:nvSpPr>
        <p:spPr>
          <a:xfrm xmlns:a="http://schemas.openxmlformats.org/drawingml/2006/main">
            <a:off x="6096000"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42" name="">
            <a:extLst xmlns:a="http://schemas.openxmlformats.org/drawingml/2006/main">
              <a:ext uri="{FF2B5EF4-FFF2-40B4-BE49-F238E27FC236}">
                <a16:creationId xmlns:a16="http://schemas.microsoft.com/office/drawing/2014/main" id="{23F429ED-8F15-4459-8D1E-801F64890D7D}"/>
              </a:ext>
            </a:extLst>
          </p:cNvPr>
          <p:cNvSpPr>
            <a:spLocks xmlns:a="http://schemas.openxmlformats.org/drawingml/2006/main" noGrp="1"/>
          </p:cNvSpPr>
          <p:nvPr/>
        </p:nvSpPr>
        <p:spPr>
          <a:xfrm xmlns:a="http://schemas.openxmlformats.org/drawingml/2006/main">
            <a:off x="6210300"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03</a:t>
            </a:r>
          </a:p>
        </p:txBody>
      </p:sp>
      <p:sp>
        <p:nvSpPr>
          <p:cNvPr id="43" name="">
            <a:extLst xmlns:a="http://schemas.openxmlformats.org/drawingml/2006/main">
              <a:ext uri="{FF2B5EF4-FFF2-40B4-BE49-F238E27FC236}">
                <a16:creationId xmlns:a16="http://schemas.microsoft.com/office/drawing/2014/main" id="{432A2235-6093-40CD-AB7C-97C8AC13709E}"/>
              </a:ext>
            </a:extLst>
          </p:cNvPr>
          <p:cNvSpPr>
            <a:spLocks xmlns:a="http://schemas.openxmlformats.org/drawingml/2006/main" noGrp="1"/>
          </p:cNvSpPr>
          <p:nvPr/>
        </p:nvSpPr>
        <p:spPr>
          <a:xfrm xmlns:a="http://schemas.openxmlformats.org/drawingml/2006/main">
            <a:off x="6210300"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During class</a:t>
            </a:r>
          </a:p>
        </p:txBody>
      </p:sp>
      <p:sp>
        <p:nvSpPr>
          <p:cNvPr id="44" name="">
            <a:extLst xmlns:a="http://schemas.openxmlformats.org/drawingml/2006/main">
              <a:ext uri="{FF2B5EF4-FFF2-40B4-BE49-F238E27FC236}">
                <a16:creationId xmlns:a16="http://schemas.microsoft.com/office/drawing/2014/main" id="{44888A26-9B9E-4AF3-A2DC-A1F433B5E253}"/>
              </a:ext>
            </a:extLst>
          </p:cNvPr>
          <p:cNvSpPr>
            <a:spLocks xmlns:a="http://schemas.openxmlformats.org/drawingml/2006/main" noGrp="1"/>
          </p:cNvSpPr>
          <p:nvPr/>
        </p:nvSpPr>
        <p:spPr>
          <a:xfrm xmlns:a="http://schemas.openxmlformats.org/drawingml/2006/main">
            <a:off x="6210300"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Do not enter billing details or choose a paid plan because a tutorial says so.</a:t>
            </a:r>
          </a:p>
        </p:txBody>
      </p:sp>
      <p:sp>
        <p:nvSpPr>
          <p:cNvPr id="45" name="">
            <a:extLst xmlns:a="http://schemas.openxmlformats.org/drawingml/2006/main">
              <a:ext uri="{FF2B5EF4-FFF2-40B4-BE49-F238E27FC236}">
                <a16:creationId xmlns:a16="http://schemas.microsoft.com/office/drawing/2014/main" id="{6226AC7D-B240-4C5A-BBEF-4FEA62F05605}"/>
              </a:ext>
            </a:extLst>
          </p:cNvPr>
          <p:cNvSpPr>
            <a:spLocks xmlns:a="http://schemas.openxmlformats.org/drawingml/2006/main" noGrp="1"/>
          </p:cNvSpPr>
          <p:nvPr/>
        </p:nvSpPr>
        <p:spPr>
          <a:xfrm xmlns:a="http://schemas.openxmlformats.org/drawingml/2006/main">
            <a:off x="8829675"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46" name="">
            <a:extLst xmlns:a="http://schemas.openxmlformats.org/drawingml/2006/main">
              <a:ext uri="{FF2B5EF4-FFF2-40B4-BE49-F238E27FC236}">
                <a16:creationId xmlns:a16="http://schemas.microsoft.com/office/drawing/2014/main" id="{0920D886-E2A1-4EA6-8DC9-2AEA3B28FBFF}"/>
              </a:ext>
            </a:extLst>
          </p:cNvPr>
          <p:cNvSpPr>
            <a:spLocks xmlns:a="http://schemas.openxmlformats.org/drawingml/2006/main" noGrp="1"/>
          </p:cNvSpPr>
          <p:nvPr/>
        </p:nvSpPr>
        <p:spPr>
          <a:xfrm xmlns:a="http://schemas.openxmlformats.org/drawingml/2006/main">
            <a:off x="8943975"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04</a:t>
            </a:r>
          </a:p>
        </p:txBody>
      </p:sp>
      <p:sp>
        <p:nvSpPr>
          <p:cNvPr id="47" name="">
            <a:extLst xmlns:a="http://schemas.openxmlformats.org/drawingml/2006/main">
              <a:ext uri="{FF2B5EF4-FFF2-40B4-BE49-F238E27FC236}">
                <a16:creationId xmlns:a16="http://schemas.microsoft.com/office/drawing/2014/main" id="{0EAC6FD5-B643-469C-A978-5EC14CD25EC5}"/>
              </a:ext>
            </a:extLst>
          </p:cNvPr>
          <p:cNvSpPr>
            <a:spLocks xmlns:a="http://schemas.openxmlformats.org/drawingml/2006/main" noGrp="1"/>
          </p:cNvSpPr>
          <p:nvPr/>
        </p:nvSpPr>
        <p:spPr>
          <a:xfrm xmlns:a="http://schemas.openxmlformats.org/drawingml/2006/main">
            <a:off x="8943975"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Before launch</a:t>
            </a:r>
          </a:p>
        </p:txBody>
      </p:sp>
      <p:sp>
        <p:nvSpPr>
          <p:cNvPr id="48" name="">
            <a:extLst xmlns:a="http://schemas.openxmlformats.org/drawingml/2006/main">
              <a:ext uri="{FF2B5EF4-FFF2-40B4-BE49-F238E27FC236}">
                <a16:creationId xmlns:a16="http://schemas.microsoft.com/office/drawing/2014/main" id="{96397159-411F-4F10-877A-F10C91A70833}"/>
              </a:ext>
            </a:extLst>
          </p:cNvPr>
          <p:cNvSpPr>
            <a:spLocks xmlns:a="http://schemas.openxmlformats.org/drawingml/2006/main" noGrp="1"/>
          </p:cNvSpPr>
          <p:nvPr/>
        </p:nvSpPr>
        <p:spPr>
          <a:xfrm xmlns:a="http://schemas.openxmlformats.org/drawingml/2006/main">
            <a:off x="8943975"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Check the audience, account, plan, and current provider rules.</a:t>
            </a:r>
          </a:p>
        </p:txBody>
      </p:sp>
      <p:sp>
        <p:nvSpPr>
          <p:cNvPr id="49" name="">
            <a:extLst xmlns:a="http://schemas.openxmlformats.org/drawingml/2006/main">
              <a:ext uri="{FF2B5EF4-FFF2-40B4-BE49-F238E27FC236}">
                <a16:creationId xmlns:a16="http://schemas.microsoft.com/office/drawing/2014/main" id="{05C5BF14-E202-44DF-BC81-1D63FADD97CA}"/>
              </a:ext>
            </a:extLst>
          </p:cNvPr>
          <p:cNvSpPr>
            <a:spLocks xmlns:a="http://schemas.openxmlformats.org/drawingml/2006/main" noGrp="1"/>
          </p:cNvSpPr>
          <p:nvPr/>
        </p:nvSpPr>
        <p:spPr>
          <a:xfrm xmlns:a="http://schemas.openxmlformats.org/drawingml/2006/main">
            <a:off x="647700" y="470535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50" name="">
            <a:extLst xmlns:a="http://schemas.openxmlformats.org/drawingml/2006/main">
              <a:ext uri="{FF2B5EF4-FFF2-40B4-BE49-F238E27FC236}">
                <a16:creationId xmlns:a16="http://schemas.microsoft.com/office/drawing/2014/main" id="{1D5B66B0-9122-4209-AFF7-797BAD549F98}"/>
              </a:ext>
            </a:extLst>
          </p:cNvPr>
          <p:cNvSpPr>
            <a:spLocks xmlns:a="http://schemas.openxmlformats.org/drawingml/2006/main" noGrp="1"/>
          </p:cNvSpPr>
          <p:nvPr/>
        </p:nvSpPr>
        <p:spPr>
          <a:xfrm xmlns:a="http://schemas.openxmlformats.org/drawingml/2006/main">
            <a:off x="742950" y="49530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The exercise is free practice. A real business launch is a separate decision.</a:t>
            </a:r>
          </a:p>
        </p:txBody>
      </p:sp>
      <p:sp>
        <p:nvSpPr>
          <p:cNvPr id="51" name="">
            <a:extLst xmlns:a="http://schemas.openxmlformats.org/drawingml/2006/main">
              <a:ext uri="{FF2B5EF4-FFF2-40B4-BE49-F238E27FC236}">
                <a16:creationId xmlns:a16="http://schemas.microsoft.com/office/drawing/2014/main" id="{CCFFC70E-BFA0-4AF9-97FF-A292C58D5032}"/>
              </a:ext>
            </a:extLst>
          </p:cNvPr>
          <p:cNvSpPr>
            <a:spLocks xmlns:a="http://schemas.openxmlformats.org/drawingml/2006/main" noGrp="1"/>
          </p:cNvSpPr>
          <p:nvPr/>
        </p:nvSpPr>
        <p:spPr>
          <a:xfrm xmlns:a="http://schemas.openxmlformats.org/drawingml/2006/main">
            <a:off x="3667125" y="6381750"/>
            <a:ext cx="4857750" cy="0"/>
          </a:xfrm>
          <a:prstGeom xmlns:a="http://schemas.openxmlformats.org/drawingml/2006/main" prst="line">
            <a:avLst/>
          </a:prstGeom>
          <a:noFill xmlns:a="http://schemas.openxmlformats.org/drawingml/2006/main"/>
          <a:ln xmlns:a="http://schemas.openxmlformats.org/drawingml/2006/main" w="5715">
            <a:solidFill>
              <a:srgbClr val="D8E2EF"/>
            </a:solidFill>
            <a:prstDash val="solid"/>
          </a:ln>
        </p:spPr>
      </p:sp>
      <p:sp>
        <p:nvSpPr>
          <p:cNvPr id="52" name="">
            <a:extLst xmlns:a="http://schemas.openxmlformats.org/drawingml/2006/main">
              <a:ext uri="{FF2B5EF4-FFF2-40B4-BE49-F238E27FC236}">
                <a16:creationId xmlns:a16="http://schemas.microsoft.com/office/drawing/2014/main" id="{E9ABB6EF-07C7-4E17-A374-3D5C600CD89D}"/>
              </a:ext>
            </a:extLst>
          </p:cNvPr>
          <p:cNvSpPr>
            <a:spLocks xmlns:a="http://schemas.openxmlformats.org/drawingml/2006/main" noGrp="1"/>
          </p:cNvSpPr>
          <p:nvPr/>
        </p:nvSpPr>
        <p:spPr>
          <a:xfrm xmlns:a="http://schemas.openxmlformats.org/drawingml/2006/main">
            <a:off x="7191375" y="6381750"/>
            <a:ext cx="723900" cy="0"/>
          </a:xfrm>
          <a:prstGeom xmlns:a="http://schemas.openxmlformats.org/drawingml/2006/main" prst="line">
            <a:avLst/>
          </a:prstGeom>
          <a:noFill xmlns:a="http://schemas.openxmlformats.org/drawingml/2006/main"/>
          <a:ln xmlns:a="http://schemas.openxmlformats.org/drawingml/2006/main" w="28575">
            <a:solidFill>
              <a:srgbClr val="EF8B39"/>
            </a:solidFill>
            <a:prstDash val="solid"/>
          </a:ln>
        </p:spPr>
      </p:sp>
      <p:sp>
        <p:nvSpPr>
          <p:cNvPr id="53" name="">
            <a:extLst xmlns:a="http://schemas.openxmlformats.org/drawingml/2006/main">
              <a:ext uri="{FF2B5EF4-FFF2-40B4-BE49-F238E27FC236}">
                <a16:creationId xmlns:a16="http://schemas.microsoft.com/office/drawing/2014/main" id="{33529DDD-AB1F-4422-B6E3-F66C8EB77C42}"/>
              </a:ext>
            </a:extLst>
          </p:cNvPr>
          <p:cNvSpPr>
            <a:spLocks xmlns:a="http://schemas.openxmlformats.org/drawingml/2006/main" noGrp="1"/>
          </p:cNvSpPr>
          <p:nvPr/>
        </p:nvSpPr>
        <p:spPr>
          <a:xfrm xmlns:a="http://schemas.openxmlformats.org/drawingml/2006/main">
            <a:off x="36337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54" name="">
            <a:extLst xmlns:a="http://schemas.openxmlformats.org/drawingml/2006/main">
              <a:ext uri="{FF2B5EF4-FFF2-40B4-BE49-F238E27FC236}">
                <a16:creationId xmlns:a16="http://schemas.microsoft.com/office/drawing/2014/main" id="{D83A87C8-487F-41C2-86B0-A5AF5A233EEF}"/>
              </a:ext>
            </a:extLst>
          </p:cNvPr>
          <p:cNvSpPr>
            <a:spLocks xmlns:a="http://schemas.openxmlformats.org/drawingml/2006/main" noGrp="1"/>
          </p:cNvSpPr>
          <p:nvPr/>
        </p:nvSpPr>
        <p:spPr>
          <a:xfrm xmlns:a="http://schemas.openxmlformats.org/drawingml/2006/main">
            <a:off x="32670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PLAN</a:t>
            </a:r>
          </a:p>
        </p:txBody>
      </p:sp>
      <p:sp>
        <p:nvSpPr>
          <p:cNvPr id="55" name="">
            <a:extLst xmlns:a="http://schemas.openxmlformats.org/drawingml/2006/main">
              <a:ext uri="{FF2B5EF4-FFF2-40B4-BE49-F238E27FC236}">
                <a16:creationId xmlns:a16="http://schemas.microsoft.com/office/drawing/2014/main" id="{24F70FDF-0488-445C-9F73-F30E46948CA7}"/>
              </a:ext>
            </a:extLst>
          </p:cNvPr>
          <p:cNvSpPr>
            <a:spLocks xmlns:a="http://schemas.openxmlformats.org/drawingml/2006/main" noGrp="1"/>
          </p:cNvSpPr>
          <p:nvPr/>
        </p:nvSpPr>
        <p:spPr>
          <a:xfrm xmlns:a="http://schemas.openxmlformats.org/drawingml/2006/main">
            <a:off x="46053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56" name="">
            <a:extLst xmlns:a="http://schemas.openxmlformats.org/drawingml/2006/main">
              <a:ext uri="{FF2B5EF4-FFF2-40B4-BE49-F238E27FC236}">
                <a16:creationId xmlns:a16="http://schemas.microsoft.com/office/drawing/2014/main" id="{674068A8-DDBC-4EF3-A2AC-232E2D5E5893}"/>
              </a:ext>
            </a:extLst>
          </p:cNvPr>
          <p:cNvSpPr>
            <a:spLocks xmlns:a="http://schemas.openxmlformats.org/drawingml/2006/main" noGrp="1"/>
          </p:cNvSpPr>
          <p:nvPr/>
        </p:nvSpPr>
        <p:spPr>
          <a:xfrm xmlns:a="http://schemas.openxmlformats.org/drawingml/2006/main">
            <a:off x="42386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DESIGN</a:t>
            </a:r>
          </a:p>
        </p:txBody>
      </p:sp>
      <p:sp>
        <p:nvSpPr>
          <p:cNvPr id="57" name="">
            <a:extLst xmlns:a="http://schemas.openxmlformats.org/drawingml/2006/main">
              <a:ext uri="{FF2B5EF4-FFF2-40B4-BE49-F238E27FC236}">
                <a16:creationId xmlns:a16="http://schemas.microsoft.com/office/drawing/2014/main" id="{F829E1AD-C7E3-4C07-85EA-8906C8945BAB}"/>
              </a:ext>
            </a:extLst>
          </p:cNvPr>
          <p:cNvSpPr>
            <a:spLocks xmlns:a="http://schemas.openxmlformats.org/drawingml/2006/main" noGrp="1"/>
          </p:cNvSpPr>
          <p:nvPr/>
        </p:nvSpPr>
        <p:spPr>
          <a:xfrm xmlns:a="http://schemas.openxmlformats.org/drawingml/2006/main">
            <a:off x="55768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58" name="">
            <a:extLst xmlns:a="http://schemas.openxmlformats.org/drawingml/2006/main">
              <a:ext uri="{FF2B5EF4-FFF2-40B4-BE49-F238E27FC236}">
                <a16:creationId xmlns:a16="http://schemas.microsoft.com/office/drawing/2014/main" id="{E98DC153-16CC-4DF6-B329-A6151DA69215}"/>
              </a:ext>
            </a:extLst>
          </p:cNvPr>
          <p:cNvSpPr>
            <a:spLocks xmlns:a="http://schemas.openxmlformats.org/drawingml/2006/main" noGrp="1"/>
          </p:cNvSpPr>
          <p:nvPr/>
        </p:nvSpPr>
        <p:spPr>
          <a:xfrm xmlns:a="http://schemas.openxmlformats.org/drawingml/2006/main">
            <a:off x="52101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BUILD</a:t>
            </a:r>
          </a:p>
        </p:txBody>
      </p:sp>
      <p:sp>
        <p:nvSpPr>
          <p:cNvPr id="59" name="">
            <a:extLst xmlns:a="http://schemas.openxmlformats.org/drawingml/2006/main">
              <a:ext uri="{FF2B5EF4-FFF2-40B4-BE49-F238E27FC236}">
                <a16:creationId xmlns:a16="http://schemas.microsoft.com/office/drawing/2014/main" id="{44DEE5C4-FD1D-44D4-8F6F-75942C3BB62F}"/>
              </a:ext>
            </a:extLst>
          </p:cNvPr>
          <p:cNvSpPr>
            <a:spLocks xmlns:a="http://schemas.openxmlformats.org/drawingml/2006/main" noGrp="1"/>
          </p:cNvSpPr>
          <p:nvPr/>
        </p:nvSpPr>
        <p:spPr>
          <a:xfrm xmlns:a="http://schemas.openxmlformats.org/drawingml/2006/main">
            <a:off x="65484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60" name="">
            <a:extLst xmlns:a="http://schemas.openxmlformats.org/drawingml/2006/main">
              <a:ext uri="{FF2B5EF4-FFF2-40B4-BE49-F238E27FC236}">
                <a16:creationId xmlns:a16="http://schemas.microsoft.com/office/drawing/2014/main" id="{37AF94E3-4AF5-41FB-823A-797BFFFB3531}"/>
              </a:ext>
            </a:extLst>
          </p:cNvPr>
          <p:cNvSpPr>
            <a:spLocks xmlns:a="http://schemas.openxmlformats.org/drawingml/2006/main" noGrp="1"/>
          </p:cNvSpPr>
          <p:nvPr/>
        </p:nvSpPr>
        <p:spPr>
          <a:xfrm xmlns:a="http://schemas.openxmlformats.org/drawingml/2006/main">
            <a:off x="61817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TEST</a:t>
            </a:r>
          </a:p>
        </p:txBody>
      </p:sp>
      <p:sp>
        <p:nvSpPr>
          <p:cNvPr id="61" name="">
            <a:extLst xmlns:a="http://schemas.openxmlformats.org/drawingml/2006/main">
              <a:ext uri="{FF2B5EF4-FFF2-40B4-BE49-F238E27FC236}">
                <a16:creationId xmlns:a16="http://schemas.microsoft.com/office/drawing/2014/main" id="{21468D14-982F-4FB9-B433-9560F0505BE5}"/>
              </a:ext>
            </a:extLst>
          </p:cNvPr>
          <p:cNvSpPr>
            <a:spLocks xmlns:a="http://schemas.openxmlformats.org/drawingml/2006/main" noGrp="1"/>
          </p:cNvSpPr>
          <p:nvPr/>
        </p:nvSpPr>
        <p:spPr>
          <a:xfrm xmlns:a="http://schemas.openxmlformats.org/drawingml/2006/main">
            <a:off x="7505700" y="6334125"/>
            <a:ext cx="95250" cy="95250"/>
          </a:xfrm>
          <a:prstGeom xmlns:a="http://schemas.openxmlformats.org/drawingml/2006/main" prst="ellipse">
            <a:avLst/>
          </a:prstGeom>
          <a:solidFill xmlns:a="http://schemas.openxmlformats.org/drawingml/2006/main">
            <a:srgbClr val="EF8B39"/>
          </a:solidFill>
          <a:ln xmlns:a="http://schemas.openxmlformats.org/drawingml/2006/main" w="9525">
            <a:solidFill>
              <a:srgbClr val="EF8B39"/>
            </a:solidFill>
            <a:prstDash val="solid"/>
          </a:ln>
        </p:spPr>
      </p:sp>
      <p:sp>
        <p:nvSpPr>
          <p:cNvPr id="62" name="">
            <a:extLst xmlns:a="http://schemas.openxmlformats.org/drawingml/2006/main">
              <a:ext uri="{FF2B5EF4-FFF2-40B4-BE49-F238E27FC236}">
                <a16:creationId xmlns:a16="http://schemas.microsoft.com/office/drawing/2014/main" id="{D681BA74-AB7C-49FB-925D-F78E3B3D2EE2}"/>
              </a:ext>
            </a:extLst>
          </p:cNvPr>
          <p:cNvSpPr>
            <a:spLocks xmlns:a="http://schemas.openxmlformats.org/drawingml/2006/main" noGrp="1"/>
          </p:cNvSpPr>
          <p:nvPr/>
        </p:nvSpPr>
        <p:spPr>
          <a:xfrm xmlns:a="http://schemas.openxmlformats.org/drawingml/2006/main">
            <a:off x="71532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1">
                <a:solidFill>
                  <a:srgbClr val="B93800"/>
                </a:solidFill>
                <a:latin typeface="Montserrat"/>
                <a:ea typeface="Montserrat"/>
                <a:cs typeface="Montserrat"/>
              </a:defRPr>
            </a:defPPr>
            <a:lvl1pPr algn="ctr">
              <a:defRPr sz="675" b="1">
                <a:solidFill>
                  <a:srgbClr val="B93800"/>
                </a:solidFill>
                <a:latin typeface="Montserrat"/>
                <a:ea typeface="Montserrat"/>
                <a:cs typeface="Montserrat"/>
              </a:defRPr>
            </a:lvl1pPr>
            <a:lvl2pPr algn="ctr">
              <a:defRPr sz="675" b="1">
                <a:solidFill>
                  <a:srgbClr val="B93800"/>
                </a:solidFill>
                <a:latin typeface="Montserrat"/>
                <a:ea typeface="Montserrat"/>
                <a:cs typeface="Montserrat"/>
              </a:defRPr>
            </a:lvl2pPr>
            <a:lvl3pPr algn="ctr">
              <a:defRPr sz="675" b="1">
                <a:solidFill>
                  <a:srgbClr val="B93800"/>
                </a:solidFill>
                <a:latin typeface="Montserrat"/>
                <a:ea typeface="Montserrat"/>
                <a:cs typeface="Montserrat"/>
              </a:defRPr>
            </a:lvl3pPr>
            <a:lvl4pPr algn="ctr">
              <a:defRPr sz="675" b="1">
                <a:solidFill>
                  <a:srgbClr val="B93800"/>
                </a:solidFill>
                <a:latin typeface="Montserrat"/>
                <a:ea typeface="Montserrat"/>
                <a:cs typeface="Montserrat"/>
              </a:defRPr>
            </a:lvl4pPr>
            <a:lvl5pPr algn="ctr">
              <a:defRPr sz="675" b="1">
                <a:solidFill>
                  <a:srgbClr val="B93800"/>
                </a:solidFill>
                <a:latin typeface="Montserrat"/>
                <a:ea typeface="Montserrat"/>
                <a:cs typeface="Montserrat"/>
              </a:defRPr>
            </a:lvl5pPr>
            <a:lvl6pPr algn="ctr">
              <a:defRPr sz="675" b="1">
                <a:solidFill>
                  <a:srgbClr val="B93800"/>
                </a:solidFill>
                <a:latin typeface="Montserrat"/>
                <a:ea typeface="Montserrat"/>
                <a:cs typeface="Montserrat"/>
              </a:defRPr>
            </a:lvl6pPr>
            <a:lvl7pPr algn="ctr">
              <a:defRPr sz="675" b="1">
                <a:solidFill>
                  <a:srgbClr val="B93800"/>
                </a:solidFill>
                <a:latin typeface="Montserrat"/>
                <a:ea typeface="Montserrat"/>
                <a:cs typeface="Montserrat"/>
              </a:defRPr>
            </a:lvl7pPr>
            <a:lvl8pPr algn="ctr">
              <a:defRPr sz="675" b="1">
                <a:solidFill>
                  <a:srgbClr val="B93800"/>
                </a:solidFill>
                <a:latin typeface="Montserrat"/>
                <a:ea typeface="Montserrat"/>
                <a:cs typeface="Montserrat"/>
              </a:defRPr>
            </a:lvl8pPr>
            <a:lvl9pPr algn="ctr">
              <a:defRPr sz="675" b="1">
                <a:solidFill>
                  <a:srgbClr val="B93800"/>
                </a:solidFill>
                <a:latin typeface="Montserrat"/>
                <a:ea typeface="Montserrat"/>
                <a:cs typeface="Montserrat"/>
              </a:defRPr>
            </a:lvl9pPr>
          </a:lstStyle>
          <a:p xmlns:a="http://schemas.openxmlformats.org/drawingml/2006/main">
            <a:pPr algn="ctr">
              <a:defRPr sz="675" b="1">
                <a:solidFill>
                  <a:srgbClr val="B93800"/>
                </a:solidFill>
                <a:latin typeface="Montserrat"/>
                <a:ea typeface="Montserrat"/>
                <a:cs typeface="Montserrat"/>
              </a:defRPr>
            </a:pPr>
            <a:r>
              <a:rPr sz="675" b="1">
                <a:solidFill>
                  <a:srgbClr val="B93800"/>
                </a:solidFill>
                <a:latin typeface="Montserrat"/>
                <a:ea typeface="Montserrat"/>
                <a:cs typeface="Montserrat"/>
              </a:rPr>
              <a:t>DEPLOY</a:t>
            </a:r>
          </a:p>
        </p:txBody>
      </p:sp>
      <p:sp>
        <p:nvSpPr>
          <p:cNvPr id="63" name="">
            <a:extLst xmlns:a="http://schemas.openxmlformats.org/drawingml/2006/main">
              <a:ext uri="{FF2B5EF4-FFF2-40B4-BE49-F238E27FC236}">
                <a16:creationId xmlns:a16="http://schemas.microsoft.com/office/drawing/2014/main" id="{B52933A1-B38D-409E-8CDF-C0F8496B2888}"/>
              </a:ext>
            </a:extLst>
          </p:cNvPr>
          <p:cNvSpPr>
            <a:spLocks xmlns:a="http://schemas.openxmlformats.org/drawingml/2006/main" noGrp="1"/>
          </p:cNvSpPr>
          <p:nvPr/>
        </p:nvSpPr>
        <p:spPr>
          <a:xfrm xmlns:a="http://schemas.openxmlformats.org/drawingml/2006/main">
            <a:off x="84915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64" name="">
            <a:extLst xmlns:a="http://schemas.openxmlformats.org/drawingml/2006/main">
              <a:ext uri="{FF2B5EF4-FFF2-40B4-BE49-F238E27FC236}">
                <a16:creationId xmlns:a16="http://schemas.microsoft.com/office/drawing/2014/main" id="{1798FE75-A082-474E-9261-CC000FFCCE66}"/>
              </a:ext>
            </a:extLst>
          </p:cNvPr>
          <p:cNvSpPr>
            <a:spLocks xmlns:a="http://schemas.openxmlformats.org/drawingml/2006/main" noGrp="1"/>
          </p:cNvSpPr>
          <p:nvPr/>
        </p:nvSpPr>
        <p:spPr>
          <a:xfrm xmlns:a="http://schemas.openxmlformats.org/drawingml/2006/main">
            <a:off x="81248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MAINTAIN</a:t>
            </a:r>
          </a:p>
        </p:txBody>
      </p:sp>
    </p:spTree>
    <p:extLst>
      <p:ext uri="{BB962C8B-B14F-4D97-AF65-F5344CB8AC3E}">
        <p14:creationId xmlns:p14="http://schemas.microsoft.com/office/powerpoint/2010/main" val="1568940774"/>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499616E5-55BD-4466-95C3-2F5F9368F884}"/>
              </a:ext>
            </a:extLst>
          </p:cNvPr>
          <p:cNvPicPr>
            <a:picLocks xmlns:a="http://schemas.openxmlformats.org/drawingml/2006/main" noChangeAspect="1"/>
          </p:cNvPicPr>
          <p:nvPr/>
        </p:nvPicPr>
        <p:blipFill>
          <a:blip xmlns:r="http://schemas.openxmlformats.org/officeDocument/2006/relationships" xmlns:a="http://schemas.openxmlformats.org/drawingml/2006/main" r:embed="R71ede46d81a14676"/>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D63B5951-047F-4316-AA38-86F9F0F38D2E}"/>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56 / 63</a:t>
            </a:r>
            <a:endParaRPr sz="900"/>
          </a:p>
        </p:txBody>
      </p:sp>
      <p:sp>
        <p:nvSpPr>
          <p:cNvPr id="68" name="">
            <a:extLst xmlns:a="http://schemas.openxmlformats.org/drawingml/2006/main">
              <a:ext uri="{FF2B5EF4-FFF2-40B4-BE49-F238E27FC236}">
                <a16:creationId xmlns:a16="http://schemas.microsoft.com/office/drawing/2014/main" id="{1E57D61C-7A51-485D-8BFE-D3FFCC2A28A6}"/>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307FE2"/>
                </a:solidFill>
                <a:latin typeface="Montserrat"/>
                <a:ea typeface="Montserrat"/>
                <a:cs typeface="Montserrat"/>
              </a:defRPr>
            </a:defPPr>
            <a:lvl1pPr algn="l">
              <a:defRPr sz="1050" b="1">
                <a:solidFill>
                  <a:srgbClr val="307FE2"/>
                </a:solidFill>
                <a:latin typeface="Montserrat"/>
                <a:ea typeface="Montserrat"/>
                <a:cs typeface="Montserrat"/>
              </a:defRPr>
            </a:lvl1pPr>
            <a:lvl2pPr algn="l">
              <a:defRPr sz="1050" b="1">
                <a:solidFill>
                  <a:srgbClr val="307FE2"/>
                </a:solidFill>
                <a:latin typeface="Montserrat"/>
                <a:ea typeface="Montserrat"/>
                <a:cs typeface="Montserrat"/>
              </a:defRPr>
            </a:lvl2pPr>
            <a:lvl3pPr algn="l">
              <a:defRPr sz="1050" b="1">
                <a:solidFill>
                  <a:srgbClr val="307FE2"/>
                </a:solidFill>
                <a:latin typeface="Montserrat"/>
                <a:ea typeface="Montserrat"/>
                <a:cs typeface="Montserrat"/>
              </a:defRPr>
            </a:lvl3pPr>
            <a:lvl4pPr algn="l">
              <a:defRPr sz="1050" b="1">
                <a:solidFill>
                  <a:srgbClr val="307FE2"/>
                </a:solidFill>
                <a:latin typeface="Montserrat"/>
                <a:ea typeface="Montserrat"/>
                <a:cs typeface="Montserrat"/>
              </a:defRPr>
            </a:lvl4pPr>
            <a:lvl5pPr algn="l">
              <a:defRPr sz="1050" b="1">
                <a:solidFill>
                  <a:srgbClr val="307FE2"/>
                </a:solidFill>
                <a:latin typeface="Montserrat"/>
                <a:ea typeface="Montserrat"/>
                <a:cs typeface="Montserrat"/>
              </a:defRPr>
            </a:lvl5pPr>
            <a:lvl6pPr algn="l">
              <a:defRPr sz="1050" b="1">
                <a:solidFill>
                  <a:srgbClr val="307FE2"/>
                </a:solidFill>
                <a:latin typeface="Montserrat"/>
                <a:ea typeface="Montserrat"/>
                <a:cs typeface="Montserrat"/>
              </a:defRPr>
            </a:lvl6pPr>
            <a:lvl7pPr algn="l">
              <a:defRPr sz="1050" b="1">
                <a:solidFill>
                  <a:srgbClr val="307FE2"/>
                </a:solidFill>
                <a:latin typeface="Montserrat"/>
                <a:ea typeface="Montserrat"/>
                <a:cs typeface="Montserrat"/>
              </a:defRPr>
            </a:lvl7pPr>
            <a:lvl8pPr algn="l">
              <a:defRPr sz="1050" b="1">
                <a:solidFill>
                  <a:srgbClr val="307FE2"/>
                </a:solidFill>
                <a:latin typeface="Montserrat"/>
                <a:ea typeface="Montserrat"/>
                <a:cs typeface="Montserrat"/>
              </a:defRPr>
            </a:lvl8pPr>
            <a:lvl9pPr algn="l">
              <a:defRPr sz="1050" b="1">
                <a:solidFill>
                  <a:srgbClr val="307FE2"/>
                </a:solidFill>
                <a:latin typeface="Montserrat"/>
                <a:ea typeface="Montserrat"/>
                <a:cs typeface="Montserrat"/>
              </a:defRPr>
            </a:lvl9pPr>
          </a:lstStyle>
          <a:p xmlns:a="http://schemas.openxmlformats.org/drawingml/2006/main">
            <a:pPr algn="l">
              <a:defRPr sz="1050" b="1">
                <a:solidFill>
                  <a:srgbClr val="307FE2"/>
                </a:solidFill>
                <a:latin typeface="Montserrat"/>
                <a:ea typeface="Montserrat"/>
                <a:cs typeface="Montserrat"/>
              </a:defRPr>
            </a:pPr>
            <a:r>
              <a:rPr sz="1050" b="1">
                <a:solidFill>
                  <a:srgbClr val="307FE2"/>
                </a:solidFill>
                <a:latin typeface="Montserrat"/>
                <a:ea typeface="Montserrat"/>
                <a:cs typeface="Montserrat"/>
              </a:rPr>
              <a:t>// OPERATE · OWNERSHIP</a:t>
            </a:r>
          </a:p>
        </p:txBody>
      </p:sp>
      <p:sp>
        <p:nvSpPr>
          <p:cNvPr id="69" name="">
            <a:extLst xmlns:a="http://schemas.openxmlformats.org/drawingml/2006/main">
              <a:ext uri="{FF2B5EF4-FFF2-40B4-BE49-F238E27FC236}">
                <a16:creationId xmlns:a16="http://schemas.microsoft.com/office/drawing/2014/main" id="{4B23E826-BA71-4454-964E-543F078F0AE7}"/>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94A3B8"/>
                </a:solidFill>
                <a:latin typeface="Montserrat"/>
                <a:ea typeface="Montserrat"/>
                <a:cs typeface="Montserrat"/>
              </a:defRPr>
            </a:defPPr>
            <a:lvl1pPr algn="r">
              <a:defRPr sz="900" b="0">
                <a:solidFill>
                  <a:srgbClr val="94A3B8"/>
                </a:solidFill>
                <a:latin typeface="Montserrat"/>
                <a:ea typeface="Montserrat"/>
                <a:cs typeface="Montserrat"/>
              </a:defRPr>
            </a:lvl1pPr>
            <a:lvl2pPr algn="r">
              <a:defRPr sz="900" b="0">
                <a:solidFill>
                  <a:srgbClr val="94A3B8"/>
                </a:solidFill>
                <a:latin typeface="Montserrat"/>
                <a:ea typeface="Montserrat"/>
                <a:cs typeface="Montserrat"/>
              </a:defRPr>
            </a:lvl2pPr>
            <a:lvl3pPr algn="r">
              <a:defRPr sz="900" b="0">
                <a:solidFill>
                  <a:srgbClr val="94A3B8"/>
                </a:solidFill>
                <a:latin typeface="Montserrat"/>
                <a:ea typeface="Montserrat"/>
                <a:cs typeface="Montserrat"/>
              </a:defRPr>
            </a:lvl3pPr>
            <a:lvl4pPr algn="r">
              <a:defRPr sz="900" b="0">
                <a:solidFill>
                  <a:srgbClr val="94A3B8"/>
                </a:solidFill>
                <a:latin typeface="Montserrat"/>
                <a:ea typeface="Montserrat"/>
                <a:cs typeface="Montserrat"/>
              </a:defRPr>
            </a:lvl4pPr>
            <a:lvl5pPr algn="r">
              <a:defRPr sz="900" b="0">
                <a:solidFill>
                  <a:srgbClr val="94A3B8"/>
                </a:solidFill>
                <a:latin typeface="Montserrat"/>
                <a:ea typeface="Montserrat"/>
                <a:cs typeface="Montserrat"/>
              </a:defRPr>
            </a:lvl5pPr>
            <a:lvl6pPr algn="r">
              <a:defRPr sz="900" b="0">
                <a:solidFill>
                  <a:srgbClr val="94A3B8"/>
                </a:solidFill>
                <a:latin typeface="Montserrat"/>
                <a:ea typeface="Montserrat"/>
                <a:cs typeface="Montserrat"/>
              </a:defRPr>
            </a:lvl6pPr>
            <a:lvl7pPr algn="r">
              <a:defRPr sz="900" b="0">
                <a:solidFill>
                  <a:srgbClr val="94A3B8"/>
                </a:solidFill>
                <a:latin typeface="Montserrat"/>
                <a:ea typeface="Montserrat"/>
                <a:cs typeface="Montserrat"/>
              </a:defRPr>
            </a:lvl7pPr>
            <a:lvl8pPr algn="r">
              <a:defRPr sz="900" b="0">
                <a:solidFill>
                  <a:srgbClr val="94A3B8"/>
                </a:solidFill>
                <a:latin typeface="Montserrat"/>
                <a:ea typeface="Montserrat"/>
                <a:cs typeface="Montserrat"/>
              </a:defRPr>
            </a:lvl8pPr>
            <a:lvl9pPr algn="r">
              <a:defRPr sz="900" b="0">
                <a:solidFill>
                  <a:srgbClr val="94A3B8"/>
                </a:solidFill>
                <a:latin typeface="Montserrat"/>
                <a:ea typeface="Montserrat"/>
                <a:cs typeface="Montserrat"/>
              </a:defRPr>
            </a:lvl9pPr>
          </a:lstStyle>
          <a:p xmlns:a="http://schemas.openxmlformats.org/drawingml/2006/main">
            <a:pPr algn="r">
              <a:defRPr sz="900" b="0">
                <a:solidFill>
                  <a:srgbClr val="94A3B8"/>
                </a:solidFill>
                <a:latin typeface="Montserrat"/>
                <a:ea typeface="Montserrat"/>
                <a:cs typeface="Montserrat"/>
              </a:defRPr>
            </a:pPr>
            <a:r>
              <a:rPr sz="900" b="0">
                <a:solidFill>
                  <a:srgbClr val="94A3B8"/>
                </a:solidFill>
                <a:latin typeface="Montserrat"/>
                <a:ea typeface="Montserrat"/>
                <a:cs typeface="Montserrat"/>
              </a:rPr>
              <a:t>4:40–5:25</a:t>
            </a:r>
          </a:p>
        </p:txBody>
      </p:sp>
      <p:sp>
        <p:nvSpPr>
          <p:cNvPr id="70" name="">
            <a:extLst xmlns:a="http://schemas.openxmlformats.org/drawingml/2006/main">
              <a:ext uri="{FF2B5EF4-FFF2-40B4-BE49-F238E27FC236}">
                <a16:creationId xmlns:a16="http://schemas.microsoft.com/office/drawing/2014/main" id="{53CBA011-EFE8-4204-90F3-014F628C23F5}"/>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What you own</a:t>
            </a:r>
          </a:p>
        </p:txBody>
      </p:sp>
      <p:sp>
        <p:nvSpPr>
          <p:cNvPr id="71" name="">
            <a:extLst xmlns:a="http://schemas.openxmlformats.org/drawingml/2006/main">
              <a:ext uri="{FF2B5EF4-FFF2-40B4-BE49-F238E27FC236}">
                <a16:creationId xmlns:a16="http://schemas.microsoft.com/office/drawing/2014/main" id="{31D62435-2362-4D09-8124-779A267FE448}"/>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FILES · HISTORY · PROJECT SETTINGS · TEST NOTES</a:t>
            </a:r>
          </a:p>
        </p:txBody>
      </p:sp>
      <p:sp>
        <p:nvSpPr>
          <p:cNvPr id="72" name="">
            <a:extLst xmlns:a="http://schemas.openxmlformats.org/drawingml/2006/main">
              <a:ext uri="{FF2B5EF4-FFF2-40B4-BE49-F238E27FC236}">
                <a16:creationId xmlns:a16="http://schemas.microsoft.com/office/drawing/2014/main" id="{1F741D85-A1BF-4162-AD90-B1F980C076DD}"/>
              </a:ext>
            </a:extLst>
          </p:cNvPr>
          <p:cNvSpPr>
            <a:spLocks xmlns:a="http://schemas.openxmlformats.org/drawingml/2006/main" noGrp="1"/>
          </p:cNvSpPr>
          <p:nvPr/>
        </p:nvSpPr>
        <p:spPr>
          <a:xfrm xmlns:a="http://schemas.openxmlformats.org/drawingml/2006/main">
            <a:off x="647700" y="2009775"/>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73" name="">
            <a:extLst xmlns:a="http://schemas.openxmlformats.org/drawingml/2006/main">
              <a:ext uri="{FF2B5EF4-FFF2-40B4-BE49-F238E27FC236}">
                <a16:creationId xmlns:a16="http://schemas.microsoft.com/office/drawing/2014/main" id="{083D9833-F439-4F5F-83D3-4955DC9E41D4}"/>
              </a:ext>
            </a:extLst>
          </p:cNvPr>
          <p:cNvSpPr>
            <a:spLocks xmlns:a="http://schemas.openxmlformats.org/drawingml/2006/main" noGrp="1"/>
          </p:cNvSpPr>
          <p:nvPr/>
        </p:nvSpPr>
        <p:spPr>
          <a:xfrm xmlns:a="http://schemas.openxmlformats.org/drawingml/2006/main">
            <a:off x="742950"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01</a:t>
            </a:r>
          </a:p>
        </p:txBody>
      </p:sp>
      <p:sp>
        <p:nvSpPr>
          <p:cNvPr id="74" name="">
            <a:extLst xmlns:a="http://schemas.openxmlformats.org/drawingml/2006/main">
              <a:ext uri="{FF2B5EF4-FFF2-40B4-BE49-F238E27FC236}">
                <a16:creationId xmlns:a16="http://schemas.microsoft.com/office/drawing/2014/main" id="{05D8E018-A629-4896-9C23-B4C738D40024}"/>
              </a:ext>
            </a:extLst>
          </p:cNvPr>
          <p:cNvSpPr>
            <a:spLocks xmlns:a="http://schemas.openxmlformats.org/drawingml/2006/main" noGrp="1"/>
          </p:cNvSpPr>
          <p:nvPr/>
        </p:nvSpPr>
        <p:spPr>
          <a:xfrm xmlns:a="http://schemas.openxmlformats.org/drawingml/2006/main">
            <a:off x="742950"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GitHub repositories</a:t>
            </a:r>
          </a:p>
        </p:txBody>
      </p:sp>
      <p:sp>
        <p:nvSpPr>
          <p:cNvPr id="75" name="">
            <a:extLst xmlns:a="http://schemas.openxmlformats.org/drawingml/2006/main">
              <a:ext uri="{FF2B5EF4-FFF2-40B4-BE49-F238E27FC236}">
                <a16:creationId xmlns:a16="http://schemas.microsoft.com/office/drawing/2014/main" id="{FCFBCD39-4DCC-4A78-8C6B-BCC57072EA28}"/>
              </a:ext>
            </a:extLst>
          </p:cNvPr>
          <p:cNvSpPr>
            <a:spLocks xmlns:a="http://schemas.openxmlformats.org/drawingml/2006/main" noGrp="1"/>
          </p:cNvSpPr>
          <p:nvPr/>
        </p:nvSpPr>
        <p:spPr>
          <a:xfrm xmlns:a="http://schemas.openxmlformats.org/drawingml/2006/main">
            <a:off x="742950"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The website and game files plus every deliberate save point.</a:t>
            </a:r>
          </a:p>
        </p:txBody>
      </p:sp>
      <p:sp>
        <p:nvSpPr>
          <p:cNvPr id="76" name="">
            <a:extLst xmlns:a="http://schemas.openxmlformats.org/drawingml/2006/main">
              <a:ext uri="{FF2B5EF4-FFF2-40B4-BE49-F238E27FC236}">
                <a16:creationId xmlns:a16="http://schemas.microsoft.com/office/drawing/2014/main" id="{424990D8-ABB2-4FD4-A2A5-1D9E274861E4}"/>
              </a:ext>
            </a:extLst>
          </p:cNvPr>
          <p:cNvSpPr>
            <a:spLocks xmlns:a="http://schemas.openxmlformats.org/drawingml/2006/main" noGrp="1"/>
          </p:cNvSpPr>
          <p:nvPr/>
        </p:nvSpPr>
        <p:spPr>
          <a:xfrm xmlns:a="http://schemas.openxmlformats.org/drawingml/2006/main">
            <a:off x="3362325"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77" name="">
            <a:extLst xmlns:a="http://schemas.openxmlformats.org/drawingml/2006/main">
              <a:ext uri="{FF2B5EF4-FFF2-40B4-BE49-F238E27FC236}">
                <a16:creationId xmlns:a16="http://schemas.microsoft.com/office/drawing/2014/main" id="{3DB8B1B9-A3C7-4192-BEC2-2D719B3EE39E}"/>
              </a:ext>
            </a:extLst>
          </p:cNvPr>
          <p:cNvSpPr>
            <a:spLocks xmlns:a="http://schemas.openxmlformats.org/drawingml/2006/main" noGrp="1"/>
          </p:cNvSpPr>
          <p:nvPr/>
        </p:nvSpPr>
        <p:spPr>
          <a:xfrm xmlns:a="http://schemas.openxmlformats.org/drawingml/2006/main">
            <a:off x="3476625"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02</a:t>
            </a:r>
          </a:p>
        </p:txBody>
      </p:sp>
      <p:sp>
        <p:nvSpPr>
          <p:cNvPr id="78" name="">
            <a:extLst xmlns:a="http://schemas.openxmlformats.org/drawingml/2006/main">
              <a:ext uri="{FF2B5EF4-FFF2-40B4-BE49-F238E27FC236}">
                <a16:creationId xmlns:a16="http://schemas.microsoft.com/office/drawing/2014/main" id="{05671ED0-1725-418A-9B73-A8D26F7B72D2}"/>
              </a:ext>
            </a:extLst>
          </p:cNvPr>
          <p:cNvSpPr>
            <a:spLocks xmlns:a="http://schemas.openxmlformats.org/drawingml/2006/main" noGrp="1"/>
          </p:cNvSpPr>
          <p:nvPr/>
        </p:nvSpPr>
        <p:spPr>
          <a:xfrm xmlns:a="http://schemas.openxmlformats.org/drawingml/2006/main">
            <a:off x="3476625"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Vercel projects</a:t>
            </a:r>
          </a:p>
        </p:txBody>
      </p:sp>
      <p:sp>
        <p:nvSpPr>
          <p:cNvPr id="79" name="">
            <a:extLst xmlns:a="http://schemas.openxmlformats.org/drawingml/2006/main">
              <a:ext uri="{FF2B5EF4-FFF2-40B4-BE49-F238E27FC236}">
                <a16:creationId xmlns:a16="http://schemas.microsoft.com/office/drawing/2014/main" id="{1AF1E5BC-EFE6-4F8E-B498-66126BA26C32}"/>
              </a:ext>
            </a:extLst>
          </p:cNvPr>
          <p:cNvSpPr>
            <a:spLocks xmlns:a="http://schemas.openxmlformats.org/drawingml/2006/main" noGrp="1"/>
          </p:cNvSpPr>
          <p:nvPr/>
        </p:nvSpPr>
        <p:spPr>
          <a:xfrm xmlns:a="http://schemas.openxmlformats.org/drawingml/2006/main">
            <a:off x="3476625"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The deployment history, project settings, and live URLs under your account.</a:t>
            </a:r>
          </a:p>
        </p:txBody>
      </p:sp>
      <p:sp>
        <p:nvSpPr>
          <p:cNvPr id="80" name="">
            <a:extLst xmlns:a="http://schemas.openxmlformats.org/drawingml/2006/main">
              <a:ext uri="{FF2B5EF4-FFF2-40B4-BE49-F238E27FC236}">
                <a16:creationId xmlns:a16="http://schemas.microsoft.com/office/drawing/2014/main" id="{D34E0E2E-D416-4E37-804A-D049711C21A9}"/>
              </a:ext>
            </a:extLst>
          </p:cNvPr>
          <p:cNvSpPr>
            <a:spLocks xmlns:a="http://schemas.openxmlformats.org/drawingml/2006/main" noGrp="1"/>
          </p:cNvSpPr>
          <p:nvPr/>
        </p:nvSpPr>
        <p:spPr>
          <a:xfrm xmlns:a="http://schemas.openxmlformats.org/drawingml/2006/main">
            <a:off x="6096000"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81" name="">
            <a:extLst xmlns:a="http://schemas.openxmlformats.org/drawingml/2006/main">
              <a:ext uri="{FF2B5EF4-FFF2-40B4-BE49-F238E27FC236}">
                <a16:creationId xmlns:a16="http://schemas.microsoft.com/office/drawing/2014/main" id="{B318C0E4-7D87-48DB-8E47-C93B5AFD0389}"/>
              </a:ext>
            </a:extLst>
          </p:cNvPr>
          <p:cNvSpPr>
            <a:spLocks xmlns:a="http://schemas.openxmlformats.org/drawingml/2006/main" noGrp="1"/>
          </p:cNvSpPr>
          <p:nvPr/>
        </p:nvSpPr>
        <p:spPr>
          <a:xfrm xmlns:a="http://schemas.openxmlformats.org/drawingml/2006/main">
            <a:off x="6210300"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03</a:t>
            </a:r>
          </a:p>
        </p:txBody>
      </p:sp>
      <p:sp>
        <p:nvSpPr>
          <p:cNvPr id="82" name="">
            <a:extLst xmlns:a="http://schemas.openxmlformats.org/drawingml/2006/main">
              <a:ext uri="{FF2B5EF4-FFF2-40B4-BE49-F238E27FC236}">
                <a16:creationId xmlns:a16="http://schemas.microsoft.com/office/drawing/2014/main" id="{7F39C205-2C08-46DE-83DD-2CC7A91D66F1}"/>
              </a:ext>
            </a:extLst>
          </p:cNvPr>
          <p:cNvSpPr>
            <a:spLocks xmlns:a="http://schemas.openxmlformats.org/drawingml/2006/main" noGrp="1"/>
          </p:cNvSpPr>
          <p:nvPr/>
        </p:nvSpPr>
        <p:spPr>
          <a:xfrm xmlns:a="http://schemas.openxmlformats.org/drawingml/2006/main">
            <a:off x="6210300"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Check records</a:t>
            </a:r>
          </a:p>
        </p:txBody>
      </p:sp>
      <p:sp>
        <p:nvSpPr>
          <p:cNvPr id="83" name="">
            <a:extLst xmlns:a="http://schemas.openxmlformats.org/drawingml/2006/main">
              <a:ext uri="{FF2B5EF4-FFF2-40B4-BE49-F238E27FC236}">
                <a16:creationId xmlns:a16="http://schemas.microsoft.com/office/drawing/2014/main" id="{366AFF49-873B-4083-9118-624CDD93D928}"/>
              </a:ext>
            </a:extLst>
          </p:cNvPr>
          <p:cNvSpPr>
            <a:spLocks xmlns:a="http://schemas.openxmlformats.org/drawingml/2006/main" noGrp="1"/>
          </p:cNvSpPr>
          <p:nvPr/>
        </p:nvSpPr>
        <p:spPr>
          <a:xfrm xmlns:a="http://schemas.openxmlformats.org/drawingml/2006/main">
            <a:off x="6210300"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What passed, failed, or was not tested for each project.</a:t>
            </a:r>
          </a:p>
        </p:txBody>
      </p:sp>
      <p:sp>
        <p:nvSpPr>
          <p:cNvPr id="84" name="">
            <a:extLst xmlns:a="http://schemas.openxmlformats.org/drawingml/2006/main">
              <a:ext uri="{FF2B5EF4-FFF2-40B4-BE49-F238E27FC236}">
                <a16:creationId xmlns:a16="http://schemas.microsoft.com/office/drawing/2014/main" id="{3819A510-8B19-40B4-87A5-79C527F9263A}"/>
              </a:ext>
            </a:extLst>
          </p:cNvPr>
          <p:cNvSpPr>
            <a:spLocks xmlns:a="http://schemas.openxmlformats.org/drawingml/2006/main" noGrp="1"/>
          </p:cNvSpPr>
          <p:nvPr/>
        </p:nvSpPr>
        <p:spPr>
          <a:xfrm xmlns:a="http://schemas.openxmlformats.org/drawingml/2006/main">
            <a:off x="8829675"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85" name="">
            <a:extLst xmlns:a="http://schemas.openxmlformats.org/drawingml/2006/main">
              <a:ext uri="{FF2B5EF4-FFF2-40B4-BE49-F238E27FC236}">
                <a16:creationId xmlns:a16="http://schemas.microsoft.com/office/drawing/2014/main" id="{7EEC9B5B-2C69-483E-AEB5-4FCB29010373}"/>
              </a:ext>
            </a:extLst>
          </p:cNvPr>
          <p:cNvSpPr>
            <a:spLocks xmlns:a="http://schemas.openxmlformats.org/drawingml/2006/main" noGrp="1"/>
          </p:cNvSpPr>
          <p:nvPr/>
        </p:nvSpPr>
        <p:spPr>
          <a:xfrm xmlns:a="http://schemas.openxmlformats.org/drawingml/2006/main">
            <a:off x="8943975"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04</a:t>
            </a:r>
          </a:p>
        </p:txBody>
      </p:sp>
      <p:sp>
        <p:nvSpPr>
          <p:cNvPr id="86" name="">
            <a:extLst xmlns:a="http://schemas.openxmlformats.org/drawingml/2006/main">
              <a:ext uri="{FF2B5EF4-FFF2-40B4-BE49-F238E27FC236}">
                <a16:creationId xmlns:a16="http://schemas.microsoft.com/office/drawing/2014/main" id="{91B4FD33-9F39-48C7-85FF-77CEB8B587F2}"/>
              </a:ext>
            </a:extLst>
          </p:cNvPr>
          <p:cNvSpPr>
            <a:spLocks xmlns:a="http://schemas.openxmlformats.org/drawingml/2006/main" noGrp="1"/>
          </p:cNvSpPr>
          <p:nvPr/>
        </p:nvSpPr>
        <p:spPr>
          <a:xfrm xmlns:a="http://schemas.openxmlformats.org/drawingml/2006/main">
            <a:off x="8943975"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Next action</a:t>
            </a:r>
          </a:p>
        </p:txBody>
      </p:sp>
      <p:sp>
        <p:nvSpPr>
          <p:cNvPr id="87" name="">
            <a:extLst xmlns:a="http://schemas.openxmlformats.org/drawingml/2006/main">
              <a:ext uri="{FF2B5EF4-FFF2-40B4-BE49-F238E27FC236}">
                <a16:creationId xmlns:a16="http://schemas.microsoft.com/office/drawing/2014/main" id="{085319D0-F8E6-485D-900A-FE31A1ADCB06}"/>
              </a:ext>
            </a:extLst>
          </p:cNvPr>
          <p:cNvSpPr>
            <a:spLocks xmlns:a="http://schemas.openxmlformats.org/drawingml/2006/main" noGrp="1"/>
          </p:cNvSpPr>
          <p:nvPr/>
        </p:nvSpPr>
        <p:spPr>
          <a:xfrm xmlns:a="http://schemas.openxmlformats.org/drawingml/2006/main">
            <a:off x="8943975"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One small improvement written in plain language.</a:t>
            </a:r>
          </a:p>
        </p:txBody>
      </p:sp>
      <p:sp>
        <p:nvSpPr>
          <p:cNvPr id="88" name="">
            <a:extLst xmlns:a="http://schemas.openxmlformats.org/drawingml/2006/main">
              <a:ext uri="{FF2B5EF4-FFF2-40B4-BE49-F238E27FC236}">
                <a16:creationId xmlns:a16="http://schemas.microsoft.com/office/drawing/2014/main" id="{CF1D2DE4-AD0E-42C8-A56C-E1720AD9531E}"/>
              </a:ext>
            </a:extLst>
          </p:cNvPr>
          <p:cNvSpPr>
            <a:spLocks xmlns:a="http://schemas.openxmlformats.org/drawingml/2006/main" noGrp="1"/>
          </p:cNvSpPr>
          <p:nvPr/>
        </p:nvSpPr>
        <p:spPr>
          <a:xfrm xmlns:a="http://schemas.openxmlformats.org/drawingml/2006/main">
            <a:off x="647700" y="470535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89" name="">
            <a:extLst xmlns:a="http://schemas.openxmlformats.org/drawingml/2006/main">
              <a:ext uri="{FF2B5EF4-FFF2-40B4-BE49-F238E27FC236}">
                <a16:creationId xmlns:a16="http://schemas.microsoft.com/office/drawing/2014/main" id="{4E0C64D0-5066-4BA6-80A1-13B36188AE65}"/>
              </a:ext>
            </a:extLst>
          </p:cNvPr>
          <p:cNvSpPr>
            <a:spLocks xmlns:a="http://schemas.openxmlformats.org/drawingml/2006/main" noGrp="1"/>
          </p:cNvSpPr>
          <p:nvPr/>
        </p:nvSpPr>
        <p:spPr>
          <a:xfrm xmlns:a="http://schemas.openxmlformats.org/drawingml/2006/main">
            <a:off x="742950" y="49530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Tools can change. Your projects still have a place to go.</a:t>
            </a:r>
          </a:p>
        </p:txBody>
      </p:sp>
      <p:sp>
        <p:nvSpPr>
          <p:cNvPr id="90" name="">
            <a:extLst xmlns:a="http://schemas.openxmlformats.org/drawingml/2006/main">
              <a:ext uri="{FF2B5EF4-FFF2-40B4-BE49-F238E27FC236}">
                <a16:creationId xmlns:a16="http://schemas.microsoft.com/office/drawing/2014/main" id="{DB35E613-14DE-4F1A-87CC-DD717669E8F2}"/>
              </a:ext>
            </a:extLst>
          </p:cNvPr>
          <p:cNvSpPr>
            <a:spLocks xmlns:a="http://schemas.openxmlformats.org/drawingml/2006/main" noGrp="1"/>
          </p:cNvSpPr>
          <p:nvPr/>
        </p:nvSpPr>
        <p:spPr>
          <a:xfrm xmlns:a="http://schemas.openxmlformats.org/drawingml/2006/main">
            <a:off x="3667125" y="6381750"/>
            <a:ext cx="4857750" cy="0"/>
          </a:xfrm>
          <a:prstGeom xmlns:a="http://schemas.openxmlformats.org/drawingml/2006/main" prst="line">
            <a:avLst/>
          </a:prstGeom>
          <a:noFill xmlns:a="http://schemas.openxmlformats.org/drawingml/2006/main"/>
          <a:ln xmlns:a="http://schemas.openxmlformats.org/drawingml/2006/main" w="5715">
            <a:solidFill>
              <a:srgbClr val="D8E2EF"/>
            </a:solidFill>
            <a:prstDash val="solid"/>
          </a:ln>
        </p:spPr>
      </p:sp>
      <p:sp>
        <p:nvSpPr>
          <p:cNvPr id="91" name="">
            <a:extLst xmlns:a="http://schemas.openxmlformats.org/drawingml/2006/main">
              <a:ext uri="{FF2B5EF4-FFF2-40B4-BE49-F238E27FC236}">
                <a16:creationId xmlns:a16="http://schemas.microsoft.com/office/drawing/2014/main" id="{16925A8E-45DA-4CFF-915F-43F31B436DEF}"/>
              </a:ext>
            </a:extLst>
          </p:cNvPr>
          <p:cNvSpPr>
            <a:spLocks xmlns:a="http://schemas.openxmlformats.org/drawingml/2006/main" noGrp="1"/>
          </p:cNvSpPr>
          <p:nvPr/>
        </p:nvSpPr>
        <p:spPr>
          <a:xfrm xmlns:a="http://schemas.openxmlformats.org/drawingml/2006/main">
            <a:off x="8162925" y="6381750"/>
            <a:ext cx="361950" cy="0"/>
          </a:xfrm>
          <a:prstGeom xmlns:a="http://schemas.openxmlformats.org/drawingml/2006/main" prst="line">
            <a:avLst/>
          </a:prstGeom>
          <a:noFill xmlns:a="http://schemas.openxmlformats.org/drawingml/2006/main"/>
          <a:ln xmlns:a="http://schemas.openxmlformats.org/drawingml/2006/main" w="28575">
            <a:solidFill>
              <a:srgbClr val="EF8B39"/>
            </a:solidFill>
            <a:prstDash val="solid"/>
          </a:ln>
        </p:spPr>
      </p:sp>
      <p:sp>
        <p:nvSpPr>
          <p:cNvPr id="92" name="">
            <a:extLst xmlns:a="http://schemas.openxmlformats.org/drawingml/2006/main">
              <a:ext uri="{FF2B5EF4-FFF2-40B4-BE49-F238E27FC236}">
                <a16:creationId xmlns:a16="http://schemas.microsoft.com/office/drawing/2014/main" id="{17E05577-DFE8-412E-A2CC-62BB83B0AA42}"/>
              </a:ext>
            </a:extLst>
          </p:cNvPr>
          <p:cNvSpPr>
            <a:spLocks xmlns:a="http://schemas.openxmlformats.org/drawingml/2006/main" noGrp="1"/>
          </p:cNvSpPr>
          <p:nvPr/>
        </p:nvSpPr>
        <p:spPr>
          <a:xfrm xmlns:a="http://schemas.openxmlformats.org/drawingml/2006/main">
            <a:off x="36337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93" name="">
            <a:extLst xmlns:a="http://schemas.openxmlformats.org/drawingml/2006/main">
              <a:ext uri="{FF2B5EF4-FFF2-40B4-BE49-F238E27FC236}">
                <a16:creationId xmlns:a16="http://schemas.microsoft.com/office/drawing/2014/main" id="{C4675ADB-6059-42DE-B59D-FC1D9135A217}"/>
              </a:ext>
            </a:extLst>
          </p:cNvPr>
          <p:cNvSpPr>
            <a:spLocks xmlns:a="http://schemas.openxmlformats.org/drawingml/2006/main" noGrp="1"/>
          </p:cNvSpPr>
          <p:nvPr/>
        </p:nvSpPr>
        <p:spPr>
          <a:xfrm xmlns:a="http://schemas.openxmlformats.org/drawingml/2006/main">
            <a:off x="32670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PLAN</a:t>
            </a:r>
          </a:p>
        </p:txBody>
      </p:sp>
      <p:sp>
        <p:nvSpPr>
          <p:cNvPr id="94" name="">
            <a:extLst xmlns:a="http://schemas.openxmlformats.org/drawingml/2006/main">
              <a:ext uri="{FF2B5EF4-FFF2-40B4-BE49-F238E27FC236}">
                <a16:creationId xmlns:a16="http://schemas.microsoft.com/office/drawing/2014/main" id="{59D473F3-ED55-4BC5-BFDB-A1C5ABB60C27}"/>
              </a:ext>
            </a:extLst>
          </p:cNvPr>
          <p:cNvSpPr>
            <a:spLocks xmlns:a="http://schemas.openxmlformats.org/drawingml/2006/main" noGrp="1"/>
          </p:cNvSpPr>
          <p:nvPr/>
        </p:nvSpPr>
        <p:spPr>
          <a:xfrm xmlns:a="http://schemas.openxmlformats.org/drawingml/2006/main">
            <a:off x="46053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95" name="">
            <a:extLst xmlns:a="http://schemas.openxmlformats.org/drawingml/2006/main">
              <a:ext uri="{FF2B5EF4-FFF2-40B4-BE49-F238E27FC236}">
                <a16:creationId xmlns:a16="http://schemas.microsoft.com/office/drawing/2014/main" id="{F092211F-6479-43C5-9239-657678441D23}"/>
              </a:ext>
            </a:extLst>
          </p:cNvPr>
          <p:cNvSpPr>
            <a:spLocks xmlns:a="http://schemas.openxmlformats.org/drawingml/2006/main" noGrp="1"/>
          </p:cNvSpPr>
          <p:nvPr/>
        </p:nvSpPr>
        <p:spPr>
          <a:xfrm xmlns:a="http://schemas.openxmlformats.org/drawingml/2006/main">
            <a:off x="42386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DESIGN</a:t>
            </a:r>
          </a:p>
        </p:txBody>
      </p:sp>
      <p:sp>
        <p:nvSpPr>
          <p:cNvPr id="96" name="">
            <a:extLst xmlns:a="http://schemas.openxmlformats.org/drawingml/2006/main">
              <a:ext uri="{FF2B5EF4-FFF2-40B4-BE49-F238E27FC236}">
                <a16:creationId xmlns:a16="http://schemas.microsoft.com/office/drawing/2014/main" id="{726EB82A-D15B-4B1C-A223-3E2B4546935A}"/>
              </a:ext>
            </a:extLst>
          </p:cNvPr>
          <p:cNvSpPr>
            <a:spLocks xmlns:a="http://schemas.openxmlformats.org/drawingml/2006/main" noGrp="1"/>
          </p:cNvSpPr>
          <p:nvPr/>
        </p:nvSpPr>
        <p:spPr>
          <a:xfrm xmlns:a="http://schemas.openxmlformats.org/drawingml/2006/main">
            <a:off x="55768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97" name="">
            <a:extLst xmlns:a="http://schemas.openxmlformats.org/drawingml/2006/main">
              <a:ext uri="{FF2B5EF4-FFF2-40B4-BE49-F238E27FC236}">
                <a16:creationId xmlns:a16="http://schemas.microsoft.com/office/drawing/2014/main" id="{28767DEC-3803-40B8-BA1E-78BDBA3ACFC8}"/>
              </a:ext>
            </a:extLst>
          </p:cNvPr>
          <p:cNvSpPr>
            <a:spLocks xmlns:a="http://schemas.openxmlformats.org/drawingml/2006/main" noGrp="1"/>
          </p:cNvSpPr>
          <p:nvPr/>
        </p:nvSpPr>
        <p:spPr>
          <a:xfrm xmlns:a="http://schemas.openxmlformats.org/drawingml/2006/main">
            <a:off x="52101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BUILD</a:t>
            </a:r>
          </a:p>
        </p:txBody>
      </p:sp>
      <p:sp>
        <p:nvSpPr>
          <p:cNvPr id="98" name="">
            <a:extLst xmlns:a="http://schemas.openxmlformats.org/drawingml/2006/main">
              <a:ext uri="{FF2B5EF4-FFF2-40B4-BE49-F238E27FC236}">
                <a16:creationId xmlns:a16="http://schemas.microsoft.com/office/drawing/2014/main" id="{96AF5256-2626-48BF-9A16-1839AA8B77E5}"/>
              </a:ext>
            </a:extLst>
          </p:cNvPr>
          <p:cNvSpPr>
            <a:spLocks xmlns:a="http://schemas.openxmlformats.org/drawingml/2006/main" noGrp="1"/>
          </p:cNvSpPr>
          <p:nvPr/>
        </p:nvSpPr>
        <p:spPr>
          <a:xfrm xmlns:a="http://schemas.openxmlformats.org/drawingml/2006/main">
            <a:off x="65484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99" name="">
            <a:extLst xmlns:a="http://schemas.openxmlformats.org/drawingml/2006/main">
              <a:ext uri="{FF2B5EF4-FFF2-40B4-BE49-F238E27FC236}">
                <a16:creationId xmlns:a16="http://schemas.microsoft.com/office/drawing/2014/main" id="{54847035-259A-4665-85A9-48DD7A10B757}"/>
              </a:ext>
            </a:extLst>
          </p:cNvPr>
          <p:cNvSpPr>
            <a:spLocks xmlns:a="http://schemas.openxmlformats.org/drawingml/2006/main" noGrp="1"/>
          </p:cNvSpPr>
          <p:nvPr/>
        </p:nvSpPr>
        <p:spPr>
          <a:xfrm xmlns:a="http://schemas.openxmlformats.org/drawingml/2006/main">
            <a:off x="61817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TEST</a:t>
            </a:r>
          </a:p>
        </p:txBody>
      </p:sp>
      <p:sp>
        <p:nvSpPr>
          <p:cNvPr id="100" name="">
            <a:extLst xmlns:a="http://schemas.openxmlformats.org/drawingml/2006/main">
              <a:ext uri="{FF2B5EF4-FFF2-40B4-BE49-F238E27FC236}">
                <a16:creationId xmlns:a16="http://schemas.microsoft.com/office/drawing/2014/main" id="{79FFB0E8-3F98-4036-84CD-26AC85DCB71A}"/>
              </a:ext>
            </a:extLst>
          </p:cNvPr>
          <p:cNvSpPr>
            <a:spLocks xmlns:a="http://schemas.openxmlformats.org/drawingml/2006/main" noGrp="1"/>
          </p:cNvSpPr>
          <p:nvPr/>
        </p:nvSpPr>
        <p:spPr>
          <a:xfrm xmlns:a="http://schemas.openxmlformats.org/drawingml/2006/main">
            <a:off x="75199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01" name="">
            <a:extLst xmlns:a="http://schemas.openxmlformats.org/drawingml/2006/main">
              <a:ext uri="{FF2B5EF4-FFF2-40B4-BE49-F238E27FC236}">
                <a16:creationId xmlns:a16="http://schemas.microsoft.com/office/drawing/2014/main" id="{40161D85-A9BE-4379-8C76-94FCA66314B1}"/>
              </a:ext>
            </a:extLst>
          </p:cNvPr>
          <p:cNvSpPr>
            <a:spLocks xmlns:a="http://schemas.openxmlformats.org/drawingml/2006/main" noGrp="1"/>
          </p:cNvSpPr>
          <p:nvPr/>
        </p:nvSpPr>
        <p:spPr>
          <a:xfrm xmlns:a="http://schemas.openxmlformats.org/drawingml/2006/main">
            <a:off x="71532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DEPLOY</a:t>
            </a:r>
          </a:p>
        </p:txBody>
      </p:sp>
      <p:sp>
        <p:nvSpPr>
          <p:cNvPr id="102" name="">
            <a:extLst xmlns:a="http://schemas.openxmlformats.org/drawingml/2006/main">
              <a:ext uri="{FF2B5EF4-FFF2-40B4-BE49-F238E27FC236}">
                <a16:creationId xmlns:a16="http://schemas.microsoft.com/office/drawing/2014/main" id="{ED86BE22-2E4D-4EEC-938C-D30C18E743B4}"/>
              </a:ext>
            </a:extLst>
          </p:cNvPr>
          <p:cNvSpPr>
            <a:spLocks xmlns:a="http://schemas.openxmlformats.org/drawingml/2006/main" noGrp="1"/>
          </p:cNvSpPr>
          <p:nvPr/>
        </p:nvSpPr>
        <p:spPr>
          <a:xfrm xmlns:a="http://schemas.openxmlformats.org/drawingml/2006/main">
            <a:off x="8477250" y="6334125"/>
            <a:ext cx="95250" cy="95250"/>
          </a:xfrm>
          <a:prstGeom xmlns:a="http://schemas.openxmlformats.org/drawingml/2006/main" prst="ellipse">
            <a:avLst/>
          </a:prstGeom>
          <a:solidFill xmlns:a="http://schemas.openxmlformats.org/drawingml/2006/main">
            <a:srgbClr val="EF8B39"/>
          </a:solidFill>
          <a:ln xmlns:a="http://schemas.openxmlformats.org/drawingml/2006/main" w="9525">
            <a:solidFill>
              <a:srgbClr val="EF8B39"/>
            </a:solidFill>
            <a:prstDash val="solid"/>
          </a:ln>
        </p:spPr>
      </p:sp>
      <p:sp>
        <p:nvSpPr>
          <p:cNvPr id="103" name="">
            <a:extLst xmlns:a="http://schemas.openxmlformats.org/drawingml/2006/main">
              <a:ext uri="{FF2B5EF4-FFF2-40B4-BE49-F238E27FC236}">
                <a16:creationId xmlns:a16="http://schemas.microsoft.com/office/drawing/2014/main" id="{2012736A-BD5E-405D-80D3-CF346CF1C070}"/>
              </a:ext>
            </a:extLst>
          </p:cNvPr>
          <p:cNvSpPr>
            <a:spLocks xmlns:a="http://schemas.openxmlformats.org/drawingml/2006/main" noGrp="1"/>
          </p:cNvSpPr>
          <p:nvPr/>
        </p:nvSpPr>
        <p:spPr>
          <a:xfrm xmlns:a="http://schemas.openxmlformats.org/drawingml/2006/main">
            <a:off x="81248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1">
                <a:solidFill>
                  <a:srgbClr val="B93800"/>
                </a:solidFill>
                <a:latin typeface="Montserrat"/>
                <a:ea typeface="Montserrat"/>
                <a:cs typeface="Montserrat"/>
              </a:defRPr>
            </a:defPPr>
            <a:lvl1pPr algn="ctr">
              <a:defRPr sz="675" b="1">
                <a:solidFill>
                  <a:srgbClr val="B93800"/>
                </a:solidFill>
                <a:latin typeface="Montserrat"/>
                <a:ea typeface="Montserrat"/>
                <a:cs typeface="Montserrat"/>
              </a:defRPr>
            </a:lvl1pPr>
            <a:lvl2pPr algn="ctr">
              <a:defRPr sz="675" b="1">
                <a:solidFill>
                  <a:srgbClr val="B93800"/>
                </a:solidFill>
                <a:latin typeface="Montserrat"/>
                <a:ea typeface="Montserrat"/>
                <a:cs typeface="Montserrat"/>
              </a:defRPr>
            </a:lvl2pPr>
            <a:lvl3pPr algn="ctr">
              <a:defRPr sz="675" b="1">
                <a:solidFill>
                  <a:srgbClr val="B93800"/>
                </a:solidFill>
                <a:latin typeface="Montserrat"/>
                <a:ea typeface="Montserrat"/>
                <a:cs typeface="Montserrat"/>
              </a:defRPr>
            </a:lvl3pPr>
            <a:lvl4pPr algn="ctr">
              <a:defRPr sz="675" b="1">
                <a:solidFill>
                  <a:srgbClr val="B93800"/>
                </a:solidFill>
                <a:latin typeface="Montserrat"/>
                <a:ea typeface="Montserrat"/>
                <a:cs typeface="Montserrat"/>
              </a:defRPr>
            </a:lvl4pPr>
            <a:lvl5pPr algn="ctr">
              <a:defRPr sz="675" b="1">
                <a:solidFill>
                  <a:srgbClr val="B93800"/>
                </a:solidFill>
                <a:latin typeface="Montserrat"/>
                <a:ea typeface="Montserrat"/>
                <a:cs typeface="Montserrat"/>
              </a:defRPr>
            </a:lvl5pPr>
            <a:lvl6pPr algn="ctr">
              <a:defRPr sz="675" b="1">
                <a:solidFill>
                  <a:srgbClr val="B93800"/>
                </a:solidFill>
                <a:latin typeface="Montserrat"/>
                <a:ea typeface="Montserrat"/>
                <a:cs typeface="Montserrat"/>
              </a:defRPr>
            </a:lvl6pPr>
            <a:lvl7pPr algn="ctr">
              <a:defRPr sz="675" b="1">
                <a:solidFill>
                  <a:srgbClr val="B93800"/>
                </a:solidFill>
                <a:latin typeface="Montserrat"/>
                <a:ea typeface="Montserrat"/>
                <a:cs typeface="Montserrat"/>
              </a:defRPr>
            </a:lvl7pPr>
            <a:lvl8pPr algn="ctr">
              <a:defRPr sz="675" b="1">
                <a:solidFill>
                  <a:srgbClr val="B93800"/>
                </a:solidFill>
                <a:latin typeface="Montserrat"/>
                <a:ea typeface="Montserrat"/>
                <a:cs typeface="Montserrat"/>
              </a:defRPr>
            </a:lvl8pPr>
            <a:lvl9pPr algn="ctr">
              <a:defRPr sz="675" b="1">
                <a:solidFill>
                  <a:srgbClr val="B93800"/>
                </a:solidFill>
                <a:latin typeface="Montserrat"/>
                <a:ea typeface="Montserrat"/>
                <a:cs typeface="Montserrat"/>
              </a:defRPr>
            </a:lvl9pPr>
          </a:lstStyle>
          <a:p xmlns:a="http://schemas.openxmlformats.org/drawingml/2006/main">
            <a:pPr algn="ctr">
              <a:defRPr sz="675" b="1">
                <a:solidFill>
                  <a:srgbClr val="B93800"/>
                </a:solidFill>
                <a:latin typeface="Montserrat"/>
                <a:ea typeface="Montserrat"/>
                <a:cs typeface="Montserrat"/>
              </a:defRPr>
            </a:pPr>
            <a:r>
              <a:rPr sz="675" b="1">
                <a:solidFill>
                  <a:srgbClr val="B93800"/>
                </a:solidFill>
                <a:latin typeface="Montserrat"/>
                <a:ea typeface="Montserrat"/>
                <a:cs typeface="Montserrat"/>
              </a:rPr>
              <a:t>MAINTAIN</a:t>
            </a:r>
          </a:p>
        </p:txBody>
      </p:sp>
    </p:spTree>
    <p:extLst>
      <p:ext uri="{BB962C8B-B14F-4D97-AF65-F5344CB8AC3E}">
        <p14:creationId xmlns:p14="http://schemas.microsoft.com/office/powerpoint/2010/main" val="1967980752"/>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4CCFCC77-6E23-4F0F-8025-A386F56BB550}"/>
              </a:ext>
            </a:extLst>
          </p:cNvPr>
          <p:cNvPicPr>
            <a:picLocks xmlns:a="http://schemas.openxmlformats.org/drawingml/2006/main" noChangeAspect="1"/>
          </p:cNvPicPr>
          <p:nvPr/>
        </p:nvPicPr>
        <p:blipFill>
          <a:blip xmlns:r="http://schemas.openxmlformats.org/officeDocument/2006/relationships" xmlns:a="http://schemas.openxmlformats.org/drawingml/2006/main" r:embed="Rf839e51a7a7b4dce"/>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0B90B4A8-BD18-474A-8F6A-5FA6753EB1C7}"/>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57 / 63</a:t>
            </a:r>
            <a:endParaRPr sz="900"/>
          </a:p>
        </p:txBody>
      </p:sp>
      <p:sp>
        <p:nvSpPr>
          <p:cNvPr id="33" name="">
            <a:extLst xmlns:a="http://schemas.openxmlformats.org/drawingml/2006/main">
              <a:ext uri="{FF2B5EF4-FFF2-40B4-BE49-F238E27FC236}">
                <a16:creationId xmlns:a16="http://schemas.microsoft.com/office/drawing/2014/main" id="{454F7AF6-7359-4958-8634-95504737AABA}"/>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307FE2"/>
                </a:solidFill>
                <a:latin typeface="Montserrat"/>
                <a:ea typeface="Montserrat"/>
                <a:cs typeface="Montserrat"/>
              </a:defRPr>
            </a:defPPr>
            <a:lvl1pPr algn="l">
              <a:defRPr sz="1050" b="1">
                <a:solidFill>
                  <a:srgbClr val="307FE2"/>
                </a:solidFill>
                <a:latin typeface="Montserrat"/>
                <a:ea typeface="Montserrat"/>
                <a:cs typeface="Montserrat"/>
              </a:defRPr>
            </a:lvl1pPr>
            <a:lvl2pPr algn="l">
              <a:defRPr sz="1050" b="1">
                <a:solidFill>
                  <a:srgbClr val="307FE2"/>
                </a:solidFill>
                <a:latin typeface="Montserrat"/>
                <a:ea typeface="Montserrat"/>
                <a:cs typeface="Montserrat"/>
              </a:defRPr>
            </a:lvl2pPr>
            <a:lvl3pPr algn="l">
              <a:defRPr sz="1050" b="1">
                <a:solidFill>
                  <a:srgbClr val="307FE2"/>
                </a:solidFill>
                <a:latin typeface="Montserrat"/>
                <a:ea typeface="Montserrat"/>
                <a:cs typeface="Montserrat"/>
              </a:defRPr>
            </a:lvl3pPr>
            <a:lvl4pPr algn="l">
              <a:defRPr sz="1050" b="1">
                <a:solidFill>
                  <a:srgbClr val="307FE2"/>
                </a:solidFill>
                <a:latin typeface="Montserrat"/>
                <a:ea typeface="Montserrat"/>
                <a:cs typeface="Montserrat"/>
              </a:defRPr>
            </a:lvl4pPr>
            <a:lvl5pPr algn="l">
              <a:defRPr sz="1050" b="1">
                <a:solidFill>
                  <a:srgbClr val="307FE2"/>
                </a:solidFill>
                <a:latin typeface="Montserrat"/>
                <a:ea typeface="Montserrat"/>
                <a:cs typeface="Montserrat"/>
              </a:defRPr>
            </a:lvl5pPr>
            <a:lvl6pPr algn="l">
              <a:defRPr sz="1050" b="1">
                <a:solidFill>
                  <a:srgbClr val="307FE2"/>
                </a:solidFill>
                <a:latin typeface="Montserrat"/>
                <a:ea typeface="Montserrat"/>
                <a:cs typeface="Montserrat"/>
              </a:defRPr>
            </a:lvl6pPr>
            <a:lvl7pPr algn="l">
              <a:defRPr sz="1050" b="1">
                <a:solidFill>
                  <a:srgbClr val="307FE2"/>
                </a:solidFill>
                <a:latin typeface="Montserrat"/>
                <a:ea typeface="Montserrat"/>
                <a:cs typeface="Montserrat"/>
              </a:defRPr>
            </a:lvl7pPr>
            <a:lvl8pPr algn="l">
              <a:defRPr sz="1050" b="1">
                <a:solidFill>
                  <a:srgbClr val="307FE2"/>
                </a:solidFill>
                <a:latin typeface="Montserrat"/>
                <a:ea typeface="Montserrat"/>
                <a:cs typeface="Montserrat"/>
              </a:defRPr>
            </a:lvl8pPr>
            <a:lvl9pPr algn="l">
              <a:defRPr sz="1050" b="1">
                <a:solidFill>
                  <a:srgbClr val="307FE2"/>
                </a:solidFill>
                <a:latin typeface="Montserrat"/>
                <a:ea typeface="Montserrat"/>
                <a:cs typeface="Montserrat"/>
              </a:defRPr>
            </a:lvl9pPr>
          </a:lstStyle>
          <a:p xmlns:a="http://schemas.openxmlformats.org/drawingml/2006/main">
            <a:pPr algn="l">
              <a:defRPr sz="1050" b="1">
                <a:solidFill>
                  <a:srgbClr val="307FE2"/>
                </a:solidFill>
                <a:latin typeface="Montserrat"/>
                <a:ea typeface="Montserrat"/>
                <a:cs typeface="Montserrat"/>
              </a:defRPr>
            </a:pPr>
            <a:r>
              <a:rPr sz="1050" b="1">
                <a:solidFill>
                  <a:srgbClr val="307FE2"/>
                </a:solidFill>
                <a:latin typeface="Montserrat"/>
                <a:ea typeface="Montserrat"/>
                <a:cs typeface="Montserrat"/>
              </a:rPr>
              <a:t>// OPERATE · BRING IN HELP</a:t>
            </a:r>
          </a:p>
        </p:txBody>
      </p:sp>
      <p:sp>
        <p:nvSpPr>
          <p:cNvPr id="34" name="">
            <a:extLst xmlns:a="http://schemas.openxmlformats.org/drawingml/2006/main">
              <a:ext uri="{FF2B5EF4-FFF2-40B4-BE49-F238E27FC236}">
                <a16:creationId xmlns:a16="http://schemas.microsoft.com/office/drawing/2014/main" id="{BF9EF7D9-FFCA-4040-93A0-67B564D65E18}"/>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94A3B8"/>
                </a:solidFill>
                <a:latin typeface="Montserrat"/>
                <a:ea typeface="Montserrat"/>
                <a:cs typeface="Montserrat"/>
              </a:defRPr>
            </a:defPPr>
            <a:lvl1pPr algn="r">
              <a:defRPr sz="900" b="0">
                <a:solidFill>
                  <a:srgbClr val="94A3B8"/>
                </a:solidFill>
                <a:latin typeface="Montserrat"/>
                <a:ea typeface="Montserrat"/>
                <a:cs typeface="Montserrat"/>
              </a:defRPr>
            </a:lvl1pPr>
            <a:lvl2pPr algn="r">
              <a:defRPr sz="900" b="0">
                <a:solidFill>
                  <a:srgbClr val="94A3B8"/>
                </a:solidFill>
                <a:latin typeface="Montserrat"/>
                <a:ea typeface="Montserrat"/>
                <a:cs typeface="Montserrat"/>
              </a:defRPr>
            </a:lvl2pPr>
            <a:lvl3pPr algn="r">
              <a:defRPr sz="900" b="0">
                <a:solidFill>
                  <a:srgbClr val="94A3B8"/>
                </a:solidFill>
                <a:latin typeface="Montserrat"/>
                <a:ea typeface="Montserrat"/>
                <a:cs typeface="Montserrat"/>
              </a:defRPr>
            </a:lvl3pPr>
            <a:lvl4pPr algn="r">
              <a:defRPr sz="900" b="0">
                <a:solidFill>
                  <a:srgbClr val="94A3B8"/>
                </a:solidFill>
                <a:latin typeface="Montserrat"/>
                <a:ea typeface="Montserrat"/>
                <a:cs typeface="Montserrat"/>
              </a:defRPr>
            </a:lvl4pPr>
            <a:lvl5pPr algn="r">
              <a:defRPr sz="900" b="0">
                <a:solidFill>
                  <a:srgbClr val="94A3B8"/>
                </a:solidFill>
                <a:latin typeface="Montserrat"/>
                <a:ea typeface="Montserrat"/>
                <a:cs typeface="Montserrat"/>
              </a:defRPr>
            </a:lvl5pPr>
            <a:lvl6pPr algn="r">
              <a:defRPr sz="900" b="0">
                <a:solidFill>
                  <a:srgbClr val="94A3B8"/>
                </a:solidFill>
                <a:latin typeface="Montserrat"/>
                <a:ea typeface="Montserrat"/>
                <a:cs typeface="Montserrat"/>
              </a:defRPr>
            </a:lvl6pPr>
            <a:lvl7pPr algn="r">
              <a:defRPr sz="900" b="0">
                <a:solidFill>
                  <a:srgbClr val="94A3B8"/>
                </a:solidFill>
                <a:latin typeface="Montserrat"/>
                <a:ea typeface="Montserrat"/>
                <a:cs typeface="Montserrat"/>
              </a:defRPr>
            </a:lvl7pPr>
            <a:lvl8pPr algn="r">
              <a:defRPr sz="900" b="0">
                <a:solidFill>
                  <a:srgbClr val="94A3B8"/>
                </a:solidFill>
                <a:latin typeface="Montserrat"/>
                <a:ea typeface="Montserrat"/>
                <a:cs typeface="Montserrat"/>
              </a:defRPr>
            </a:lvl8pPr>
            <a:lvl9pPr algn="r">
              <a:defRPr sz="900" b="0">
                <a:solidFill>
                  <a:srgbClr val="94A3B8"/>
                </a:solidFill>
                <a:latin typeface="Montserrat"/>
                <a:ea typeface="Montserrat"/>
                <a:cs typeface="Montserrat"/>
              </a:defRPr>
            </a:lvl9pPr>
          </a:lstStyle>
          <a:p xmlns:a="http://schemas.openxmlformats.org/drawingml/2006/main">
            <a:pPr algn="r">
              <a:defRPr sz="900" b="0">
                <a:solidFill>
                  <a:srgbClr val="94A3B8"/>
                </a:solidFill>
                <a:latin typeface="Montserrat"/>
                <a:ea typeface="Montserrat"/>
                <a:cs typeface="Montserrat"/>
              </a:defRPr>
            </a:pPr>
            <a:r>
              <a:rPr sz="900" b="0">
                <a:solidFill>
                  <a:srgbClr val="94A3B8"/>
                </a:solidFill>
                <a:latin typeface="Montserrat"/>
                <a:ea typeface="Montserrat"/>
                <a:cs typeface="Montserrat"/>
              </a:rPr>
              <a:t>4:40–5:25</a:t>
            </a:r>
          </a:p>
        </p:txBody>
      </p:sp>
      <p:sp>
        <p:nvSpPr>
          <p:cNvPr id="35" name="">
            <a:extLst xmlns:a="http://schemas.openxmlformats.org/drawingml/2006/main">
              <a:ext uri="{FF2B5EF4-FFF2-40B4-BE49-F238E27FC236}">
                <a16:creationId xmlns:a16="http://schemas.microsoft.com/office/drawing/2014/main" id="{D7EBC37D-0215-43EC-977B-986E3BA028E5}"/>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When to call a developer</a:t>
            </a:r>
          </a:p>
        </p:txBody>
      </p:sp>
      <p:sp>
        <p:nvSpPr>
          <p:cNvPr id="36" name="">
            <a:extLst xmlns:a="http://schemas.openxmlformats.org/drawingml/2006/main">
              <a:ext uri="{FF2B5EF4-FFF2-40B4-BE49-F238E27FC236}">
                <a16:creationId xmlns:a16="http://schemas.microsoft.com/office/drawing/2014/main" id="{AA441E6D-4BF8-4AC8-B3D3-EB1E75882709}"/>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THE RISK CHANGED · THE PROJECT NEEDS A DIFFERENT REVIEW</a:t>
            </a:r>
          </a:p>
        </p:txBody>
      </p:sp>
      <p:sp>
        <p:nvSpPr>
          <p:cNvPr id="37" name="">
            <a:extLst xmlns:a="http://schemas.openxmlformats.org/drawingml/2006/main">
              <a:ext uri="{FF2B5EF4-FFF2-40B4-BE49-F238E27FC236}">
                <a16:creationId xmlns:a16="http://schemas.microsoft.com/office/drawing/2014/main" id="{6CAE664A-B4EB-4E52-8C01-33233A2BA2C8}"/>
              </a:ext>
            </a:extLst>
          </p:cNvPr>
          <p:cNvSpPr>
            <a:spLocks xmlns:a="http://schemas.openxmlformats.org/drawingml/2006/main" noGrp="1"/>
          </p:cNvSpPr>
          <p:nvPr/>
        </p:nvSpPr>
        <p:spPr>
          <a:xfrm xmlns:a="http://schemas.openxmlformats.org/drawingml/2006/main">
            <a:off x="647700" y="2009775"/>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38" name="">
            <a:extLst xmlns:a="http://schemas.openxmlformats.org/drawingml/2006/main">
              <a:ext uri="{FF2B5EF4-FFF2-40B4-BE49-F238E27FC236}">
                <a16:creationId xmlns:a16="http://schemas.microsoft.com/office/drawing/2014/main" id="{2773E366-B6D5-43E3-BA47-C3D05BE56222}"/>
              </a:ext>
            </a:extLst>
          </p:cNvPr>
          <p:cNvSpPr>
            <a:spLocks xmlns:a="http://schemas.openxmlformats.org/drawingml/2006/main" noGrp="1"/>
          </p:cNvSpPr>
          <p:nvPr/>
        </p:nvSpPr>
        <p:spPr>
          <a:xfrm xmlns:a="http://schemas.openxmlformats.org/drawingml/2006/main">
            <a:off x="742950"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01</a:t>
            </a:r>
          </a:p>
        </p:txBody>
      </p:sp>
      <p:sp>
        <p:nvSpPr>
          <p:cNvPr id="39" name="">
            <a:extLst xmlns:a="http://schemas.openxmlformats.org/drawingml/2006/main">
              <a:ext uri="{FF2B5EF4-FFF2-40B4-BE49-F238E27FC236}">
                <a16:creationId xmlns:a16="http://schemas.microsoft.com/office/drawing/2014/main" id="{FE5D74FB-7EF6-43E6-8E1F-3BA0E0012AEC}"/>
              </a:ext>
            </a:extLst>
          </p:cNvPr>
          <p:cNvSpPr>
            <a:spLocks xmlns:a="http://schemas.openxmlformats.org/drawingml/2006/main" noGrp="1"/>
          </p:cNvSpPr>
          <p:nvPr/>
        </p:nvSpPr>
        <p:spPr>
          <a:xfrm xmlns:a="http://schemas.openxmlformats.org/drawingml/2006/main">
            <a:off x="742950"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Accounts and permissions</a:t>
            </a:r>
          </a:p>
        </p:txBody>
      </p:sp>
      <p:sp>
        <p:nvSpPr>
          <p:cNvPr id="40" name="">
            <a:extLst xmlns:a="http://schemas.openxmlformats.org/drawingml/2006/main">
              <a:ext uri="{FF2B5EF4-FFF2-40B4-BE49-F238E27FC236}">
                <a16:creationId xmlns:a16="http://schemas.microsoft.com/office/drawing/2014/main" id="{DF40D5F4-CDD0-4FFE-A619-5D386B4B6D63}"/>
              </a:ext>
            </a:extLst>
          </p:cNvPr>
          <p:cNvSpPr>
            <a:spLocks xmlns:a="http://schemas.openxmlformats.org/drawingml/2006/main" noGrp="1"/>
          </p:cNvSpPr>
          <p:nvPr/>
        </p:nvSpPr>
        <p:spPr>
          <a:xfrm xmlns:a="http://schemas.openxmlformats.org/drawingml/2006/main">
            <a:off x="742950"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People sign in or see different information based on who they are.</a:t>
            </a:r>
          </a:p>
        </p:txBody>
      </p:sp>
      <p:sp>
        <p:nvSpPr>
          <p:cNvPr id="41" name="">
            <a:extLst xmlns:a="http://schemas.openxmlformats.org/drawingml/2006/main">
              <a:ext uri="{FF2B5EF4-FFF2-40B4-BE49-F238E27FC236}">
                <a16:creationId xmlns:a16="http://schemas.microsoft.com/office/drawing/2014/main" id="{09975C1B-552B-4422-A795-E3F33A63A6BD}"/>
              </a:ext>
            </a:extLst>
          </p:cNvPr>
          <p:cNvSpPr>
            <a:spLocks xmlns:a="http://schemas.openxmlformats.org/drawingml/2006/main" noGrp="1"/>
          </p:cNvSpPr>
          <p:nvPr/>
        </p:nvSpPr>
        <p:spPr>
          <a:xfrm xmlns:a="http://schemas.openxmlformats.org/drawingml/2006/main">
            <a:off x="3362325"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42" name="">
            <a:extLst xmlns:a="http://schemas.openxmlformats.org/drawingml/2006/main">
              <a:ext uri="{FF2B5EF4-FFF2-40B4-BE49-F238E27FC236}">
                <a16:creationId xmlns:a16="http://schemas.microsoft.com/office/drawing/2014/main" id="{56C25A5A-734C-48C7-AF45-CFC4ADB191C2}"/>
              </a:ext>
            </a:extLst>
          </p:cNvPr>
          <p:cNvSpPr>
            <a:spLocks xmlns:a="http://schemas.openxmlformats.org/drawingml/2006/main" noGrp="1"/>
          </p:cNvSpPr>
          <p:nvPr/>
        </p:nvSpPr>
        <p:spPr>
          <a:xfrm xmlns:a="http://schemas.openxmlformats.org/drawingml/2006/main">
            <a:off x="3476625"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02</a:t>
            </a:r>
          </a:p>
        </p:txBody>
      </p:sp>
      <p:sp>
        <p:nvSpPr>
          <p:cNvPr id="43" name="">
            <a:extLst xmlns:a="http://schemas.openxmlformats.org/drawingml/2006/main">
              <a:ext uri="{FF2B5EF4-FFF2-40B4-BE49-F238E27FC236}">
                <a16:creationId xmlns:a16="http://schemas.microsoft.com/office/drawing/2014/main" id="{8DAAD5B0-0C32-4659-A86E-62491F11B046}"/>
              </a:ext>
            </a:extLst>
          </p:cNvPr>
          <p:cNvSpPr>
            <a:spLocks xmlns:a="http://schemas.openxmlformats.org/drawingml/2006/main" noGrp="1"/>
          </p:cNvSpPr>
          <p:nvPr/>
        </p:nvSpPr>
        <p:spPr>
          <a:xfrm xmlns:a="http://schemas.openxmlformats.org/drawingml/2006/main">
            <a:off x="3476625"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Money</a:t>
            </a:r>
          </a:p>
        </p:txBody>
      </p:sp>
      <p:sp>
        <p:nvSpPr>
          <p:cNvPr id="44" name="">
            <a:extLst xmlns:a="http://schemas.openxmlformats.org/drawingml/2006/main">
              <a:ext uri="{FF2B5EF4-FFF2-40B4-BE49-F238E27FC236}">
                <a16:creationId xmlns:a16="http://schemas.microsoft.com/office/drawing/2014/main" id="{12824996-E164-45FA-A1EE-F66EF97495A6}"/>
              </a:ext>
            </a:extLst>
          </p:cNvPr>
          <p:cNvSpPr>
            <a:spLocks xmlns:a="http://schemas.openxmlformats.org/drawingml/2006/main" noGrp="1"/>
          </p:cNvSpPr>
          <p:nvPr/>
        </p:nvSpPr>
        <p:spPr>
          <a:xfrm xmlns:a="http://schemas.openxmlformats.org/drawingml/2006/main">
            <a:off x="3476625"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The project charges, pays, refunds, or makes a financial decision.</a:t>
            </a:r>
          </a:p>
        </p:txBody>
      </p:sp>
      <p:sp>
        <p:nvSpPr>
          <p:cNvPr id="45" name="">
            <a:extLst xmlns:a="http://schemas.openxmlformats.org/drawingml/2006/main">
              <a:ext uri="{FF2B5EF4-FFF2-40B4-BE49-F238E27FC236}">
                <a16:creationId xmlns:a16="http://schemas.microsoft.com/office/drawing/2014/main" id="{7733E1EE-43EF-443A-844F-884E6E6A4994}"/>
              </a:ext>
            </a:extLst>
          </p:cNvPr>
          <p:cNvSpPr>
            <a:spLocks xmlns:a="http://schemas.openxmlformats.org/drawingml/2006/main" noGrp="1"/>
          </p:cNvSpPr>
          <p:nvPr/>
        </p:nvSpPr>
        <p:spPr>
          <a:xfrm xmlns:a="http://schemas.openxmlformats.org/drawingml/2006/main">
            <a:off x="6096000"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46" name="">
            <a:extLst xmlns:a="http://schemas.openxmlformats.org/drawingml/2006/main">
              <a:ext uri="{FF2B5EF4-FFF2-40B4-BE49-F238E27FC236}">
                <a16:creationId xmlns:a16="http://schemas.microsoft.com/office/drawing/2014/main" id="{2BD6B195-DCF8-4BDD-AFF2-BA5BAA67218E}"/>
              </a:ext>
            </a:extLst>
          </p:cNvPr>
          <p:cNvSpPr>
            <a:spLocks xmlns:a="http://schemas.openxmlformats.org/drawingml/2006/main" noGrp="1"/>
          </p:cNvSpPr>
          <p:nvPr/>
        </p:nvSpPr>
        <p:spPr>
          <a:xfrm xmlns:a="http://schemas.openxmlformats.org/drawingml/2006/main">
            <a:off x="6210300"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03</a:t>
            </a:r>
          </a:p>
        </p:txBody>
      </p:sp>
      <p:sp>
        <p:nvSpPr>
          <p:cNvPr id="47" name="">
            <a:extLst xmlns:a="http://schemas.openxmlformats.org/drawingml/2006/main">
              <a:ext uri="{FF2B5EF4-FFF2-40B4-BE49-F238E27FC236}">
                <a16:creationId xmlns:a16="http://schemas.microsoft.com/office/drawing/2014/main" id="{36FDEF69-60C1-4F58-BF5E-E0661800FAC5}"/>
              </a:ext>
            </a:extLst>
          </p:cNvPr>
          <p:cNvSpPr>
            <a:spLocks xmlns:a="http://schemas.openxmlformats.org/drawingml/2006/main" noGrp="1"/>
          </p:cNvSpPr>
          <p:nvPr/>
        </p:nvSpPr>
        <p:spPr>
          <a:xfrm xmlns:a="http://schemas.openxmlformats.org/drawingml/2006/main">
            <a:off x="6210300"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Private information</a:t>
            </a:r>
          </a:p>
        </p:txBody>
      </p:sp>
      <p:sp>
        <p:nvSpPr>
          <p:cNvPr id="48" name="">
            <a:extLst xmlns:a="http://schemas.openxmlformats.org/drawingml/2006/main">
              <a:ext uri="{FF2B5EF4-FFF2-40B4-BE49-F238E27FC236}">
                <a16:creationId xmlns:a16="http://schemas.microsoft.com/office/drawing/2014/main" id="{5EBB1207-090A-4A18-BCB0-E8F1AED26B80}"/>
              </a:ext>
            </a:extLst>
          </p:cNvPr>
          <p:cNvSpPr>
            <a:spLocks xmlns:a="http://schemas.openxmlformats.org/drawingml/2006/main" noGrp="1"/>
          </p:cNvSpPr>
          <p:nvPr/>
        </p:nvSpPr>
        <p:spPr>
          <a:xfrm xmlns:a="http://schemas.openxmlformats.org/drawingml/2006/main">
            <a:off x="6210300"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Real customer, employee, health, or confidential business data enters the system.</a:t>
            </a:r>
          </a:p>
        </p:txBody>
      </p:sp>
      <p:sp>
        <p:nvSpPr>
          <p:cNvPr id="49" name="">
            <a:extLst xmlns:a="http://schemas.openxmlformats.org/drawingml/2006/main">
              <a:ext uri="{FF2B5EF4-FFF2-40B4-BE49-F238E27FC236}">
                <a16:creationId xmlns:a16="http://schemas.microsoft.com/office/drawing/2014/main" id="{A4ECF150-D958-4AFE-AB7B-5D01255C78F1}"/>
              </a:ext>
            </a:extLst>
          </p:cNvPr>
          <p:cNvSpPr>
            <a:spLocks xmlns:a="http://schemas.openxmlformats.org/drawingml/2006/main" noGrp="1"/>
          </p:cNvSpPr>
          <p:nvPr/>
        </p:nvSpPr>
        <p:spPr>
          <a:xfrm xmlns:a="http://schemas.openxmlformats.org/drawingml/2006/main">
            <a:off x="8829675"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50" name="">
            <a:extLst xmlns:a="http://schemas.openxmlformats.org/drawingml/2006/main">
              <a:ext uri="{FF2B5EF4-FFF2-40B4-BE49-F238E27FC236}">
                <a16:creationId xmlns:a16="http://schemas.microsoft.com/office/drawing/2014/main" id="{0B24D8DC-89A0-4586-921A-04D0589ABA8C}"/>
              </a:ext>
            </a:extLst>
          </p:cNvPr>
          <p:cNvSpPr>
            <a:spLocks xmlns:a="http://schemas.openxmlformats.org/drawingml/2006/main" noGrp="1"/>
          </p:cNvSpPr>
          <p:nvPr/>
        </p:nvSpPr>
        <p:spPr>
          <a:xfrm xmlns:a="http://schemas.openxmlformats.org/drawingml/2006/main">
            <a:off x="8943975"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04</a:t>
            </a:r>
          </a:p>
        </p:txBody>
      </p:sp>
      <p:sp>
        <p:nvSpPr>
          <p:cNvPr id="51" name="">
            <a:extLst xmlns:a="http://schemas.openxmlformats.org/drawingml/2006/main">
              <a:ext uri="{FF2B5EF4-FFF2-40B4-BE49-F238E27FC236}">
                <a16:creationId xmlns:a16="http://schemas.microsoft.com/office/drawing/2014/main" id="{9136236A-49B3-4729-BD5E-8A5F726E4FEA}"/>
              </a:ext>
            </a:extLst>
          </p:cNvPr>
          <p:cNvSpPr>
            <a:spLocks xmlns:a="http://schemas.openxmlformats.org/drawingml/2006/main" noGrp="1"/>
          </p:cNvSpPr>
          <p:nvPr/>
        </p:nvSpPr>
        <p:spPr>
          <a:xfrm xmlns:a="http://schemas.openxmlformats.org/drawingml/2006/main">
            <a:off x="8943975"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Business dependence</a:t>
            </a:r>
          </a:p>
        </p:txBody>
      </p:sp>
      <p:sp>
        <p:nvSpPr>
          <p:cNvPr id="52" name="">
            <a:extLst xmlns:a="http://schemas.openxmlformats.org/drawingml/2006/main">
              <a:ext uri="{FF2B5EF4-FFF2-40B4-BE49-F238E27FC236}">
                <a16:creationId xmlns:a16="http://schemas.microsoft.com/office/drawing/2014/main" id="{55D50B1E-E2B2-44D4-9C69-4AA4AFE54135}"/>
              </a:ext>
            </a:extLst>
          </p:cNvPr>
          <p:cNvSpPr>
            <a:spLocks xmlns:a="http://schemas.openxmlformats.org/drawingml/2006/main" noGrp="1"/>
          </p:cNvSpPr>
          <p:nvPr/>
        </p:nvSpPr>
        <p:spPr>
          <a:xfrm xmlns:a="http://schemas.openxmlformats.org/drawingml/2006/main">
            <a:off x="8943975"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People cannot do their job or serve customers when the project fails.</a:t>
            </a:r>
          </a:p>
        </p:txBody>
      </p:sp>
      <p:sp>
        <p:nvSpPr>
          <p:cNvPr id="53" name="">
            <a:extLst xmlns:a="http://schemas.openxmlformats.org/drawingml/2006/main">
              <a:ext uri="{FF2B5EF4-FFF2-40B4-BE49-F238E27FC236}">
                <a16:creationId xmlns:a16="http://schemas.microsoft.com/office/drawing/2014/main" id="{0044C872-C63A-4A9F-8D08-D22DCBA5CC1B}"/>
              </a:ext>
            </a:extLst>
          </p:cNvPr>
          <p:cNvSpPr>
            <a:spLocks xmlns:a="http://schemas.openxmlformats.org/drawingml/2006/main" noGrp="1"/>
          </p:cNvSpPr>
          <p:nvPr/>
        </p:nvSpPr>
        <p:spPr>
          <a:xfrm xmlns:a="http://schemas.openxmlformats.org/drawingml/2006/main">
            <a:off x="647700" y="470535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54" name="">
            <a:extLst xmlns:a="http://schemas.openxmlformats.org/drawingml/2006/main">
              <a:ext uri="{FF2B5EF4-FFF2-40B4-BE49-F238E27FC236}">
                <a16:creationId xmlns:a16="http://schemas.microsoft.com/office/drawing/2014/main" id="{800C8596-E6D9-475D-97B8-4748988ECE31}"/>
              </a:ext>
            </a:extLst>
          </p:cNvPr>
          <p:cNvSpPr>
            <a:spLocks xmlns:a="http://schemas.openxmlformats.org/drawingml/2006/main" noGrp="1"/>
          </p:cNvSpPr>
          <p:nvPr/>
        </p:nvSpPr>
        <p:spPr>
          <a:xfrm xmlns:a="http://schemas.openxmlformats.org/drawingml/2006/main">
            <a:off x="742950" y="49530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Bring the brief, working files, failed checks, and live URL. Give the developer something they can evaluate.</a:t>
            </a:r>
          </a:p>
        </p:txBody>
      </p:sp>
      <p:sp>
        <p:nvSpPr>
          <p:cNvPr id="55" name="">
            <a:extLst xmlns:a="http://schemas.openxmlformats.org/drawingml/2006/main">
              <a:ext uri="{FF2B5EF4-FFF2-40B4-BE49-F238E27FC236}">
                <a16:creationId xmlns:a16="http://schemas.microsoft.com/office/drawing/2014/main" id="{65A962E2-5655-46E0-82EB-5EFAE248F6CD}"/>
              </a:ext>
            </a:extLst>
          </p:cNvPr>
          <p:cNvSpPr>
            <a:spLocks xmlns:a="http://schemas.openxmlformats.org/drawingml/2006/main" noGrp="1"/>
          </p:cNvSpPr>
          <p:nvPr/>
        </p:nvSpPr>
        <p:spPr>
          <a:xfrm xmlns:a="http://schemas.openxmlformats.org/drawingml/2006/main">
            <a:off x="3667125" y="6381750"/>
            <a:ext cx="4857750" cy="0"/>
          </a:xfrm>
          <a:prstGeom xmlns:a="http://schemas.openxmlformats.org/drawingml/2006/main" prst="line">
            <a:avLst/>
          </a:prstGeom>
          <a:noFill xmlns:a="http://schemas.openxmlformats.org/drawingml/2006/main"/>
          <a:ln xmlns:a="http://schemas.openxmlformats.org/drawingml/2006/main" w="5715">
            <a:solidFill>
              <a:srgbClr val="D8E2EF"/>
            </a:solidFill>
            <a:prstDash val="solid"/>
          </a:ln>
        </p:spPr>
      </p:sp>
      <p:sp>
        <p:nvSpPr>
          <p:cNvPr id="56" name="">
            <a:extLst xmlns:a="http://schemas.openxmlformats.org/drawingml/2006/main">
              <a:ext uri="{FF2B5EF4-FFF2-40B4-BE49-F238E27FC236}">
                <a16:creationId xmlns:a16="http://schemas.microsoft.com/office/drawing/2014/main" id="{E7AB03E7-1E0B-4BA2-9253-B6E0D6C57289}"/>
              </a:ext>
            </a:extLst>
          </p:cNvPr>
          <p:cNvSpPr>
            <a:spLocks xmlns:a="http://schemas.openxmlformats.org/drawingml/2006/main" noGrp="1"/>
          </p:cNvSpPr>
          <p:nvPr/>
        </p:nvSpPr>
        <p:spPr>
          <a:xfrm xmlns:a="http://schemas.openxmlformats.org/drawingml/2006/main">
            <a:off x="6219825" y="6381750"/>
            <a:ext cx="723900" cy="0"/>
          </a:xfrm>
          <a:prstGeom xmlns:a="http://schemas.openxmlformats.org/drawingml/2006/main" prst="line">
            <a:avLst/>
          </a:prstGeom>
          <a:noFill xmlns:a="http://schemas.openxmlformats.org/drawingml/2006/main"/>
          <a:ln xmlns:a="http://schemas.openxmlformats.org/drawingml/2006/main" w="28575">
            <a:solidFill>
              <a:srgbClr val="EF8B39"/>
            </a:solidFill>
            <a:prstDash val="solid"/>
          </a:ln>
        </p:spPr>
      </p:sp>
      <p:sp>
        <p:nvSpPr>
          <p:cNvPr id="57" name="">
            <a:extLst xmlns:a="http://schemas.openxmlformats.org/drawingml/2006/main">
              <a:ext uri="{FF2B5EF4-FFF2-40B4-BE49-F238E27FC236}">
                <a16:creationId xmlns:a16="http://schemas.microsoft.com/office/drawing/2014/main" id="{1B93440B-4D6C-4F32-904B-C4C356FEE15B}"/>
              </a:ext>
            </a:extLst>
          </p:cNvPr>
          <p:cNvSpPr>
            <a:spLocks xmlns:a="http://schemas.openxmlformats.org/drawingml/2006/main" noGrp="1"/>
          </p:cNvSpPr>
          <p:nvPr/>
        </p:nvSpPr>
        <p:spPr>
          <a:xfrm xmlns:a="http://schemas.openxmlformats.org/drawingml/2006/main">
            <a:off x="36337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58" name="">
            <a:extLst xmlns:a="http://schemas.openxmlformats.org/drawingml/2006/main">
              <a:ext uri="{FF2B5EF4-FFF2-40B4-BE49-F238E27FC236}">
                <a16:creationId xmlns:a16="http://schemas.microsoft.com/office/drawing/2014/main" id="{17B8B32A-4831-4193-839B-AC663B5E6B77}"/>
              </a:ext>
            </a:extLst>
          </p:cNvPr>
          <p:cNvSpPr>
            <a:spLocks xmlns:a="http://schemas.openxmlformats.org/drawingml/2006/main" noGrp="1"/>
          </p:cNvSpPr>
          <p:nvPr/>
        </p:nvSpPr>
        <p:spPr>
          <a:xfrm xmlns:a="http://schemas.openxmlformats.org/drawingml/2006/main">
            <a:off x="32670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PLAN</a:t>
            </a:r>
          </a:p>
        </p:txBody>
      </p:sp>
      <p:sp>
        <p:nvSpPr>
          <p:cNvPr id="59" name="">
            <a:extLst xmlns:a="http://schemas.openxmlformats.org/drawingml/2006/main">
              <a:ext uri="{FF2B5EF4-FFF2-40B4-BE49-F238E27FC236}">
                <a16:creationId xmlns:a16="http://schemas.microsoft.com/office/drawing/2014/main" id="{3854821D-4509-48AD-97A5-9E6E871155A7}"/>
              </a:ext>
            </a:extLst>
          </p:cNvPr>
          <p:cNvSpPr>
            <a:spLocks xmlns:a="http://schemas.openxmlformats.org/drawingml/2006/main" noGrp="1"/>
          </p:cNvSpPr>
          <p:nvPr/>
        </p:nvSpPr>
        <p:spPr>
          <a:xfrm xmlns:a="http://schemas.openxmlformats.org/drawingml/2006/main">
            <a:off x="46053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60" name="">
            <a:extLst xmlns:a="http://schemas.openxmlformats.org/drawingml/2006/main">
              <a:ext uri="{FF2B5EF4-FFF2-40B4-BE49-F238E27FC236}">
                <a16:creationId xmlns:a16="http://schemas.microsoft.com/office/drawing/2014/main" id="{BBC19B87-6374-4ED4-B2FE-40A5A0FE5A6D}"/>
              </a:ext>
            </a:extLst>
          </p:cNvPr>
          <p:cNvSpPr>
            <a:spLocks xmlns:a="http://schemas.openxmlformats.org/drawingml/2006/main" noGrp="1"/>
          </p:cNvSpPr>
          <p:nvPr/>
        </p:nvSpPr>
        <p:spPr>
          <a:xfrm xmlns:a="http://schemas.openxmlformats.org/drawingml/2006/main">
            <a:off x="42386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DESIGN</a:t>
            </a:r>
          </a:p>
        </p:txBody>
      </p:sp>
      <p:sp>
        <p:nvSpPr>
          <p:cNvPr id="61" name="">
            <a:extLst xmlns:a="http://schemas.openxmlformats.org/drawingml/2006/main">
              <a:ext uri="{FF2B5EF4-FFF2-40B4-BE49-F238E27FC236}">
                <a16:creationId xmlns:a16="http://schemas.microsoft.com/office/drawing/2014/main" id="{6B82B1B2-5DFA-4C4B-B024-ACB219E80F67}"/>
              </a:ext>
            </a:extLst>
          </p:cNvPr>
          <p:cNvSpPr>
            <a:spLocks xmlns:a="http://schemas.openxmlformats.org/drawingml/2006/main" noGrp="1"/>
          </p:cNvSpPr>
          <p:nvPr/>
        </p:nvSpPr>
        <p:spPr>
          <a:xfrm xmlns:a="http://schemas.openxmlformats.org/drawingml/2006/main">
            <a:off x="55768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62" name="">
            <a:extLst xmlns:a="http://schemas.openxmlformats.org/drawingml/2006/main">
              <a:ext uri="{FF2B5EF4-FFF2-40B4-BE49-F238E27FC236}">
                <a16:creationId xmlns:a16="http://schemas.microsoft.com/office/drawing/2014/main" id="{12491214-EC12-42C3-9F45-5B4D2EC57293}"/>
              </a:ext>
            </a:extLst>
          </p:cNvPr>
          <p:cNvSpPr>
            <a:spLocks xmlns:a="http://schemas.openxmlformats.org/drawingml/2006/main" noGrp="1"/>
          </p:cNvSpPr>
          <p:nvPr/>
        </p:nvSpPr>
        <p:spPr>
          <a:xfrm xmlns:a="http://schemas.openxmlformats.org/drawingml/2006/main">
            <a:off x="52101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BUILD</a:t>
            </a:r>
          </a:p>
        </p:txBody>
      </p:sp>
      <p:sp>
        <p:nvSpPr>
          <p:cNvPr id="63" name="">
            <a:extLst xmlns:a="http://schemas.openxmlformats.org/drawingml/2006/main">
              <a:ext uri="{FF2B5EF4-FFF2-40B4-BE49-F238E27FC236}">
                <a16:creationId xmlns:a16="http://schemas.microsoft.com/office/drawing/2014/main" id="{7508265E-BF67-41C5-BAC8-A99CD83121D4}"/>
              </a:ext>
            </a:extLst>
          </p:cNvPr>
          <p:cNvSpPr>
            <a:spLocks xmlns:a="http://schemas.openxmlformats.org/drawingml/2006/main" noGrp="1"/>
          </p:cNvSpPr>
          <p:nvPr/>
        </p:nvSpPr>
        <p:spPr>
          <a:xfrm xmlns:a="http://schemas.openxmlformats.org/drawingml/2006/main">
            <a:off x="6534150" y="6334125"/>
            <a:ext cx="95250" cy="95250"/>
          </a:xfrm>
          <a:prstGeom xmlns:a="http://schemas.openxmlformats.org/drawingml/2006/main" prst="ellipse">
            <a:avLst/>
          </a:prstGeom>
          <a:solidFill xmlns:a="http://schemas.openxmlformats.org/drawingml/2006/main">
            <a:srgbClr val="EF8B39"/>
          </a:solidFill>
          <a:ln xmlns:a="http://schemas.openxmlformats.org/drawingml/2006/main" w="9525">
            <a:solidFill>
              <a:srgbClr val="EF8B39"/>
            </a:solidFill>
            <a:prstDash val="solid"/>
          </a:ln>
        </p:spPr>
      </p:sp>
      <p:sp>
        <p:nvSpPr>
          <p:cNvPr id="64" name="">
            <a:extLst xmlns:a="http://schemas.openxmlformats.org/drawingml/2006/main">
              <a:ext uri="{FF2B5EF4-FFF2-40B4-BE49-F238E27FC236}">
                <a16:creationId xmlns:a16="http://schemas.microsoft.com/office/drawing/2014/main" id="{2E74A814-4796-4517-879F-DD54E0F49D5D}"/>
              </a:ext>
            </a:extLst>
          </p:cNvPr>
          <p:cNvSpPr>
            <a:spLocks xmlns:a="http://schemas.openxmlformats.org/drawingml/2006/main" noGrp="1"/>
          </p:cNvSpPr>
          <p:nvPr/>
        </p:nvSpPr>
        <p:spPr>
          <a:xfrm xmlns:a="http://schemas.openxmlformats.org/drawingml/2006/main">
            <a:off x="61817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1">
                <a:solidFill>
                  <a:srgbClr val="B93800"/>
                </a:solidFill>
                <a:latin typeface="Montserrat"/>
                <a:ea typeface="Montserrat"/>
                <a:cs typeface="Montserrat"/>
              </a:defRPr>
            </a:defPPr>
            <a:lvl1pPr algn="ctr">
              <a:defRPr sz="675" b="1">
                <a:solidFill>
                  <a:srgbClr val="B93800"/>
                </a:solidFill>
                <a:latin typeface="Montserrat"/>
                <a:ea typeface="Montserrat"/>
                <a:cs typeface="Montserrat"/>
              </a:defRPr>
            </a:lvl1pPr>
            <a:lvl2pPr algn="ctr">
              <a:defRPr sz="675" b="1">
                <a:solidFill>
                  <a:srgbClr val="B93800"/>
                </a:solidFill>
                <a:latin typeface="Montserrat"/>
                <a:ea typeface="Montserrat"/>
                <a:cs typeface="Montserrat"/>
              </a:defRPr>
            </a:lvl2pPr>
            <a:lvl3pPr algn="ctr">
              <a:defRPr sz="675" b="1">
                <a:solidFill>
                  <a:srgbClr val="B93800"/>
                </a:solidFill>
                <a:latin typeface="Montserrat"/>
                <a:ea typeface="Montserrat"/>
                <a:cs typeface="Montserrat"/>
              </a:defRPr>
            </a:lvl3pPr>
            <a:lvl4pPr algn="ctr">
              <a:defRPr sz="675" b="1">
                <a:solidFill>
                  <a:srgbClr val="B93800"/>
                </a:solidFill>
                <a:latin typeface="Montserrat"/>
                <a:ea typeface="Montserrat"/>
                <a:cs typeface="Montserrat"/>
              </a:defRPr>
            </a:lvl4pPr>
            <a:lvl5pPr algn="ctr">
              <a:defRPr sz="675" b="1">
                <a:solidFill>
                  <a:srgbClr val="B93800"/>
                </a:solidFill>
                <a:latin typeface="Montserrat"/>
                <a:ea typeface="Montserrat"/>
                <a:cs typeface="Montserrat"/>
              </a:defRPr>
            </a:lvl5pPr>
            <a:lvl6pPr algn="ctr">
              <a:defRPr sz="675" b="1">
                <a:solidFill>
                  <a:srgbClr val="B93800"/>
                </a:solidFill>
                <a:latin typeface="Montserrat"/>
                <a:ea typeface="Montserrat"/>
                <a:cs typeface="Montserrat"/>
              </a:defRPr>
            </a:lvl6pPr>
            <a:lvl7pPr algn="ctr">
              <a:defRPr sz="675" b="1">
                <a:solidFill>
                  <a:srgbClr val="B93800"/>
                </a:solidFill>
                <a:latin typeface="Montserrat"/>
                <a:ea typeface="Montserrat"/>
                <a:cs typeface="Montserrat"/>
              </a:defRPr>
            </a:lvl7pPr>
            <a:lvl8pPr algn="ctr">
              <a:defRPr sz="675" b="1">
                <a:solidFill>
                  <a:srgbClr val="B93800"/>
                </a:solidFill>
                <a:latin typeface="Montserrat"/>
                <a:ea typeface="Montserrat"/>
                <a:cs typeface="Montserrat"/>
              </a:defRPr>
            </a:lvl8pPr>
            <a:lvl9pPr algn="ctr">
              <a:defRPr sz="675" b="1">
                <a:solidFill>
                  <a:srgbClr val="B93800"/>
                </a:solidFill>
                <a:latin typeface="Montserrat"/>
                <a:ea typeface="Montserrat"/>
                <a:cs typeface="Montserrat"/>
              </a:defRPr>
            </a:lvl9pPr>
          </a:lstStyle>
          <a:p xmlns:a="http://schemas.openxmlformats.org/drawingml/2006/main">
            <a:pPr algn="ctr">
              <a:defRPr sz="675" b="1">
                <a:solidFill>
                  <a:srgbClr val="B93800"/>
                </a:solidFill>
                <a:latin typeface="Montserrat"/>
                <a:ea typeface="Montserrat"/>
                <a:cs typeface="Montserrat"/>
              </a:defRPr>
            </a:pPr>
            <a:r>
              <a:rPr sz="675" b="1">
                <a:solidFill>
                  <a:srgbClr val="B93800"/>
                </a:solidFill>
                <a:latin typeface="Montserrat"/>
                <a:ea typeface="Montserrat"/>
                <a:cs typeface="Montserrat"/>
              </a:rPr>
              <a:t>TEST</a:t>
            </a:r>
          </a:p>
        </p:txBody>
      </p:sp>
      <p:sp>
        <p:nvSpPr>
          <p:cNvPr id="65" name="">
            <a:extLst xmlns:a="http://schemas.openxmlformats.org/drawingml/2006/main">
              <a:ext uri="{FF2B5EF4-FFF2-40B4-BE49-F238E27FC236}">
                <a16:creationId xmlns:a16="http://schemas.microsoft.com/office/drawing/2014/main" id="{86A89CFB-7E09-42BB-BF7D-AF07D89FA29D}"/>
              </a:ext>
            </a:extLst>
          </p:cNvPr>
          <p:cNvSpPr>
            <a:spLocks xmlns:a="http://schemas.openxmlformats.org/drawingml/2006/main" noGrp="1"/>
          </p:cNvSpPr>
          <p:nvPr/>
        </p:nvSpPr>
        <p:spPr>
          <a:xfrm xmlns:a="http://schemas.openxmlformats.org/drawingml/2006/main">
            <a:off x="75199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66" name="">
            <a:extLst xmlns:a="http://schemas.openxmlformats.org/drawingml/2006/main">
              <a:ext uri="{FF2B5EF4-FFF2-40B4-BE49-F238E27FC236}">
                <a16:creationId xmlns:a16="http://schemas.microsoft.com/office/drawing/2014/main" id="{3285D495-ECD8-4076-89DB-CAB41D8AF02B}"/>
              </a:ext>
            </a:extLst>
          </p:cNvPr>
          <p:cNvSpPr>
            <a:spLocks xmlns:a="http://schemas.openxmlformats.org/drawingml/2006/main" noGrp="1"/>
          </p:cNvSpPr>
          <p:nvPr/>
        </p:nvSpPr>
        <p:spPr>
          <a:xfrm xmlns:a="http://schemas.openxmlformats.org/drawingml/2006/main">
            <a:off x="71532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DEPLOY</a:t>
            </a:r>
          </a:p>
        </p:txBody>
      </p:sp>
      <p:sp>
        <p:nvSpPr>
          <p:cNvPr id="67" name="">
            <a:extLst xmlns:a="http://schemas.openxmlformats.org/drawingml/2006/main">
              <a:ext uri="{FF2B5EF4-FFF2-40B4-BE49-F238E27FC236}">
                <a16:creationId xmlns:a16="http://schemas.microsoft.com/office/drawing/2014/main" id="{D9111B5C-0589-42F4-8353-CCB86843D83D}"/>
              </a:ext>
            </a:extLst>
          </p:cNvPr>
          <p:cNvSpPr>
            <a:spLocks xmlns:a="http://schemas.openxmlformats.org/drawingml/2006/main" noGrp="1"/>
          </p:cNvSpPr>
          <p:nvPr/>
        </p:nvSpPr>
        <p:spPr>
          <a:xfrm xmlns:a="http://schemas.openxmlformats.org/drawingml/2006/main">
            <a:off x="84915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68" name="">
            <a:extLst xmlns:a="http://schemas.openxmlformats.org/drawingml/2006/main">
              <a:ext uri="{FF2B5EF4-FFF2-40B4-BE49-F238E27FC236}">
                <a16:creationId xmlns:a16="http://schemas.microsoft.com/office/drawing/2014/main" id="{A13A0D34-E95B-456B-8687-3D7D27AB41B3}"/>
              </a:ext>
            </a:extLst>
          </p:cNvPr>
          <p:cNvSpPr>
            <a:spLocks xmlns:a="http://schemas.openxmlformats.org/drawingml/2006/main" noGrp="1"/>
          </p:cNvSpPr>
          <p:nvPr/>
        </p:nvSpPr>
        <p:spPr>
          <a:xfrm xmlns:a="http://schemas.openxmlformats.org/drawingml/2006/main">
            <a:off x="81248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MAINTAIN</a:t>
            </a:r>
          </a:p>
        </p:txBody>
      </p:sp>
    </p:spTree>
    <p:extLst>
      <p:ext uri="{BB962C8B-B14F-4D97-AF65-F5344CB8AC3E}">
        <p14:creationId xmlns:p14="http://schemas.microsoft.com/office/powerpoint/2010/main" val="832220210"/>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3CCFED13-4706-41EA-AC60-1EDD92B0FA40}"/>
              </a:ext>
            </a:extLst>
          </p:cNvPr>
          <p:cNvPicPr>
            <a:picLocks xmlns:a="http://schemas.openxmlformats.org/drawingml/2006/main" noChangeAspect="1"/>
          </p:cNvPicPr>
          <p:nvPr/>
        </p:nvPicPr>
        <p:blipFill>
          <a:blip xmlns:r="http://schemas.openxmlformats.org/officeDocument/2006/relationships" xmlns:a="http://schemas.openxmlformats.org/drawingml/2006/main" r:embed="Rd41720c8c378491b"/>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6C876AAF-0DFA-45F1-8DED-D489ECB889F7}"/>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58 / 63</a:t>
            </a:r>
            <a:endParaRPr sz="900"/>
          </a:p>
        </p:txBody>
      </p:sp>
      <p:sp>
        <p:nvSpPr>
          <p:cNvPr id="44" name="">
            <a:extLst xmlns:a="http://schemas.openxmlformats.org/drawingml/2006/main">
              <a:ext uri="{FF2B5EF4-FFF2-40B4-BE49-F238E27FC236}">
                <a16:creationId xmlns:a16="http://schemas.microsoft.com/office/drawing/2014/main" id="{9A3E4D06-777C-4148-9A9B-99A40E3C5929}"/>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307FE2"/>
                </a:solidFill>
                <a:latin typeface="Montserrat"/>
                <a:ea typeface="Montserrat"/>
                <a:cs typeface="Montserrat"/>
              </a:defRPr>
            </a:defPPr>
            <a:lvl1pPr algn="l">
              <a:defRPr sz="1050" b="1">
                <a:solidFill>
                  <a:srgbClr val="307FE2"/>
                </a:solidFill>
                <a:latin typeface="Montserrat"/>
                <a:ea typeface="Montserrat"/>
                <a:cs typeface="Montserrat"/>
              </a:defRPr>
            </a:lvl1pPr>
            <a:lvl2pPr algn="l">
              <a:defRPr sz="1050" b="1">
                <a:solidFill>
                  <a:srgbClr val="307FE2"/>
                </a:solidFill>
                <a:latin typeface="Montserrat"/>
                <a:ea typeface="Montserrat"/>
                <a:cs typeface="Montserrat"/>
              </a:defRPr>
            </a:lvl2pPr>
            <a:lvl3pPr algn="l">
              <a:defRPr sz="1050" b="1">
                <a:solidFill>
                  <a:srgbClr val="307FE2"/>
                </a:solidFill>
                <a:latin typeface="Montserrat"/>
                <a:ea typeface="Montserrat"/>
                <a:cs typeface="Montserrat"/>
              </a:defRPr>
            </a:lvl3pPr>
            <a:lvl4pPr algn="l">
              <a:defRPr sz="1050" b="1">
                <a:solidFill>
                  <a:srgbClr val="307FE2"/>
                </a:solidFill>
                <a:latin typeface="Montserrat"/>
                <a:ea typeface="Montserrat"/>
                <a:cs typeface="Montserrat"/>
              </a:defRPr>
            </a:lvl4pPr>
            <a:lvl5pPr algn="l">
              <a:defRPr sz="1050" b="1">
                <a:solidFill>
                  <a:srgbClr val="307FE2"/>
                </a:solidFill>
                <a:latin typeface="Montserrat"/>
                <a:ea typeface="Montserrat"/>
                <a:cs typeface="Montserrat"/>
              </a:defRPr>
            </a:lvl5pPr>
            <a:lvl6pPr algn="l">
              <a:defRPr sz="1050" b="1">
                <a:solidFill>
                  <a:srgbClr val="307FE2"/>
                </a:solidFill>
                <a:latin typeface="Montserrat"/>
                <a:ea typeface="Montserrat"/>
                <a:cs typeface="Montserrat"/>
              </a:defRPr>
            </a:lvl6pPr>
            <a:lvl7pPr algn="l">
              <a:defRPr sz="1050" b="1">
                <a:solidFill>
                  <a:srgbClr val="307FE2"/>
                </a:solidFill>
                <a:latin typeface="Montserrat"/>
                <a:ea typeface="Montserrat"/>
                <a:cs typeface="Montserrat"/>
              </a:defRPr>
            </a:lvl7pPr>
            <a:lvl8pPr algn="l">
              <a:defRPr sz="1050" b="1">
                <a:solidFill>
                  <a:srgbClr val="307FE2"/>
                </a:solidFill>
                <a:latin typeface="Montserrat"/>
                <a:ea typeface="Montserrat"/>
                <a:cs typeface="Montserrat"/>
              </a:defRPr>
            </a:lvl8pPr>
            <a:lvl9pPr algn="l">
              <a:defRPr sz="1050" b="1">
                <a:solidFill>
                  <a:srgbClr val="307FE2"/>
                </a:solidFill>
                <a:latin typeface="Montserrat"/>
                <a:ea typeface="Montserrat"/>
                <a:cs typeface="Montserrat"/>
              </a:defRPr>
            </a:lvl9pPr>
          </a:lstStyle>
          <a:p xmlns:a="http://schemas.openxmlformats.org/drawingml/2006/main">
            <a:pPr algn="l">
              <a:defRPr sz="1050" b="1">
                <a:solidFill>
                  <a:srgbClr val="307FE2"/>
                </a:solidFill>
                <a:latin typeface="Montserrat"/>
                <a:ea typeface="Montserrat"/>
                <a:cs typeface="Montserrat"/>
              </a:defRPr>
            </a:pPr>
            <a:r>
              <a:rPr sz="1050" b="1">
                <a:solidFill>
                  <a:srgbClr val="307FE2"/>
                </a:solidFill>
                <a:latin typeface="Montserrat"/>
                <a:ea typeface="Montserrat"/>
                <a:cs typeface="Montserrat"/>
              </a:rPr>
              <a:t>// OPERATE · SAVE THE ROUTINE</a:t>
            </a:r>
          </a:p>
        </p:txBody>
      </p:sp>
      <p:sp>
        <p:nvSpPr>
          <p:cNvPr id="45" name="">
            <a:extLst xmlns:a="http://schemas.openxmlformats.org/drawingml/2006/main">
              <a:ext uri="{FF2B5EF4-FFF2-40B4-BE49-F238E27FC236}">
                <a16:creationId xmlns:a16="http://schemas.microsoft.com/office/drawing/2014/main" id="{551694D2-BC14-43F8-B453-FADF8190FAD2}"/>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94A3B8"/>
                </a:solidFill>
                <a:latin typeface="Montserrat"/>
                <a:ea typeface="Montserrat"/>
                <a:cs typeface="Montserrat"/>
              </a:defRPr>
            </a:defPPr>
            <a:lvl1pPr algn="r">
              <a:defRPr sz="900" b="0">
                <a:solidFill>
                  <a:srgbClr val="94A3B8"/>
                </a:solidFill>
                <a:latin typeface="Montserrat"/>
                <a:ea typeface="Montserrat"/>
                <a:cs typeface="Montserrat"/>
              </a:defRPr>
            </a:lvl1pPr>
            <a:lvl2pPr algn="r">
              <a:defRPr sz="900" b="0">
                <a:solidFill>
                  <a:srgbClr val="94A3B8"/>
                </a:solidFill>
                <a:latin typeface="Montserrat"/>
                <a:ea typeface="Montserrat"/>
                <a:cs typeface="Montserrat"/>
              </a:defRPr>
            </a:lvl2pPr>
            <a:lvl3pPr algn="r">
              <a:defRPr sz="900" b="0">
                <a:solidFill>
                  <a:srgbClr val="94A3B8"/>
                </a:solidFill>
                <a:latin typeface="Montserrat"/>
                <a:ea typeface="Montserrat"/>
                <a:cs typeface="Montserrat"/>
              </a:defRPr>
            </a:lvl3pPr>
            <a:lvl4pPr algn="r">
              <a:defRPr sz="900" b="0">
                <a:solidFill>
                  <a:srgbClr val="94A3B8"/>
                </a:solidFill>
                <a:latin typeface="Montserrat"/>
                <a:ea typeface="Montserrat"/>
                <a:cs typeface="Montserrat"/>
              </a:defRPr>
            </a:lvl4pPr>
            <a:lvl5pPr algn="r">
              <a:defRPr sz="900" b="0">
                <a:solidFill>
                  <a:srgbClr val="94A3B8"/>
                </a:solidFill>
                <a:latin typeface="Montserrat"/>
                <a:ea typeface="Montserrat"/>
                <a:cs typeface="Montserrat"/>
              </a:defRPr>
            </a:lvl5pPr>
            <a:lvl6pPr algn="r">
              <a:defRPr sz="900" b="0">
                <a:solidFill>
                  <a:srgbClr val="94A3B8"/>
                </a:solidFill>
                <a:latin typeface="Montserrat"/>
                <a:ea typeface="Montserrat"/>
                <a:cs typeface="Montserrat"/>
              </a:defRPr>
            </a:lvl6pPr>
            <a:lvl7pPr algn="r">
              <a:defRPr sz="900" b="0">
                <a:solidFill>
                  <a:srgbClr val="94A3B8"/>
                </a:solidFill>
                <a:latin typeface="Montserrat"/>
                <a:ea typeface="Montserrat"/>
                <a:cs typeface="Montserrat"/>
              </a:defRPr>
            </a:lvl7pPr>
            <a:lvl8pPr algn="r">
              <a:defRPr sz="900" b="0">
                <a:solidFill>
                  <a:srgbClr val="94A3B8"/>
                </a:solidFill>
                <a:latin typeface="Montserrat"/>
                <a:ea typeface="Montserrat"/>
                <a:cs typeface="Montserrat"/>
              </a:defRPr>
            </a:lvl8pPr>
            <a:lvl9pPr algn="r">
              <a:defRPr sz="900" b="0">
                <a:solidFill>
                  <a:srgbClr val="94A3B8"/>
                </a:solidFill>
                <a:latin typeface="Montserrat"/>
                <a:ea typeface="Montserrat"/>
                <a:cs typeface="Montserrat"/>
              </a:defRPr>
            </a:lvl9pPr>
          </a:lstStyle>
          <a:p xmlns:a="http://schemas.openxmlformats.org/drawingml/2006/main">
            <a:pPr algn="r">
              <a:defRPr sz="900" b="0">
                <a:solidFill>
                  <a:srgbClr val="94A3B8"/>
                </a:solidFill>
                <a:latin typeface="Montserrat"/>
                <a:ea typeface="Montserrat"/>
                <a:cs typeface="Montserrat"/>
              </a:defRPr>
            </a:pPr>
            <a:r>
              <a:rPr sz="900" b="0">
                <a:solidFill>
                  <a:srgbClr val="94A3B8"/>
                </a:solidFill>
                <a:latin typeface="Montserrat"/>
                <a:ea typeface="Montserrat"/>
                <a:cs typeface="Montserrat"/>
              </a:rPr>
              <a:t>4:40–5:25</a:t>
            </a:r>
          </a:p>
        </p:txBody>
      </p:sp>
      <p:sp>
        <p:nvSpPr>
          <p:cNvPr id="46" name="">
            <a:extLst xmlns:a="http://schemas.openxmlformats.org/drawingml/2006/main">
              <a:ext uri="{FF2B5EF4-FFF2-40B4-BE49-F238E27FC236}">
                <a16:creationId xmlns:a16="http://schemas.microsoft.com/office/drawing/2014/main" id="{6D4BEF0B-67B1-48B4-93FA-06675732C509}"/>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Your repeatable checklist</a:t>
            </a:r>
          </a:p>
        </p:txBody>
      </p:sp>
      <p:sp>
        <p:nvSpPr>
          <p:cNvPr id="47" name="">
            <a:extLst xmlns:a="http://schemas.openxmlformats.org/drawingml/2006/main">
              <a:ext uri="{FF2B5EF4-FFF2-40B4-BE49-F238E27FC236}">
                <a16:creationId xmlns:a16="http://schemas.microsoft.com/office/drawing/2014/main" id="{DE71C240-CC2D-49C2-A77A-C7C79ED14E37}"/>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USE THE SAME SIX QUESTIONS FOR THE NEXT PROJECT</a:t>
            </a:r>
          </a:p>
        </p:txBody>
      </p:sp>
      <p:sp>
        <p:nvSpPr>
          <p:cNvPr id="48" name="">
            <a:extLst xmlns:a="http://schemas.openxmlformats.org/drawingml/2006/main">
              <a:ext uri="{FF2B5EF4-FFF2-40B4-BE49-F238E27FC236}">
                <a16:creationId xmlns:a16="http://schemas.microsoft.com/office/drawing/2014/main" id="{F85DFE6C-2509-4DA1-ABD5-A0B86D4A286F}"/>
              </a:ext>
            </a:extLst>
          </p:cNvPr>
          <p:cNvSpPr>
            <a:spLocks xmlns:a="http://schemas.openxmlformats.org/drawingml/2006/main" noGrp="1"/>
          </p:cNvSpPr>
          <p:nvPr/>
        </p:nvSpPr>
        <p:spPr>
          <a:xfrm xmlns:a="http://schemas.openxmlformats.org/drawingml/2006/main">
            <a:off x="742950" y="2171700"/>
            <a:ext cx="1676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307FE2"/>
                </a:solidFill>
                <a:latin typeface="Courier New"/>
                <a:ea typeface="Courier New"/>
                <a:cs typeface="Courier New"/>
              </a:defRPr>
            </a:defPPr>
            <a:lvl1pPr algn="l">
              <a:defRPr sz="900" b="1">
                <a:solidFill>
                  <a:srgbClr val="307FE2"/>
                </a:solidFill>
                <a:latin typeface="Courier New"/>
                <a:ea typeface="Courier New"/>
                <a:cs typeface="Courier New"/>
              </a:defRPr>
            </a:lvl1pPr>
            <a:lvl2pPr algn="l">
              <a:defRPr sz="900" b="1">
                <a:solidFill>
                  <a:srgbClr val="307FE2"/>
                </a:solidFill>
                <a:latin typeface="Courier New"/>
                <a:ea typeface="Courier New"/>
                <a:cs typeface="Courier New"/>
              </a:defRPr>
            </a:lvl2pPr>
            <a:lvl3pPr algn="l">
              <a:defRPr sz="900" b="1">
                <a:solidFill>
                  <a:srgbClr val="307FE2"/>
                </a:solidFill>
                <a:latin typeface="Courier New"/>
                <a:ea typeface="Courier New"/>
                <a:cs typeface="Courier New"/>
              </a:defRPr>
            </a:lvl3pPr>
            <a:lvl4pPr algn="l">
              <a:defRPr sz="900" b="1">
                <a:solidFill>
                  <a:srgbClr val="307FE2"/>
                </a:solidFill>
                <a:latin typeface="Courier New"/>
                <a:ea typeface="Courier New"/>
                <a:cs typeface="Courier New"/>
              </a:defRPr>
            </a:lvl4pPr>
            <a:lvl5pPr algn="l">
              <a:defRPr sz="900" b="1">
                <a:solidFill>
                  <a:srgbClr val="307FE2"/>
                </a:solidFill>
                <a:latin typeface="Courier New"/>
                <a:ea typeface="Courier New"/>
                <a:cs typeface="Courier New"/>
              </a:defRPr>
            </a:lvl5pPr>
            <a:lvl6pPr algn="l">
              <a:defRPr sz="900" b="1">
                <a:solidFill>
                  <a:srgbClr val="307FE2"/>
                </a:solidFill>
                <a:latin typeface="Courier New"/>
                <a:ea typeface="Courier New"/>
                <a:cs typeface="Courier New"/>
              </a:defRPr>
            </a:lvl6pPr>
            <a:lvl7pPr algn="l">
              <a:defRPr sz="900" b="1">
                <a:solidFill>
                  <a:srgbClr val="307FE2"/>
                </a:solidFill>
                <a:latin typeface="Courier New"/>
                <a:ea typeface="Courier New"/>
                <a:cs typeface="Courier New"/>
              </a:defRPr>
            </a:lvl7pPr>
            <a:lvl8pPr algn="l">
              <a:defRPr sz="900" b="1">
                <a:solidFill>
                  <a:srgbClr val="307FE2"/>
                </a:solidFill>
                <a:latin typeface="Courier New"/>
                <a:ea typeface="Courier New"/>
                <a:cs typeface="Courier New"/>
              </a:defRPr>
            </a:lvl8pPr>
            <a:lvl9pPr algn="l">
              <a:defRPr sz="900" b="1">
                <a:solidFill>
                  <a:srgbClr val="307FE2"/>
                </a:solidFill>
                <a:latin typeface="Courier New"/>
                <a:ea typeface="Courier New"/>
                <a:cs typeface="Courier New"/>
              </a:defRPr>
            </a:lvl9pPr>
          </a:lstStyle>
          <a:p xmlns:a="http://schemas.openxmlformats.org/drawingml/2006/main">
            <a:pPr algn="l">
              <a:defRPr sz="900" b="1">
                <a:solidFill>
                  <a:srgbClr val="307FE2"/>
                </a:solidFill>
                <a:latin typeface="Courier New"/>
                <a:ea typeface="Courier New"/>
                <a:cs typeface="Courier New"/>
              </a:defRPr>
            </a:pPr>
            <a:r>
              <a:rPr sz="900" b="1">
                <a:solidFill>
                  <a:srgbClr val="307FE2"/>
                </a:solidFill>
                <a:latin typeface="Courier New"/>
                <a:ea typeface="Courier New"/>
                <a:cs typeface="Courier New"/>
              </a:rPr>
              <a:t>PLAN</a:t>
            </a:r>
          </a:p>
        </p:txBody>
      </p:sp>
      <p:sp>
        <p:nvSpPr>
          <p:cNvPr id="49" name="">
            <a:extLst xmlns:a="http://schemas.openxmlformats.org/drawingml/2006/main">
              <a:ext uri="{FF2B5EF4-FFF2-40B4-BE49-F238E27FC236}">
                <a16:creationId xmlns:a16="http://schemas.microsoft.com/office/drawing/2014/main" id="{D1D4A9A8-1C54-46F5-965A-8338EA374973}"/>
              </a:ext>
            </a:extLst>
          </p:cNvPr>
          <p:cNvSpPr>
            <a:spLocks xmlns:a="http://schemas.openxmlformats.org/drawingml/2006/main" noGrp="1"/>
          </p:cNvSpPr>
          <p:nvPr/>
        </p:nvSpPr>
        <p:spPr>
          <a:xfrm xmlns:a="http://schemas.openxmlformats.org/drawingml/2006/main">
            <a:off x="2571750" y="2143125"/>
            <a:ext cx="847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0F172A"/>
                </a:solidFill>
                <a:latin typeface="Montserrat"/>
                <a:ea typeface="Montserrat"/>
                <a:cs typeface="Montserrat"/>
              </a:defRPr>
            </a:defPPr>
            <a:lvl1pPr algn="l">
              <a:defRPr sz="1275" b="1">
                <a:solidFill>
                  <a:srgbClr val="0F172A"/>
                </a:solidFill>
                <a:latin typeface="Montserrat"/>
                <a:ea typeface="Montserrat"/>
                <a:cs typeface="Montserrat"/>
              </a:defRPr>
            </a:lvl1pPr>
            <a:lvl2pPr algn="l">
              <a:defRPr sz="1275" b="1">
                <a:solidFill>
                  <a:srgbClr val="0F172A"/>
                </a:solidFill>
                <a:latin typeface="Montserrat"/>
                <a:ea typeface="Montserrat"/>
                <a:cs typeface="Montserrat"/>
              </a:defRPr>
            </a:lvl2pPr>
            <a:lvl3pPr algn="l">
              <a:defRPr sz="1275" b="1">
                <a:solidFill>
                  <a:srgbClr val="0F172A"/>
                </a:solidFill>
                <a:latin typeface="Montserrat"/>
                <a:ea typeface="Montserrat"/>
                <a:cs typeface="Montserrat"/>
              </a:defRPr>
            </a:lvl3pPr>
            <a:lvl4pPr algn="l">
              <a:defRPr sz="1275" b="1">
                <a:solidFill>
                  <a:srgbClr val="0F172A"/>
                </a:solidFill>
                <a:latin typeface="Montserrat"/>
                <a:ea typeface="Montserrat"/>
                <a:cs typeface="Montserrat"/>
              </a:defRPr>
            </a:lvl4pPr>
            <a:lvl5pPr algn="l">
              <a:defRPr sz="1275" b="1">
                <a:solidFill>
                  <a:srgbClr val="0F172A"/>
                </a:solidFill>
                <a:latin typeface="Montserrat"/>
                <a:ea typeface="Montserrat"/>
                <a:cs typeface="Montserrat"/>
              </a:defRPr>
            </a:lvl5pPr>
            <a:lvl6pPr algn="l">
              <a:defRPr sz="1275" b="1">
                <a:solidFill>
                  <a:srgbClr val="0F172A"/>
                </a:solidFill>
                <a:latin typeface="Montserrat"/>
                <a:ea typeface="Montserrat"/>
                <a:cs typeface="Montserrat"/>
              </a:defRPr>
            </a:lvl6pPr>
            <a:lvl7pPr algn="l">
              <a:defRPr sz="1275" b="1">
                <a:solidFill>
                  <a:srgbClr val="0F172A"/>
                </a:solidFill>
                <a:latin typeface="Montserrat"/>
                <a:ea typeface="Montserrat"/>
                <a:cs typeface="Montserrat"/>
              </a:defRPr>
            </a:lvl7pPr>
            <a:lvl8pPr algn="l">
              <a:defRPr sz="1275" b="1">
                <a:solidFill>
                  <a:srgbClr val="0F172A"/>
                </a:solidFill>
                <a:latin typeface="Montserrat"/>
                <a:ea typeface="Montserrat"/>
                <a:cs typeface="Montserrat"/>
              </a:defRPr>
            </a:lvl8pPr>
            <a:lvl9pPr algn="l">
              <a:defRPr sz="1275" b="1">
                <a:solidFill>
                  <a:srgbClr val="0F172A"/>
                </a:solidFill>
                <a:latin typeface="Montserrat"/>
                <a:ea typeface="Montserrat"/>
                <a:cs typeface="Montserrat"/>
              </a:defRPr>
            </a:lvl9pPr>
          </a:lstStyle>
          <a:p xmlns:a="http://schemas.openxmlformats.org/drawingml/2006/main">
            <a:pPr algn="l">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Who is it for, what should happen, and what is the finish line?</a:t>
            </a:r>
          </a:p>
        </p:txBody>
      </p:sp>
      <p:sp>
        <p:nvSpPr>
          <p:cNvPr id="50" name="">
            <a:extLst xmlns:a="http://schemas.openxmlformats.org/drawingml/2006/main">
              <a:ext uri="{FF2B5EF4-FFF2-40B4-BE49-F238E27FC236}">
                <a16:creationId xmlns:a16="http://schemas.microsoft.com/office/drawing/2014/main" id="{96506CAB-C767-48A0-93A9-1B225C71FF51}"/>
              </a:ext>
            </a:extLst>
          </p:cNvPr>
          <p:cNvSpPr>
            <a:spLocks xmlns:a="http://schemas.openxmlformats.org/drawingml/2006/main" noGrp="1"/>
          </p:cNvSpPr>
          <p:nvPr/>
        </p:nvSpPr>
        <p:spPr>
          <a:xfrm xmlns:a="http://schemas.openxmlformats.org/drawingml/2006/main">
            <a:off x="742950" y="2514600"/>
            <a:ext cx="1030605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51" name="">
            <a:extLst xmlns:a="http://schemas.openxmlformats.org/drawingml/2006/main">
              <a:ext uri="{FF2B5EF4-FFF2-40B4-BE49-F238E27FC236}">
                <a16:creationId xmlns:a16="http://schemas.microsoft.com/office/drawing/2014/main" id="{2435FBD1-2A4B-45B8-8213-433CF0481000}"/>
              </a:ext>
            </a:extLst>
          </p:cNvPr>
          <p:cNvSpPr>
            <a:spLocks xmlns:a="http://schemas.openxmlformats.org/drawingml/2006/main" noGrp="1"/>
          </p:cNvSpPr>
          <p:nvPr/>
        </p:nvSpPr>
        <p:spPr>
          <a:xfrm xmlns:a="http://schemas.openxmlformats.org/drawingml/2006/main">
            <a:off x="742950" y="2667000"/>
            <a:ext cx="1676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307FE2"/>
                </a:solidFill>
                <a:latin typeface="Courier New"/>
                <a:ea typeface="Courier New"/>
                <a:cs typeface="Courier New"/>
              </a:defRPr>
            </a:defPPr>
            <a:lvl1pPr algn="l">
              <a:defRPr sz="900" b="1">
                <a:solidFill>
                  <a:srgbClr val="307FE2"/>
                </a:solidFill>
                <a:latin typeface="Courier New"/>
                <a:ea typeface="Courier New"/>
                <a:cs typeface="Courier New"/>
              </a:defRPr>
            </a:lvl1pPr>
            <a:lvl2pPr algn="l">
              <a:defRPr sz="900" b="1">
                <a:solidFill>
                  <a:srgbClr val="307FE2"/>
                </a:solidFill>
                <a:latin typeface="Courier New"/>
                <a:ea typeface="Courier New"/>
                <a:cs typeface="Courier New"/>
              </a:defRPr>
            </a:lvl2pPr>
            <a:lvl3pPr algn="l">
              <a:defRPr sz="900" b="1">
                <a:solidFill>
                  <a:srgbClr val="307FE2"/>
                </a:solidFill>
                <a:latin typeface="Courier New"/>
                <a:ea typeface="Courier New"/>
                <a:cs typeface="Courier New"/>
              </a:defRPr>
            </a:lvl3pPr>
            <a:lvl4pPr algn="l">
              <a:defRPr sz="900" b="1">
                <a:solidFill>
                  <a:srgbClr val="307FE2"/>
                </a:solidFill>
                <a:latin typeface="Courier New"/>
                <a:ea typeface="Courier New"/>
                <a:cs typeface="Courier New"/>
              </a:defRPr>
            </a:lvl4pPr>
            <a:lvl5pPr algn="l">
              <a:defRPr sz="900" b="1">
                <a:solidFill>
                  <a:srgbClr val="307FE2"/>
                </a:solidFill>
                <a:latin typeface="Courier New"/>
                <a:ea typeface="Courier New"/>
                <a:cs typeface="Courier New"/>
              </a:defRPr>
            </a:lvl5pPr>
            <a:lvl6pPr algn="l">
              <a:defRPr sz="900" b="1">
                <a:solidFill>
                  <a:srgbClr val="307FE2"/>
                </a:solidFill>
                <a:latin typeface="Courier New"/>
                <a:ea typeface="Courier New"/>
                <a:cs typeface="Courier New"/>
              </a:defRPr>
            </a:lvl6pPr>
            <a:lvl7pPr algn="l">
              <a:defRPr sz="900" b="1">
                <a:solidFill>
                  <a:srgbClr val="307FE2"/>
                </a:solidFill>
                <a:latin typeface="Courier New"/>
                <a:ea typeface="Courier New"/>
                <a:cs typeface="Courier New"/>
              </a:defRPr>
            </a:lvl7pPr>
            <a:lvl8pPr algn="l">
              <a:defRPr sz="900" b="1">
                <a:solidFill>
                  <a:srgbClr val="307FE2"/>
                </a:solidFill>
                <a:latin typeface="Courier New"/>
                <a:ea typeface="Courier New"/>
                <a:cs typeface="Courier New"/>
              </a:defRPr>
            </a:lvl8pPr>
            <a:lvl9pPr algn="l">
              <a:defRPr sz="900" b="1">
                <a:solidFill>
                  <a:srgbClr val="307FE2"/>
                </a:solidFill>
                <a:latin typeface="Courier New"/>
                <a:ea typeface="Courier New"/>
                <a:cs typeface="Courier New"/>
              </a:defRPr>
            </a:lvl9pPr>
          </a:lstStyle>
          <a:p xmlns:a="http://schemas.openxmlformats.org/drawingml/2006/main">
            <a:pPr algn="l">
              <a:defRPr sz="900" b="1">
                <a:solidFill>
                  <a:srgbClr val="307FE2"/>
                </a:solidFill>
                <a:latin typeface="Courier New"/>
                <a:ea typeface="Courier New"/>
                <a:cs typeface="Courier New"/>
              </a:defRPr>
            </a:pPr>
            <a:r>
              <a:rPr sz="900" b="1">
                <a:solidFill>
                  <a:srgbClr val="307FE2"/>
                </a:solidFill>
                <a:latin typeface="Courier New"/>
                <a:ea typeface="Courier New"/>
                <a:cs typeface="Courier New"/>
              </a:rPr>
              <a:t>DESIGN</a:t>
            </a:r>
          </a:p>
        </p:txBody>
      </p:sp>
      <p:sp>
        <p:nvSpPr>
          <p:cNvPr id="52" name="">
            <a:extLst xmlns:a="http://schemas.openxmlformats.org/drawingml/2006/main">
              <a:ext uri="{FF2B5EF4-FFF2-40B4-BE49-F238E27FC236}">
                <a16:creationId xmlns:a16="http://schemas.microsoft.com/office/drawing/2014/main" id="{3AC5D515-E363-4191-AA39-5244979BB57F}"/>
              </a:ext>
            </a:extLst>
          </p:cNvPr>
          <p:cNvSpPr>
            <a:spLocks xmlns:a="http://schemas.openxmlformats.org/drawingml/2006/main" noGrp="1"/>
          </p:cNvSpPr>
          <p:nvPr/>
        </p:nvSpPr>
        <p:spPr>
          <a:xfrm xmlns:a="http://schemas.openxmlformats.org/drawingml/2006/main">
            <a:off x="2571750" y="2638425"/>
            <a:ext cx="847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0F172A"/>
                </a:solidFill>
                <a:latin typeface="Montserrat"/>
                <a:ea typeface="Montserrat"/>
                <a:cs typeface="Montserrat"/>
              </a:defRPr>
            </a:defPPr>
            <a:lvl1pPr algn="l">
              <a:defRPr sz="1275" b="1">
                <a:solidFill>
                  <a:srgbClr val="0F172A"/>
                </a:solidFill>
                <a:latin typeface="Montserrat"/>
                <a:ea typeface="Montserrat"/>
                <a:cs typeface="Montserrat"/>
              </a:defRPr>
            </a:lvl1pPr>
            <a:lvl2pPr algn="l">
              <a:defRPr sz="1275" b="1">
                <a:solidFill>
                  <a:srgbClr val="0F172A"/>
                </a:solidFill>
                <a:latin typeface="Montserrat"/>
                <a:ea typeface="Montserrat"/>
                <a:cs typeface="Montserrat"/>
              </a:defRPr>
            </a:lvl2pPr>
            <a:lvl3pPr algn="l">
              <a:defRPr sz="1275" b="1">
                <a:solidFill>
                  <a:srgbClr val="0F172A"/>
                </a:solidFill>
                <a:latin typeface="Montserrat"/>
                <a:ea typeface="Montserrat"/>
                <a:cs typeface="Montserrat"/>
              </a:defRPr>
            </a:lvl3pPr>
            <a:lvl4pPr algn="l">
              <a:defRPr sz="1275" b="1">
                <a:solidFill>
                  <a:srgbClr val="0F172A"/>
                </a:solidFill>
                <a:latin typeface="Montserrat"/>
                <a:ea typeface="Montserrat"/>
                <a:cs typeface="Montserrat"/>
              </a:defRPr>
            </a:lvl4pPr>
            <a:lvl5pPr algn="l">
              <a:defRPr sz="1275" b="1">
                <a:solidFill>
                  <a:srgbClr val="0F172A"/>
                </a:solidFill>
                <a:latin typeface="Montserrat"/>
                <a:ea typeface="Montserrat"/>
                <a:cs typeface="Montserrat"/>
              </a:defRPr>
            </a:lvl5pPr>
            <a:lvl6pPr algn="l">
              <a:defRPr sz="1275" b="1">
                <a:solidFill>
                  <a:srgbClr val="0F172A"/>
                </a:solidFill>
                <a:latin typeface="Montserrat"/>
                <a:ea typeface="Montserrat"/>
                <a:cs typeface="Montserrat"/>
              </a:defRPr>
            </a:lvl6pPr>
            <a:lvl7pPr algn="l">
              <a:defRPr sz="1275" b="1">
                <a:solidFill>
                  <a:srgbClr val="0F172A"/>
                </a:solidFill>
                <a:latin typeface="Montserrat"/>
                <a:ea typeface="Montserrat"/>
                <a:cs typeface="Montserrat"/>
              </a:defRPr>
            </a:lvl7pPr>
            <a:lvl8pPr algn="l">
              <a:defRPr sz="1275" b="1">
                <a:solidFill>
                  <a:srgbClr val="0F172A"/>
                </a:solidFill>
                <a:latin typeface="Montserrat"/>
                <a:ea typeface="Montserrat"/>
                <a:cs typeface="Montserrat"/>
              </a:defRPr>
            </a:lvl8pPr>
            <a:lvl9pPr algn="l">
              <a:defRPr sz="1275" b="1">
                <a:solidFill>
                  <a:srgbClr val="0F172A"/>
                </a:solidFill>
                <a:latin typeface="Montserrat"/>
                <a:ea typeface="Montserrat"/>
                <a:cs typeface="Montserrat"/>
              </a:defRPr>
            </a:lvl9pPr>
          </a:lstStyle>
          <a:p xmlns:a="http://schemas.openxmlformats.org/drawingml/2006/main">
            <a:pPr algn="l">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What experience and boundaries must stay true?</a:t>
            </a:r>
          </a:p>
        </p:txBody>
      </p:sp>
      <p:sp>
        <p:nvSpPr>
          <p:cNvPr id="53" name="">
            <a:extLst xmlns:a="http://schemas.openxmlformats.org/drawingml/2006/main">
              <a:ext uri="{FF2B5EF4-FFF2-40B4-BE49-F238E27FC236}">
                <a16:creationId xmlns:a16="http://schemas.microsoft.com/office/drawing/2014/main" id="{D9651B4E-7677-4665-88A7-087CB19F1DBF}"/>
              </a:ext>
            </a:extLst>
          </p:cNvPr>
          <p:cNvSpPr>
            <a:spLocks xmlns:a="http://schemas.openxmlformats.org/drawingml/2006/main" noGrp="1"/>
          </p:cNvSpPr>
          <p:nvPr/>
        </p:nvSpPr>
        <p:spPr>
          <a:xfrm xmlns:a="http://schemas.openxmlformats.org/drawingml/2006/main">
            <a:off x="742950" y="3009900"/>
            <a:ext cx="1030605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54" name="">
            <a:extLst xmlns:a="http://schemas.openxmlformats.org/drawingml/2006/main">
              <a:ext uri="{FF2B5EF4-FFF2-40B4-BE49-F238E27FC236}">
                <a16:creationId xmlns:a16="http://schemas.microsoft.com/office/drawing/2014/main" id="{75A41FB1-18AA-4663-BED5-86894FF0BFA1}"/>
              </a:ext>
            </a:extLst>
          </p:cNvPr>
          <p:cNvSpPr>
            <a:spLocks xmlns:a="http://schemas.openxmlformats.org/drawingml/2006/main" noGrp="1"/>
          </p:cNvSpPr>
          <p:nvPr/>
        </p:nvSpPr>
        <p:spPr>
          <a:xfrm xmlns:a="http://schemas.openxmlformats.org/drawingml/2006/main">
            <a:off x="742950" y="3162300"/>
            <a:ext cx="1676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307FE2"/>
                </a:solidFill>
                <a:latin typeface="Courier New"/>
                <a:ea typeface="Courier New"/>
                <a:cs typeface="Courier New"/>
              </a:defRPr>
            </a:defPPr>
            <a:lvl1pPr algn="l">
              <a:defRPr sz="900" b="1">
                <a:solidFill>
                  <a:srgbClr val="307FE2"/>
                </a:solidFill>
                <a:latin typeface="Courier New"/>
                <a:ea typeface="Courier New"/>
                <a:cs typeface="Courier New"/>
              </a:defRPr>
            </a:lvl1pPr>
            <a:lvl2pPr algn="l">
              <a:defRPr sz="900" b="1">
                <a:solidFill>
                  <a:srgbClr val="307FE2"/>
                </a:solidFill>
                <a:latin typeface="Courier New"/>
                <a:ea typeface="Courier New"/>
                <a:cs typeface="Courier New"/>
              </a:defRPr>
            </a:lvl2pPr>
            <a:lvl3pPr algn="l">
              <a:defRPr sz="900" b="1">
                <a:solidFill>
                  <a:srgbClr val="307FE2"/>
                </a:solidFill>
                <a:latin typeface="Courier New"/>
                <a:ea typeface="Courier New"/>
                <a:cs typeface="Courier New"/>
              </a:defRPr>
            </a:lvl3pPr>
            <a:lvl4pPr algn="l">
              <a:defRPr sz="900" b="1">
                <a:solidFill>
                  <a:srgbClr val="307FE2"/>
                </a:solidFill>
                <a:latin typeface="Courier New"/>
                <a:ea typeface="Courier New"/>
                <a:cs typeface="Courier New"/>
              </a:defRPr>
            </a:lvl4pPr>
            <a:lvl5pPr algn="l">
              <a:defRPr sz="900" b="1">
                <a:solidFill>
                  <a:srgbClr val="307FE2"/>
                </a:solidFill>
                <a:latin typeface="Courier New"/>
                <a:ea typeface="Courier New"/>
                <a:cs typeface="Courier New"/>
              </a:defRPr>
            </a:lvl5pPr>
            <a:lvl6pPr algn="l">
              <a:defRPr sz="900" b="1">
                <a:solidFill>
                  <a:srgbClr val="307FE2"/>
                </a:solidFill>
                <a:latin typeface="Courier New"/>
                <a:ea typeface="Courier New"/>
                <a:cs typeface="Courier New"/>
              </a:defRPr>
            </a:lvl6pPr>
            <a:lvl7pPr algn="l">
              <a:defRPr sz="900" b="1">
                <a:solidFill>
                  <a:srgbClr val="307FE2"/>
                </a:solidFill>
                <a:latin typeface="Courier New"/>
                <a:ea typeface="Courier New"/>
                <a:cs typeface="Courier New"/>
              </a:defRPr>
            </a:lvl7pPr>
            <a:lvl8pPr algn="l">
              <a:defRPr sz="900" b="1">
                <a:solidFill>
                  <a:srgbClr val="307FE2"/>
                </a:solidFill>
                <a:latin typeface="Courier New"/>
                <a:ea typeface="Courier New"/>
                <a:cs typeface="Courier New"/>
              </a:defRPr>
            </a:lvl8pPr>
            <a:lvl9pPr algn="l">
              <a:defRPr sz="900" b="1">
                <a:solidFill>
                  <a:srgbClr val="307FE2"/>
                </a:solidFill>
                <a:latin typeface="Courier New"/>
                <a:ea typeface="Courier New"/>
                <a:cs typeface="Courier New"/>
              </a:defRPr>
            </a:lvl9pPr>
          </a:lstStyle>
          <a:p xmlns:a="http://schemas.openxmlformats.org/drawingml/2006/main">
            <a:pPr algn="l">
              <a:defRPr sz="900" b="1">
                <a:solidFill>
                  <a:srgbClr val="307FE2"/>
                </a:solidFill>
                <a:latin typeface="Courier New"/>
                <a:ea typeface="Courier New"/>
                <a:cs typeface="Courier New"/>
              </a:defRPr>
            </a:pPr>
            <a:r>
              <a:rPr sz="900" b="1">
                <a:solidFill>
                  <a:srgbClr val="307FE2"/>
                </a:solidFill>
                <a:latin typeface="Courier New"/>
                <a:ea typeface="Courier New"/>
                <a:cs typeface="Courier New"/>
              </a:rPr>
              <a:t>BUILD</a:t>
            </a:r>
          </a:p>
        </p:txBody>
      </p:sp>
      <p:sp>
        <p:nvSpPr>
          <p:cNvPr id="55" name="">
            <a:extLst xmlns:a="http://schemas.openxmlformats.org/drawingml/2006/main">
              <a:ext uri="{FF2B5EF4-FFF2-40B4-BE49-F238E27FC236}">
                <a16:creationId xmlns:a16="http://schemas.microsoft.com/office/drawing/2014/main" id="{05B0D6C9-C6A2-4973-8209-EE560FB7EC6A}"/>
              </a:ext>
            </a:extLst>
          </p:cNvPr>
          <p:cNvSpPr>
            <a:spLocks xmlns:a="http://schemas.openxmlformats.org/drawingml/2006/main" noGrp="1"/>
          </p:cNvSpPr>
          <p:nvPr/>
        </p:nvSpPr>
        <p:spPr>
          <a:xfrm xmlns:a="http://schemas.openxmlformats.org/drawingml/2006/main">
            <a:off x="2571750" y="3133725"/>
            <a:ext cx="847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0F172A"/>
                </a:solidFill>
                <a:latin typeface="Montserrat"/>
                <a:ea typeface="Montserrat"/>
                <a:cs typeface="Montserrat"/>
              </a:defRPr>
            </a:defPPr>
            <a:lvl1pPr algn="l">
              <a:defRPr sz="1275" b="1">
                <a:solidFill>
                  <a:srgbClr val="0F172A"/>
                </a:solidFill>
                <a:latin typeface="Montserrat"/>
                <a:ea typeface="Montserrat"/>
                <a:cs typeface="Montserrat"/>
              </a:defRPr>
            </a:lvl1pPr>
            <a:lvl2pPr algn="l">
              <a:defRPr sz="1275" b="1">
                <a:solidFill>
                  <a:srgbClr val="0F172A"/>
                </a:solidFill>
                <a:latin typeface="Montserrat"/>
                <a:ea typeface="Montserrat"/>
                <a:cs typeface="Montserrat"/>
              </a:defRPr>
            </a:lvl2pPr>
            <a:lvl3pPr algn="l">
              <a:defRPr sz="1275" b="1">
                <a:solidFill>
                  <a:srgbClr val="0F172A"/>
                </a:solidFill>
                <a:latin typeface="Montserrat"/>
                <a:ea typeface="Montserrat"/>
                <a:cs typeface="Montserrat"/>
              </a:defRPr>
            </a:lvl3pPr>
            <a:lvl4pPr algn="l">
              <a:defRPr sz="1275" b="1">
                <a:solidFill>
                  <a:srgbClr val="0F172A"/>
                </a:solidFill>
                <a:latin typeface="Montserrat"/>
                <a:ea typeface="Montserrat"/>
                <a:cs typeface="Montserrat"/>
              </a:defRPr>
            </a:lvl4pPr>
            <a:lvl5pPr algn="l">
              <a:defRPr sz="1275" b="1">
                <a:solidFill>
                  <a:srgbClr val="0F172A"/>
                </a:solidFill>
                <a:latin typeface="Montserrat"/>
                <a:ea typeface="Montserrat"/>
                <a:cs typeface="Montserrat"/>
              </a:defRPr>
            </a:lvl5pPr>
            <a:lvl6pPr algn="l">
              <a:defRPr sz="1275" b="1">
                <a:solidFill>
                  <a:srgbClr val="0F172A"/>
                </a:solidFill>
                <a:latin typeface="Montserrat"/>
                <a:ea typeface="Montserrat"/>
                <a:cs typeface="Montserrat"/>
              </a:defRPr>
            </a:lvl6pPr>
            <a:lvl7pPr algn="l">
              <a:defRPr sz="1275" b="1">
                <a:solidFill>
                  <a:srgbClr val="0F172A"/>
                </a:solidFill>
                <a:latin typeface="Montserrat"/>
                <a:ea typeface="Montserrat"/>
                <a:cs typeface="Montserrat"/>
              </a:defRPr>
            </a:lvl7pPr>
            <a:lvl8pPr algn="l">
              <a:defRPr sz="1275" b="1">
                <a:solidFill>
                  <a:srgbClr val="0F172A"/>
                </a:solidFill>
                <a:latin typeface="Montserrat"/>
                <a:ea typeface="Montserrat"/>
                <a:cs typeface="Montserrat"/>
              </a:defRPr>
            </a:lvl8pPr>
            <a:lvl9pPr algn="l">
              <a:defRPr sz="1275" b="1">
                <a:solidFill>
                  <a:srgbClr val="0F172A"/>
                </a:solidFill>
                <a:latin typeface="Montserrat"/>
                <a:ea typeface="Montserrat"/>
                <a:cs typeface="Montserrat"/>
              </a:defRPr>
            </a:lvl9pPr>
          </a:lstStyle>
          <a:p xmlns:a="http://schemas.openxmlformats.org/drawingml/2006/main">
            <a:pPr algn="l">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Which safe copy will change, and what is the smallest increment?</a:t>
            </a:r>
          </a:p>
        </p:txBody>
      </p:sp>
      <p:sp>
        <p:nvSpPr>
          <p:cNvPr id="56" name="">
            <a:extLst xmlns:a="http://schemas.openxmlformats.org/drawingml/2006/main">
              <a:ext uri="{FF2B5EF4-FFF2-40B4-BE49-F238E27FC236}">
                <a16:creationId xmlns:a16="http://schemas.microsoft.com/office/drawing/2014/main" id="{162B2C1F-201C-405D-9943-6C4D746B6E0A}"/>
              </a:ext>
            </a:extLst>
          </p:cNvPr>
          <p:cNvSpPr>
            <a:spLocks xmlns:a="http://schemas.openxmlformats.org/drawingml/2006/main" noGrp="1"/>
          </p:cNvSpPr>
          <p:nvPr/>
        </p:nvSpPr>
        <p:spPr>
          <a:xfrm xmlns:a="http://schemas.openxmlformats.org/drawingml/2006/main">
            <a:off x="742950" y="3505200"/>
            <a:ext cx="1030605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57" name="">
            <a:extLst xmlns:a="http://schemas.openxmlformats.org/drawingml/2006/main">
              <a:ext uri="{FF2B5EF4-FFF2-40B4-BE49-F238E27FC236}">
                <a16:creationId xmlns:a16="http://schemas.microsoft.com/office/drawing/2014/main" id="{82777798-4FB3-4B94-86CC-2F7DEA0E4684}"/>
              </a:ext>
            </a:extLst>
          </p:cNvPr>
          <p:cNvSpPr>
            <a:spLocks xmlns:a="http://schemas.openxmlformats.org/drawingml/2006/main" noGrp="1"/>
          </p:cNvSpPr>
          <p:nvPr/>
        </p:nvSpPr>
        <p:spPr>
          <a:xfrm xmlns:a="http://schemas.openxmlformats.org/drawingml/2006/main">
            <a:off x="742950" y="3657600"/>
            <a:ext cx="1676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TEST</a:t>
            </a:r>
          </a:p>
        </p:txBody>
      </p:sp>
      <p:sp>
        <p:nvSpPr>
          <p:cNvPr id="58" name="">
            <a:extLst xmlns:a="http://schemas.openxmlformats.org/drawingml/2006/main">
              <a:ext uri="{FF2B5EF4-FFF2-40B4-BE49-F238E27FC236}">
                <a16:creationId xmlns:a16="http://schemas.microsoft.com/office/drawing/2014/main" id="{8A4644EC-7F04-42D7-BA12-8EAA29DC249E}"/>
              </a:ext>
            </a:extLst>
          </p:cNvPr>
          <p:cNvSpPr>
            <a:spLocks xmlns:a="http://schemas.openxmlformats.org/drawingml/2006/main" noGrp="1"/>
          </p:cNvSpPr>
          <p:nvPr/>
        </p:nvSpPr>
        <p:spPr>
          <a:xfrm xmlns:a="http://schemas.openxmlformats.org/drawingml/2006/main">
            <a:off x="2571750" y="3629025"/>
            <a:ext cx="847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0F172A"/>
                </a:solidFill>
                <a:latin typeface="Montserrat"/>
                <a:ea typeface="Montserrat"/>
                <a:cs typeface="Montserrat"/>
              </a:defRPr>
            </a:defPPr>
            <a:lvl1pPr algn="l">
              <a:defRPr sz="1275" b="1">
                <a:solidFill>
                  <a:srgbClr val="0F172A"/>
                </a:solidFill>
                <a:latin typeface="Montserrat"/>
                <a:ea typeface="Montserrat"/>
                <a:cs typeface="Montserrat"/>
              </a:defRPr>
            </a:lvl1pPr>
            <a:lvl2pPr algn="l">
              <a:defRPr sz="1275" b="1">
                <a:solidFill>
                  <a:srgbClr val="0F172A"/>
                </a:solidFill>
                <a:latin typeface="Montserrat"/>
                <a:ea typeface="Montserrat"/>
                <a:cs typeface="Montserrat"/>
              </a:defRPr>
            </a:lvl2pPr>
            <a:lvl3pPr algn="l">
              <a:defRPr sz="1275" b="1">
                <a:solidFill>
                  <a:srgbClr val="0F172A"/>
                </a:solidFill>
                <a:latin typeface="Montserrat"/>
                <a:ea typeface="Montserrat"/>
                <a:cs typeface="Montserrat"/>
              </a:defRPr>
            </a:lvl3pPr>
            <a:lvl4pPr algn="l">
              <a:defRPr sz="1275" b="1">
                <a:solidFill>
                  <a:srgbClr val="0F172A"/>
                </a:solidFill>
                <a:latin typeface="Montserrat"/>
                <a:ea typeface="Montserrat"/>
                <a:cs typeface="Montserrat"/>
              </a:defRPr>
            </a:lvl4pPr>
            <a:lvl5pPr algn="l">
              <a:defRPr sz="1275" b="1">
                <a:solidFill>
                  <a:srgbClr val="0F172A"/>
                </a:solidFill>
                <a:latin typeface="Montserrat"/>
                <a:ea typeface="Montserrat"/>
                <a:cs typeface="Montserrat"/>
              </a:defRPr>
            </a:lvl5pPr>
            <a:lvl6pPr algn="l">
              <a:defRPr sz="1275" b="1">
                <a:solidFill>
                  <a:srgbClr val="0F172A"/>
                </a:solidFill>
                <a:latin typeface="Montserrat"/>
                <a:ea typeface="Montserrat"/>
                <a:cs typeface="Montserrat"/>
              </a:defRPr>
            </a:lvl6pPr>
            <a:lvl7pPr algn="l">
              <a:defRPr sz="1275" b="1">
                <a:solidFill>
                  <a:srgbClr val="0F172A"/>
                </a:solidFill>
                <a:latin typeface="Montserrat"/>
                <a:ea typeface="Montserrat"/>
                <a:cs typeface="Montserrat"/>
              </a:defRPr>
            </a:lvl7pPr>
            <a:lvl8pPr algn="l">
              <a:defRPr sz="1275" b="1">
                <a:solidFill>
                  <a:srgbClr val="0F172A"/>
                </a:solidFill>
                <a:latin typeface="Montserrat"/>
                <a:ea typeface="Montserrat"/>
                <a:cs typeface="Montserrat"/>
              </a:defRPr>
            </a:lvl8pPr>
            <a:lvl9pPr algn="l">
              <a:defRPr sz="1275" b="1">
                <a:solidFill>
                  <a:srgbClr val="0F172A"/>
                </a:solidFill>
                <a:latin typeface="Montserrat"/>
                <a:ea typeface="Montserrat"/>
                <a:cs typeface="Montserrat"/>
              </a:defRPr>
            </a:lvl9pPr>
          </a:lstStyle>
          <a:p xmlns:a="http://schemas.openxmlformats.org/drawingml/2006/main">
            <a:pPr algn="l">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What exact action will you try, and who else will use it?</a:t>
            </a:r>
          </a:p>
        </p:txBody>
      </p:sp>
      <p:sp>
        <p:nvSpPr>
          <p:cNvPr id="59" name="">
            <a:extLst xmlns:a="http://schemas.openxmlformats.org/drawingml/2006/main">
              <a:ext uri="{FF2B5EF4-FFF2-40B4-BE49-F238E27FC236}">
                <a16:creationId xmlns:a16="http://schemas.microsoft.com/office/drawing/2014/main" id="{7E37C6B7-2414-45C0-A518-DCA419970457}"/>
              </a:ext>
            </a:extLst>
          </p:cNvPr>
          <p:cNvSpPr>
            <a:spLocks xmlns:a="http://schemas.openxmlformats.org/drawingml/2006/main" noGrp="1"/>
          </p:cNvSpPr>
          <p:nvPr/>
        </p:nvSpPr>
        <p:spPr>
          <a:xfrm xmlns:a="http://schemas.openxmlformats.org/drawingml/2006/main">
            <a:off x="742950" y="4000500"/>
            <a:ext cx="1030605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60" name="">
            <a:extLst xmlns:a="http://schemas.openxmlformats.org/drawingml/2006/main">
              <a:ext uri="{FF2B5EF4-FFF2-40B4-BE49-F238E27FC236}">
                <a16:creationId xmlns:a16="http://schemas.microsoft.com/office/drawing/2014/main" id="{0A9A9B6C-2683-4E77-B5C0-FFEDA21A75B4}"/>
              </a:ext>
            </a:extLst>
          </p:cNvPr>
          <p:cNvSpPr>
            <a:spLocks xmlns:a="http://schemas.openxmlformats.org/drawingml/2006/main" noGrp="1"/>
          </p:cNvSpPr>
          <p:nvPr/>
        </p:nvSpPr>
        <p:spPr>
          <a:xfrm xmlns:a="http://schemas.openxmlformats.org/drawingml/2006/main">
            <a:off x="742950" y="4152900"/>
            <a:ext cx="1676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307FE2"/>
                </a:solidFill>
                <a:latin typeface="Courier New"/>
                <a:ea typeface="Courier New"/>
                <a:cs typeface="Courier New"/>
              </a:defRPr>
            </a:defPPr>
            <a:lvl1pPr algn="l">
              <a:defRPr sz="900" b="1">
                <a:solidFill>
                  <a:srgbClr val="307FE2"/>
                </a:solidFill>
                <a:latin typeface="Courier New"/>
                <a:ea typeface="Courier New"/>
                <a:cs typeface="Courier New"/>
              </a:defRPr>
            </a:lvl1pPr>
            <a:lvl2pPr algn="l">
              <a:defRPr sz="900" b="1">
                <a:solidFill>
                  <a:srgbClr val="307FE2"/>
                </a:solidFill>
                <a:latin typeface="Courier New"/>
                <a:ea typeface="Courier New"/>
                <a:cs typeface="Courier New"/>
              </a:defRPr>
            </a:lvl2pPr>
            <a:lvl3pPr algn="l">
              <a:defRPr sz="900" b="1">
                <a:solidFill>
                  <a:srgbClr val="307FE2"/>
                </a:solidFill>
                <a:latin typeface="Courier New"/>
                <a:ea typeface="Courier New"/>
                <a:cs typeface="Courier New"/>
              </a:defRPr>
            </a:lvl3pPr>
            <a:lvl4pPr algn="l">
              <a:defRPr sz="900" b="1">
                <a:solidFill>
                  <a:srgbClr val="307FE2"/>
                </a:solidFill>
                <a:latin typeface="Courier New"/>
                <a:ea typeface="Courier New"/>
                <a:cs typeface="Courier New"/>
              </a:defRPr>
            </a:lvl4pPr>
            <a:lvl5pPr algn="l">
              <a:defRPr sz="900" b="1">
                <a:solidFill>
                  <a:srgbClr val="307FE2"/>
                </a:solidFill>
                <a:latin typeface="Courier New"/>
                <a:ea typeface="Courier New"/>
                <a:cs typeface="Courier New"/>
              </a:defRPr>
            </a:lvl5pPr>
            <a:lvl6pPr algn="l">
              <a:defRPr sz="900" b="1">
                <a:solidFill>
                  <a:srgbClr val="307FE2"/>
                </a:solidFill>
                <a:latin typeface="Courier New"/>
                <a:ea typeface="Courier New"/>
                <a:cs typeface="Courier New"/>
              </a:defRPr>
            </a:lvl6pPr>
            <a:lvl7pPr algn="l">
              <a:defRPr sz="900" b="1">
                <a:solidFill>
                  <a:srgbClr val="307FE2"/>
                </a:solidFill>
                <a:latin typeface="Courier New"/>
                <a:ea typeface="Courier New"/>
                <a:cs typeface="Courier New"/>
              </a:defRPr>
            </a:lvl7pPr>
            <a:lvl8pPr algn="l">
              <a:defRPr sz="900" b="1">
                <a:solidFill>
                  <a:srgbClr val="307FE2"/>
                </a:solidFill>
                <a:latin typeface="Courier New"/>
                <a:ea typeface="Courier New"/>
                <a:cs typeface="Courier New"/>
              </a:defRPr>
            </a:lvl8pPr>
            <a:lvl9pPr algn="l">
              <a:defRPr sz="900" b="1">
                <a:solidFill>
                  <a:srgbClr val="307FE2"/>
                </a:solidFill>
                <a:latin typeface="Courier New"/>
                <a:ea typeface="Courier New"/>
                <a:cs typeface="Courier New"/>
              </a:defRPr>
            </a:lvl9pPr>
          </a:lstStyle>
          <a:p xmlns:a="http://schemas.openxmlformats.org/drawingml/2006/main">
            <a:pPr algn="l">
              <a:defRPr sz="900" b="1">
                <a:solidFill>
                  <a:srgbClr val="307FE2"/>
                </a:solidFill>
                <a:latin typeface="Courier New"/>
                <a:ea typeface="Courier New"/>
                <a:cs typeface="Courier New"/>
              </a:defRPr>
            </a:pPr>
            <a:r>
              <a:rPr sz="900" b="1">
                <a:solidFill>
                  <a:srgbClr val="307FE2"/>
                </a:solidFill>
                <a:latin typeface="Courier New"/>
                <a:ea typeface="Courier New"/>
                <a:cs typeface="Courier New"/>
              </a:rPr>
              <a:t>DEPLOY</a:t>
            </a:r>
          </a:p>
        </p:txBody>
      </p:sp>
      <p:sp>
        <p:nvSpPr>
          <p:cNvPr id="61" name="">
            <a:extLst xmlns:a="http://schemas.openxmlformats.org/drawingml/2006/main">
              <a:ext uri="{FF2B5EF4-FFF2-40B4-BE49-F238E27FC236}">
                <a16:creationId xmlns:a16="http://schemas.microsoft.com/office/drawing/2014/main" id="{51B0BCB4-5D13-4C92-BF1E-1D4D78FE5F6F}"/>
              </a:ext>
            </a:extLst>
          </p:cNvPr>
          <p:cNvSpPr>
            <a:spLocks xmlns:a="http://schemas.openxmlformats.org/drawingml/2006/main" noGrp="1"/>
          </p:cNvSpPr>
          <p:nvPr/>
        </p:nvSpPr>
        <p:spPr>
          <a:xfrm xmlns:a="http://schemas.openxmlformats.org/drawingml/2006/main">
            <a:off x="2571750" y="4124325"/>
            <a:ext cx="847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0F172A"/>
                </a:solidFill>
                <a:latin typeface="Montserrat"/>
                <a:ea typeface="Montserrat"/>
                <a:cs typeface="Montserrat"/>
              </a:defRPr>
            </a:defPPr>
            <a:lvl1pPr algn="l">
              <a:defRPr sz="1275" b="1">
                <a:solidFill>
                  <a:srgbClr val="0F172A"/>
                </a:solidFill>
                <a:latin typeface="Montserrat"/>
                <a:ea typeface="Montserrat"/>
                <a:cs typeface="Montserrat"/>
              </a:defRPr>
            </a:lvl1pPr>
            <a:lvl2pPr algn="l">
              <a:defRPr sz="1275" b="1">
                <a:solidFill>
                  <a:srgbClr val="0F172A"/>
                </a:solidFill>
                <a:latin typeface="Montserrat"/>
                <a:ea typeface="Montserrat"/>
                <a:cs typeface="Montserrat"/>
              </a:defRPr>
            </a:lvl2pPr>
            <a:lvl3pPr algn="l">
              <a:defRPr sz="1275" b="1">
                <a:solidFill>
                  <a:srgbClr val="0F172A"/>
                </a:solidFill>
                <a:latin typeface="Montserrat"/>
                <a:ea typeface="Montserrat"/>
                <a:cs typeface="Montserrat"/>
              </a:defRPr>
            </a:lvl3pPr>
            <a:lvl4pPr algn="l">
              <a:defRPr sz="1275" b="1">
                <a:solidFill>
                  <a:srgbClr val="0F172A"/>
                </a:solidFill>
                <a:latin typeface="Montserrat"/>
                <a:ea typeface="Montserrat"/>
                <a:cs typeface="Montserrat"/>
              </a:defRPr>
            </a:lvl4pPr>
            <a:lvl5pPr algn="l">
              <a:defRPr sz="1275" b="1">
                <a:solidFill>
                  <a:srgbClr val="0F172A"/>
                </a:solidFill>
                <a:latin typeface="Montserrat"/>
                <a:ea typeface="Montserrat"/>
                <a:cs typeface="Montserrat"/>
              </a:defRPr>
            </a:lvl5pPr>
            <a:lvl6pPr algn="l">
              <a:defRPr sz="1275" b="1">
                <a:solidFill>
                  <a:srgbClr val="0F172A"/>
                </a:solidFill>
                <a:latin typeface="Montserrat"/>
                <a:ea typeface="Montserrat"/>
                <a:cs typeface="Montserrat"/>
              </a:defRPr>
            </a:lvl6pPr>
            <a:lvl7pPr algn="l">
              <a:defRPr sz="1275" b="1">
                <a:solidFill>
                  <a:srgbClr val="0F172A"/>
                </a:solidFill>
                <a:latin typeface="Montserrat"/>
                <a:ea typeface="Montserrat"/>
                <a:cs typeface="Montserrat"/>
              </a:defRPr>
            </a:lvl7pPr>
            <a:lvl8pPr algn="l">
              <a:defRPr sz="1275" b="1">
                <a:solidFill>
                  <a:srgbClr val="0F172A"/>
                </a:solidFill>
                <a:latin typeface="Montserrat"/>
                <a:ea typeface="Montserrat"/>
                <a:cs typeface="Montserrat"/>
              </a:defRPr>
            </a:lvl8pPr>
            <a:lvl9pPr algn="l">
              <a:defRPr sz="1275" b="1">
                <a:solidFill>
                  <a:srgbClr val="0F172A"/>
                </a:solidFill>
                <a:latin typeface="Montserrat"/>
                <a:ea typeface="Montserrat"/>
                <a:cs typeface="Montserrat"/>
              </a:defRPr>
            </a:lvl9pPr>
          </a:lstStyle>
          <a:p xmlns:a="http://schemas.openxmlformats.org/drawingml/2006/main">
            <a:pPr algn="l">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Which repository, Vercel project, and URL are correct?</a:t>
            </a:r>
          </a:p>
        </p:txBody>
      </p:sp>
      <p:sp>
        <p:nvSpPr>
          <p:cNvPr id="62" name="">
            <a:extLst xmlns:a="http://schemas.openxmlformats.org/drawingml/2006/main">
              <a:ext uri="{FF2B5EF4-FFF2-40B4-BE49-F238E27FC236}">
                <a16:creationId xmlns:a16="http://schemas.microsoft.com/office/drawing/2014/main" id="{5EDF93A9-E664-408B-A8ED-C7E62D9D9B16}"/>
              </a:ext>
            </a:extLst>
          </p:cNvPr>
          <p:cNvSpPr>
            <a:spLocks xmlns:a="http://schemas.openxmlformats.org/drawingml/2006/main" noGrp="1"/>
          </p:cNvSpPr>
          <p:nvPr/>
        </p:nvSpPr>
        <p:spPr>
          <a:xfrm xmlns:a="http://schemas.openxmlformats.org/drawingml/2006/main">
            <a:off x="742950" y="4495800"/>
            <a:ext cx="1030605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63" name="">
            <a:extLst xmlns:a="http://schemas.openxmlformats.org/drawingml/2006/main">
              <a:ext uri="{FF2B5EF4-FFF2-40B4-BE49-F238E27FC236}">
                <a16:creationId xmlns:a16="http://schemas.microsoft.com/office/drawing/2014/main" id="{F1B5D79E-F5C5-4CE8-A177-6EE4D68FC502}"/>
              </a:ext>
            </a:extLst>
          </p:cNvPr>
          <p:cNvSpPr>
            <a:spLocks xmlns:a="http://schemas.openxmlformats.org/drawingml/2006/main" noGrp="1"/>
          </p:cNvSpPr>
          <p:nvPr/>
        </p:nvSpPr>
        <p:spPr>
          <a:xfrm xmlns:a="http://schemas.openxmlformats.org/drawingml/2006/main">
            <a:off x="742950" y="4648200"/>
            <a:ext cx="1676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307FE2"/>
                </a:solidFill>
                <a:latin typeface="Courier New"/>
                <a:ea typeface="Courier New"/>
                <a:cs typeface="Courier New"/>
              </a:defRPr>
            </a:defPPr>
            <a:lvl1pPr algn="l">
              <a:defRPr sz="900" b="1">
                <a:solidFill>
                  <a:srgbClr val="307FE2"/>
                </a:solidFill>
                <a:latin typeface="Courier New"/>
                <a:ea typeface="Courier New"/>
                <a:cs typeface="Courier New"/>
              </a:defRPr>
            </a:lvl1pPr>
            <a:lvl2pPr algn="l">
              <a:defRPr sz="900" b="1">
                <a:solidFill>
                  <a:srgbClr val="307FE2"/>
                </a:solidFill>
                <a:latin typeface="Courier New"/>
                <a:ea typeface="Courier New"/>
                <a:cs typeface="Courier New"/>
              </a:defRPr>
            </a:lvl2pPr>
            <a:lvl3pPr algn="l">
              <a:defRPr sz="900" b="1">
                <a:solidFill>
                  <a:srgbClr val="307FE2"/>
                </a:solidFill>
                <a:latin typeface="Courier New"/>
                <a:ea typeface="Courier New"/>
                <a:cs typeface="Courier New"/>
              </a:defRPr>
            </a:lvl3pPr>
            <a:lvl4pPr algn="l">
              <a:defRPr sz="900" b="1">
                <a:solidFill>
                  <a:srgbClr val="307FE2"/>
                </a:solidFill>
                <a:latin typeface="Courier New"/>
                <a:ea typeface="Courier New"/>
                <a:cs typeface="Courier New"/>
              </a:defRPr>
            </a:lvl4pPr>
            <a:lvl5pPr algn="l">
              <a:defRPr sz="900" b="1">
                <a:solidFill>
                  <a:srgbClr val="307FE2"/>
                </a:solidFill>
                <a:latin typeface="Courier New"/>
                <a:ea typeface="Courier New"/>
                <a:cs typeface="Courier New"/>
              </a:defRPr>
            </a:lvl5pPr>
            <a:lvl6pPr algn="l">
              <a:defRPr sz="900" b="1">
                <a:solidFill>
                  <a:srgbClr val="307FE2"/>
                </a:solidFill>
                <a:latin typeface="Courier New"/>
                <a:ea typeface="Courier New"/>
                <a:cs typeface="Courier New"/>
              </a:defRPr>
            </a:lvl6pPr>
            <a:lvl7pPr algn="l">
              <a:defRPr sz="900" b="1">
                <a:solidFill>
                  <a:srgbClr val="307FE2"/>
                </a:solidFill>
                <a:latin typeface="Courier New"/>
                <a:ea typeface="Courier New"/>
                <a:cs typeface="Courier New"/>
              </a:defRPr>
            </a:lvl7pPr>
            <a:lvl8pPr algn="l">
              <a:defRPr sz="900" b="1">
                <a:solidFill>
                  <a:srgbClr val="307FE2"/>
                </a:solidFill>
                <a:latin typeface="Courier New"/>
                <a:ea typeface="Courier New"/>
                <a:cs typeface="Courier New"/>
              </a:defRPr>
            </a:lvl8pPr>
            <a:lvl9pPr algn="l">
              <a:defRPr sz="900" b="1">
                <a:solidFill>
                  <a:srgbClr val="307FE2"/>
                </a:solidFill>
                <a:latin typeface="Courier New"/>
                <a:ea typeface="Courier New"/>
                <a:cs typeface="Courier New"/>
              </a:defRPr>
            </a:lvl9pPr>
          </a:lstStyle>
          <a:p xmlns:a="http://schemas.openxmlformats.org/drawingml/2006/main">
            <a:pPr algn="l">
              <a:defRPr sz="900" b="1">
                <a:solidFill>
                  <a:srgbClr val="307FE2"/>
                </a:solidFill>
                <a:latin typeface="Courier New"/>
                <a:ea typeface="Courier New"/>
                <a:cs typeface="Courier New"/>
              </a:defRPr>
            </a:pPr>
            <a:r>
              <a:rPr sz="900" b="1">
                <a:solidFill>
                  <a:srgbClr val="307FE2"/>
                </a:solidFill>
                <a:latin typeface="Courier New"/>
                <a:ea typeface="Courier New"/>
                <a:cs typeface="Courier New"/>
              </a:rPr>
              <a:t>MAINTAIN</a:t>
            </a:r>
          </a:p>
        </p:txBody>
      </p:sp>
      <p:sp>
        <p:nvSpPr>
          <p:cNvPr id="64" name="">
            <a:extLst xmlns:a="http://schemas.openxmlformats.org/drawingml/2006/main">
              <a:ext uri="{FF2B5EF4-FFF2-40B4-BE49-F238E27FC236}">
                <a16:creationId xmlns:a16="http://schemas.microsoft.com/office/drawing/2014/main" id="{1E6E5F15-A04D-450C-AC20-E304096E2E88}"/>
              </a:ext>
            </a:extLst>
          </p:cNvPr>
          <p:cNvSpPr>
            <a:spLocks xmlns:a="http://schemas.openxmlformats.org/drawingml/2006/main" noGrp="1"/>
          </p:cNvSpPr>
          <p:nvPr/>
        </p:nvSpPr>
        <p:spPr>
          <a:xfrm xmlns:a="http://schemas.openxmlformats.org/drawingml/2006/main">
            <a:off x="2571750" y="4619625"/>
            <a:ext cx="847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0F172A"/>
                </a:solidFill>
                <a:latin typeface="Montserrat"/>
                <a:ea typeface="Montserrat"/>
                <a:cs typeface="Montserrat"/>
              </a:defRPr>
            </a:defPPr>
            <a:lvl1pPr algn="l">
              <a:defRPr sz="1275" b="1">
                <a:solidFill>
                  <a:srgbClr val="0F172A"/>
                </a:solidFill>
                <a:latin typeface="Montserrat"/>
                <a:ea typeface="Montserrat"/>
                <a:cs typeface="Montserrat"/>
              </a:defRPr>
            </a:lvl1pPr>
            <a:lvl2pPr algn="l">
              <a:defRPr sz="1275" b="1">
                <a:solidFill>
                  <a:srgbClr val="0F172A"/>
                </a:solidFill>
                <a:latin typeface="Montserrat"/>
                <a:ea typeface="Montserrat"/>
                <a:cs typeface="Montserrat"/>
              </a:defRPr>
            </a:lvl2pPr>
            <a:lvl3pPr algn="l">
              <a:defRPr sz="1275" b="1">
                <a:solidFill>
                  <a:srgbClr val="0F172A"/>
                </a:solidFill>
                <a:latin typeface="Montserrat"/>
                <a:ea typeface="Montserrat"/>
                <a:cs typeface="Montserrat"/>
              </a:defRPr>
            </a:lvl3pPr>
            <a:lvl4pPr algn="l">
              <a:defRPr sz="1275" b="1">
                <a:solidFill>
                  <a:srgbClr val="0F172A"/>
                </a:solidFill>
                <a:latin typeface="Montserrat"/>
                <a:ea typeface="Montserrat"/>
                <a:cs typeface="Montserrat"/>
              </a:defRPr>
            </a:lvl4pPr>
            <a:lvl5pPr algn="l">
              <a:defRPr sz="1275" b="1">
                <a:solidFill>
                  <a:srgbClr val="0F172A"/>
                </a:solidFill>
                <a:latin typeface="Montserrat"/>
                <a:ea typeface="Montserrat"/>
                <a:cs typeface="Montserrat"/>
              </a:defRPr>
            </a:lvl5pPr>
            <a:lvl6pPr algn="l">
              <a:defRPr sz="1275" b="1">
                <a:solidFill>
                  <a:srgbClr val="0F172A"/>
                </a:solidFill>
                <a:latin typeface="Montserrat"/>
                <a:ea typeface="Montserrat"/>
                <a:cs typeface="Montserrat"/>
              </a:defRPr>
            </a:lvl6pPr>
            <a:lvl7pPr algn="l">
              <a:defRPr sz="1275" b="1">
                <a:solidFill>
                  <a:srgbClr val="0F172A"/>
                </a:solidFill>
                <a:latin typeface="Montserrat"/>
                <a:ea typeface="Montserrat"/>
                <a:cs typeface="Montserrat"/>
              </a:defRPr>
            </a:lvl7pPr>
            <a:lvl8pPr algn="l">
              <a:defRPr sz="1275" b="1">
                <a:solidFill>
                  <a:srgbClr val="0F172A"/>
                </a:solidFill>
                <a:latin typeface="Montserrat"/>
                <a:ea typeface="Montserrat"/>
                <a:cs typeface="Montserrat"/>
              </a:defRPr>
            </a:lvl8pPr>
            <a:lvl9pPr algn="l">
              <a:defRPr sz="1275" b="1">
                <a:solidFill>
                  <a:srgbClr val="0F172A"/>
                </a:solidFill>
                <a:latin typeface="Montserrat"/>
                <a:ea typeface="Montserrat"/>
                <a:cs typeface="Montserrat"/>
              </a:defRPr>
            </a:lvl9pPr>
          </a:lstStyle>
          <a:p xmlns:a="http://schemas.openxmlformats.org/drawingml/2006/main">
            <a:pPr algn="l">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What happened in use, and what should change next?</a:t>
            </a:r>
          </a:p>
        </p:txBody>
      </p:sp>
      <p:sp>
        <p:nvSpPr>
          <p:cNvPr id="65" name="">
            <a:extLst xmlns:a="http://schemas.openxmlformats.org/drawingml/2006/main">
              <a:ext uri="{FF2B5EF4-FFF2-40B4-BE49-F238E27FC236}">
                <a16:creationId xmlns:a16="http://schemas.microsoft.com/office/drawing/2014/main" id="{AD8B8075-93A5-4D2F-85F1-8E8788BE6378}"/>
              </a:ext>
            </a:extLst>
          </p:cNvPr>
          <p:cNvSpPr>
            <a:spLocks xmlns:a="http://schemas.openxmlformats.org/drawingml/2006/main" noGrp="1"/>
          </p:cNvSpPr>
          <p:nvPr/>
        </p:nvSpPr>
        <p:spPr>
          <a:xfrm xmlns:a="http://schemas.openxmlformats.org/drawingml/2006/main">
            <a:off x="647700" y="497205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66" name="">
            <a:extLst xmlns:a="http://schemas.openxmlformats.org/drawingml/2006/main">
              <a:ext uri="{FF2B5EF4-FFF2-40B4-BE49-F238E27FC236}">
                <a16:creationId xmlns:a16="http://schemas.microsoft.com/office/drawing/2014/main" id="{E63272DF-8EA7-4E59-9621-0CD3D4FDCF7D}"/>
              </a:ext>
            </a:extLst>
          </p:cNvPr>
          <p:cNvSpPr>
            <a:spLocks xmlns:a="http://schemas.openxmlformats.org/drawingml/2006/main" noGrp="1"/>
          </p:cNvSpPr>
          <p:nvPr/>
        </p:nvSpPr>
        <p:spPr>
          <a:xfrm xmlns:a="http://schemas.openxmlformats.org/drawingml/2006/main">
            <a:off x="742950" y="52197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0F172A"/>
                </a:solidFill>
                <a:latin typeface="Montserrat"/>
                <a:ea typeface="Montserrat"/>
                <a:cs typeface="Montserrat"/>
              </a:defRPr>
            </a:defPPr>
            <a:lvl1pPr algn="l">
              <a:defRPr sz="1275" b="1">
                <a:solidFill>
                  <a:srgbClr val="0F172A"/>
                </a:solidFill>
                <a:latin typeface="Montserrat"/>
                <a:ea typeface="Montserrat"/>
                <a:cs typeface="Montserrat"/>
              </a:defRPr>
            </a:lvl1pPr>
            <a:lvl2pPr algn="l">
              <a:defRPr sz="1275" b="1">
                <a:solidFill>
                  <a:srgbClr val="0F172A"/>
                </a:solidFill>
                <a:latin typeface="Montserrat"/>
                <a:ea typeface="Montserrat"/>
                <a:cs typeface="Montserrat"/>
              </a:defRPr>
            </a:lvl2pPr>
            <a:lvl3pPr algn="l">
              <a:defRPr sz="1275" b="1">
                <a:solidFill>
                  <a:srgbClr val="0F172A"/>
                </a:solidFill>
                <a:latin typeface="Montserrat"/>
                <a:ea typeface="Montserrat"/>
                <a:cs typeface="Montserrat"/>
              </a:defRPr>
            </a:lvl3pPr>
            <a:lvl4pPr algn="l">
              <a:defRPr sz="1275" b="1">
                <a:solidFill>
                  <a:srgbClr val="0F172A"/>
                </a:solidFill>
                <a:latin typeface="Montserrat"/>
                <a:ea typeface="Montserrat"/>
                <a:cs typeface="Montserrat"/>
              </a:defRPr>
            </a:lvl4pPr>
            <a:lvl5pPr algn="l">
              <a:defRPr sz="1275" b="1">
                <a:solidFill>
                  <a:srgbClr val="0F172A"/>
                </a:solidFill>
                <a:latin typeface="Montserrat"/>
                <a:ea typeface="Montserrat"/>
                <a:cs typeface="Montserrat"/>
              </a:defRPr>
            </a:lvl5pPr>
            <a:lvl6pPr algn="l">
              <a:defRPr sz="1275" b="1">
                <a:solidFill>
                  <a:srgbClr val="0F172A"/>
                </a:solidFill>
                <a:latin typeface="Montserrat"/>
                <a:ea typeface="Montserrat"/>
                <a:cs typeface="Montserrat"/>
              </a:defRPr>
            </a:lvl6pPr>
            <a:lvl7pPr algn="l">
              <a:defRPr sz="1275" b="1">
                <a:solidFill>
                  <a:srgbClr val="0F172A"/>
                </a:solidFill>
                <a:latin typeface="Montserrat"/>
                <a:ea typeface="Montserrat"/>
                <a:cs typeface="Montserrat"/>
              </a:defRPr>
            </a:lvl7pPr>
            <a:lvl8pPr algn="l">
              <a:defRPr sz="1275" b="1">
                <a:solidFill>
                  <a:srgbClr val="0F172A"/>
                </a:solidFill>
                <a:latin typeface="Montserrat"/>
                <a:ea typeface="Montserrat"/>
                <a:cs typeface="Montserrat"/>
              </a:defRPr>
            </a:lvl8pPr>
            <a:lvl9pPr algn="l">
              <a:defRPr sz="1275" b="1">
                <a:solidFill>
                  <a:srgbClr val="0F172A"/>
                </a:solidFill>
                <a:latin typeface="Montserrat"/>
                <a:ea typeface="Montserrat"/>
                <a:cs typeface="Montserrat"/>
              </a:defRPr>
            </a:lvl9pPr>
          </a:lstStyle>
          <a:p xmlns:a="http://schemas.openxmlformats.org/drawingml/2006/main">
            <a:pPr algn="l">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Save the answers with the project so the next AI starts from evidence, not memory.</a:t>
            </a:r>
          </a:p>
        </p:txBody>
      </p:sp>
      <p:sp>
        <p:nvSpPr>
          <p:cNvPr id="67" name="">
            <a:extLst xmlns:a="http://schemas.openxmlformats.org/drawingml/2006/main">
              <a:ext uri="{FF2B5EF4-FFF2-40B4-BE49-F238E27FC236}">
                <a16:creationId xmlns:a16="http://schemas.microsoft.com/office/drawing/2014/main" id="{1EF8054D-9E60-4FF2-9330-5F6F7B0AC4CC}"/>
              </a:ext>
            </a:extLst>
          </p:cNvPr>
          <p:cNvSpPr>
            <a:spLocks xmlns:a="http://schemas.openxmlformats.org/drawingml/2006/main" noGrp="1"/>
          </p:cNvSpPr>
          <p:nvPr/>
        </p:nvSpPr>
        <p:spPr>
          <a:xfrm xmlns:a="http://schemas.openxmlformats.org/drawingml/2006/main">
            <a:off x="3667125" y="6381750"/>
            <a:ext cx="4857750" cy="0"/>
          </a:xfrm>
          <a:prstGeom xmlns:a="http://schemas.openxmlformats.org/drawingml/2006/main" prst="line">
            <a:avLst/>
          </a:prstGeom>
          <a:noFill xmlns:a="http://schemas.openxmlformats.org/drawingml/2006/main"/>
          <a:ln xmlns:a="http://schemas.openxmlformats.org/drawingml/2006/main" w="5715">
            <a:solidFill>
              <a:srgbClr val="D8E2EF"/>
            </a:solidFill>
            <a:prstDash val="solid"/>
          </a:ln>
        </p:spPr>
      </p:sp>
      <p:sp>
        <p:nvSpPr>
          <p:cNvPr id="68" name="">
            <a:extLst xmlns:a="http://schemas.openxmlformats.org/drawingml/2006/main">
              <a:ext uri="{FF2B5EF4-FFF2-40B4-BE49-F238E27FC236}">
                <a16:creationId xmlns:a16="http://schemas.microsoft.com/office/drawing/2014/main" id="{B10249A3-FE26-403D-A897-2BAC251C6BDA}"/>
              </a:ext>
            </a:extLst>
          </p:cNvPr>
          <p:cNvSpPr>
            <a:spLocks xmlns:a="http://schemas.openxmlformats.org/drawingml/2006/main" noGrp="1"/>
          </p:cNvSpPr>
          <p:nvPr/>
        </p:nvSpPr>
        <p:spPr>
          <a:xfrm xmlns:a="http://schemas.openxmlformats.org/drawingml/2006/main">
            <a:off x="8162925" y="6381750"/>
            <a:ext cx="361950" cy="0"/>
          </a:xfrm>
          <a:prstGeom xmlns:a="http://schemas.openxmlformats.org/drawingml/2006/main" prst="line">
            <a:avLst/>
          </a:prstGeom>
          <a:noFill xmlns:a="http://schemas.openxmlformats.org/drawingml/2006/main"/>
          <a:ln xmlns:a="http://schemas.openxmlformats.org/drawingml/2006/main" w="28575">
            <a:solidFill>
              <a:srgbClr val="EF8B39"/>
            </a:solidFill>
            <a:prstDash val="solid"/>
          </a:ln>
        </p:spPr>
      </p:sp>
      <p:sp>
        <p:nvSpPr>
          <p:cNvPr id="69" name="">
            <a:extLst xmlns:a="http://schemas.openxmlformats.org/drawingml/2006/main">
              <a:ext uri="{FF2B5EF4-FFF2-40B4-BE49-F238E27FC236}">
                <a16:creationId xmlns:a16="http://schemas.microsoft.com/office/drawing/2014/main" id="{C48B936A-26F5-4F2D-8CC9-719C38D54B72}"/>
              </a:ext>
            </a:extLst>
          </p:cNvPr>
          <p:cNvSpPr>
            <a:spLocks xmlns:a="http://schemas.openxmlformats.org/drawingml/2006/main" noGrp="1"/>
          </p:cNvSpPr>
          <p:nvPr/>
        </p:nvSpPr>
        <p:spPr>
          <a:xfrm xmlns:a="http://schemas.openxmlformats.org/drawingml/2006/main">
            <a:off x="36337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70" name="">
            <a:extLst xmlns:a="http://schemas.openxmlformats.org/drawingml/2006/main">
              <a:ext uri="{FF2B5EF4-FFF2-40B4-BE49-F238E27FC236}">
                <a16:creationId xmlns:a16="http://schemas.microsoft.com/office/drawing/2014/main" id="{A4C9D17A-7334-4C3F-BDD9-4FDA2C57763D}"/>
              </a:ext>
            </a:extLst>
          </p:cNvPr>
          <p:cNvSpPr>
            <a:spLocks xmlns:a="http://schemas.openxmlformats.org/drawingml/2006/main" noGrp="1"/>
          </p:cNvSpPr>
          <p:nvPr/>
        </p:nvSpPr>
        <p:spPr>
          <a:xfrm xmlns:a="http://schemas.openxmlformats.org/drawingml/2006/main">
            <a:off x="32670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PLAN</a:t>
            </a:r>
          </a:p>
        </p:txBody>
      </p:sp>
      <p:sp>
        <p:nvSpPr>
          <p:cNvPr id="71" name="">
            <a:extLst xmlns:a="http://schemas.openxmlformats.org/drawingml/2006/main">
              <a:ext uri="{FF2B5EF4-FFF2-40B4-BE49-F238E27FC236}">
                <a16:creationId xmlns:a16="http://schemas.microsoft.com/office/drawing/2014/main" id="{F269FEBC-466A-4166-9BF2-A1C87DDBD517}"/>
              </a:ext>
            </a:extLst>
          </p:cNvPr>
          <p:cNvSpPr>
            <a:spLocks xmlns:a="http://schemas.openxmlformats.org/drawingml/2006/main" noGrp="1"/>
          </p:cNvSpPr>
          <p:nvPr/>
        </p:nvSpPr>
        <p:spPr>
          <a:xfrm xmlns:a="http://schemas.openxmlformats.org/drawingml/2006/main">
            <a:off x="46053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72" name="">
            <a:extLst xmlns:a="http://schemas.openxmlformats.org/drawingml/2006/main">
              <a:ext uri="{FF2B5EF4-FFF2-40B4-BE49-F238E27FC236}">
                <a16:creationId xmlns:a16="http://schemas.microsoft.com/office/drawing/2014/main" id="{563E1225-66F9-4039-8AD2-28B069B2C123}"/>
              </a:ext>
            </a:extLst>
          </p:cNvPr>
          <p:cNvSpPr>
            <a:spLocks xmlns:a="http://schemas.openxmlformats.org/drawingml/2006/main" noGrp="1"/>
          </p:cNvSpPr>
          <p:nvPr/>
        </p:nvSpPr>
        <p:spPr>
          <a:xfrm xmlns:a="http://schemas.openxmlformats.org/drawingml/2006/main">
            <a:off x="42386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DESIGN</a:t>
            </a:r>
          </a:p>
        </p:txBody>
      </p:sp>
      <p:sp>
        <p:nvSpPr>
          <p:cNvPr id="73" name="">
            <a:extLst xmlns:a="http://schemas.openxmlformats.org/drawingml/2006/main">
              <a:ext uri="{FF2B5EF4-FFF2-40B4-BE49-F238E27FC236}">
                <a16:creationId xmlns:a16="http://schemas.microsoft.com/office/drawing/2014/main" id="{71FDB234-C5FA-47AF-BB52-2E75D30809A5}"/>
              </a:ext>
            </a:extLst>
          </p:cNvPr>
          <p:cNvSpPr>
            <a:spLocks xmlns:a="http://schemas.openxmlformats.org/drawingml/2006/main" noGrp="1"/>
          </p:cNvSpPr>
          <p:nvPr/>
        </p:nvSpPr>
        <p:spPr>
          <a:xfrm xmlns:a="http://schemas.openxmlformats.org/drawingml/2006/main">
            <a:off x="55768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74" name="">
            <a:extLst xmlns:a="http://schemas.openxmlformats.org/drawingml/2006/main">
              <a:ext uri="{FF2B5EF4-FFF2-40B4-BE49-F238E27FC236}">
                <a16:creationId xmlns:a16="http://schemas.microsoft.com/office/drawing/2014/main" id="{8041FE1B-66DC-4C0F-82AE-A464FEBC0C5B}"/>
              </a:ext>
            </a:extLst>
          </p:cNvPr>
          <p:cNvSpPr>
            <a:spLocks xmlns:a="http://schemas.openxmlformats.org/drawingml/2006/main" noGrp="1"/>
          </p:cNvSpPr>
          <p:nvPr/>
        </p:nvSpPr>
        <p:spPr>
          <a:xfrm xmlns:a="http://schemas.openxmlformats.org/drawingml/2006/main">
            <a:off x="52101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BUILD</a:t>
            </a:r>
          </a:p>
        </p:txBody>
      </p:sp>
      <p:sp>
        <p:nvSpPr>
          <p:cNvPr id="75" name="">
            <a:extLst xmlns:a="http://schemas.openxmlformats.org/drawingml/2006/main">
              <a:ext uri="{FF2B5EF4-FFF2-40B4-BE49-F238E27FC236}">
                <a16:creationId xmlns:a16="http://schemas.microsoft.com/office/drawing/2014/main" id="{0B4CFA86-38AD-4CC2-9868-7B63D1416301}"/>
              </a:ext>
            </a:extLst>
          </p:cNvPr>
          <p:cNvSpPr>
            <a:spLocks xmlns:a="http://schemas.openxmlformats.org/drawingml/2006/main" noGrp="1"/>
          </p:cNvSpPr>
          <p:nvPr/>
        </p:nvSpPr>
        <p:spPr>
          <a:xfrm xmlns:a="http://schemas.openxmlformats.org/drawingml/2006/main">
            <a:off x="65484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76" name="">
            <a:extLst xmlns:a="http://schemas.openxmlformats.org/drawingml/2006/main">
              <a:ext uri="{FF2B5EF4-FFF2-40B4-BE49-F238E27FC236}">
                <a16:creationId xmlns:a16="http://schemas.microsoft.com/office/drawing/2014/main" id="{376A5E3E-930F-47C1-8D8B-CE4790FBD6A1}"/>
              </a:ext>
            </a:extLst>
          </p:cNvPr>
          <p:cNvSpPr>
            <a:spLocks xmlns:a="http://schemas.openxmlformats.org/drawingml/2006/main" noGrp="1"/>
          </p:cNvSpPr>
          <p:nvPr/>
        </p:nvSpPr>
        <p:spPr>
          <a:xfrm xmlns:a="http://schemas.openxmlformats.org/drawingml/2006/main">
            <a:off x="61817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TEST</a:t>
            </a:r>
          </a:p>
        </p:txBody>
      </p:sp>
      <p:sp>
        <p:nvSpPr>
          <p:cNvPr id="77" name="">
            <a:extLst xmlns:a="http://schemas.openxmlformats.org/drawingml/2006/main">
              <a:ext uri="{FF2B5EF4-FFF2-40B4-BE49-F238E27FC236}">
                <a16:creationId xmlns:a16="http://schemas.microsoft.com/office/drawing/2014/main" id="{A097D089-A37A-406B-8883-ECDD3BEE8F0D}"/>
              </a:ext>
            </a:extLst>
          </p:cNvPr>
          <p:cNvSpPr>
            <a:spLocks xmlns:a="http://schemas.openxmlformats.org/drawingml/2006/main" noGrp="1"/>
          </p:cNvSpPr>
          <p:nvPr/>
        </p:nvSpPr>
        <p:spPr>
          <a:xfrm xmlns:a="http://schemas.openxmlformats.org/drawingml/2006/main">
            <a:off x="75199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78" name="">
            <a:extLst xmlns:a="http://schemas.openxmlformats.org/drawingml/2006/main">
              <a:ext uri="{FF2B5EF4-FFF2-40B4-BE49-F238E27FC236}">
                <a16:creationId xmlns:a16="http://schemas.microsoft.com/office/drawing/2014/main" id="{F1E1C9BD-5350-4102-8FD2-6F92FC2622E2}"/>
              </a:ext>
            </a:extLst>
          </p:cNvPr>
          <p:cNvSpPr>
            <a:spLocks xmlns:a="http://schemas.openxmlformats.org/drawingml/2006/main" noGrp="1"/>
          </p:cNvSpPr>
          <p:nvPr/>
        </p:nvSpPr>
        <p:spPr>
          <a:xfrm xmlns:a="http://schemas.openxmlformats.org/drawingml/2006/main">
            <a:off x="71532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DEPLOY</a:t>
            </a:r>
          </a:p>
        </p:txBody>
      </p:sp>
      <p:sp>
        <p:nvSpPr>
          <p:cNvPr id="79" name="">
            <a:extLst xmlns:a="http://schemas.openxmlformats.org/drawingml/2006/main">
              <a:ext uri="{FF2B5EF4-FFF2-40B4-BE49-F238E27FC236}">
                <a16:creationId xmlns:a16="http://schemas.microsoft.com/office/drawing/2014/main" id="{6A1E26BE-ADBE-471F-8556-79C7E844729A}"/>
              </a:ext>
            </a:extLst>
          </p:cNvPr>
          <p:cNvSpPr>
            <a:spLocks xmlns:a="http://schemas.openxmlformats.org/drawingml/2006/main" noGrp="1"/>
          </p:cNvSpPr>
          <p:nvPr/>
        </p:nvSpPr>
        <p:spPr>
          <a:xfrm xmlns:a="http://schemas.openxmlformats.org/drawingml/2006/main">
            <a:off x="8477250" y="6334125"/>
            <a:ext cx="95250" cy="95250"/>
          </a:xfrm>
          <a:prstGeom xmlns:a="http://schemas.openxmlformats.org/drawingml/2006/main" prst="ellipse">
            <a:avLst/>
          </a:prstGeom>
          <a:solidFill xmlns:a="http://schemas.openxmlformats.org/drawingml/2006/main">
            <a:srgbClr val="EF8B39"/>
          </a:solidFill>
          <a:ln xmlns:a="http://schemas.openxmlformats.org/drawingml/2006/main" w="9525">
            <a:solidFill>
              <a:srgbClr val="EF8B39"/>
            </a:solidFill>
            <a:prstDash val="solid"/>
          </a:ln>
        </p:spPr>
      </p:sp>
      <p:sp>
        <p:nvSpPr>
          <p:cNvPr id="80" name="">
            <a:extLst xmlns:a="http://schemas.openxmlformats.org/drawingml/2006/main">
              <a:ext uri="{FF2B5EF4-FFF2-40B4-BE49-F238E27FC236}">
                <a16:creationId xmlns:a16="http://schemas.microsoft.com/office/drawing/2014/main" id="{A66B0EEB-4DAA-49B9-966C-B6C91C296ED3}"/>
              </a:ext>
            </a:extLst>
          </p:cNvPr>
          <p:cNvSpPr>
            <a:spLocks xmlns:a="http://schemas.openxmlformats.org/drawingml/2006/main" noGrp="1"/>
          </p:cNvSpPr>
          <p:nvPr/>
        </p:nvSpPr>
        <p:spPr>
          <a:xfrm xmlns:a="http://schemas.openxmlformats.org/drawingml/2006/main">
            <a:off x="81248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1">
                <a:solidFill>
                  <a:srgbClr val="B93800"/>
                </a:solidFill>
                <a:latin typeface="Montserrat"/>
                <a:ea typeface="Montserrat"/>
                <a:cs typeface="Montserrat"/>
              </a:defRPr>
            </a:defPPr>
            <a:lvl1pPr algn="ctr">
              <a:defRPr sz="675" b="1">
                <a:solidFill>
                  <a:srgbClr val="B93800"/>
                </a:solidFill>
                <a:latin typeface="Montserrat"/>
                <a:ea typeface="Montserrat"/>
                <a:cs typeface="Montserrat"/>
              </a:defRPr>
            </a:lvl1pPr>
            <a:lvl2pPr algn="ctr">
              <a:defRPr sz="675" b="1">
                <a:solidFill>
                  <a:srgbClr val="B93800"/>
                </a:solidFill>
                <a:latin typeface="Montserrat"/>
                <a:ea typeface="Montserrat"/>
                <a:cs typeface="Montserrat"/>
              </a:defRPr>
            </a:lvl2pPr>
            <a:lvl3pPr algn="ctr">
              <a:defRPr sz="675" b="1">
                <a:solidFill>
                  <a:srgbClr val="B93800"/>
                </a:solidFill>
                <a:latin typeface="Montserrat"/>
                <a:ea typeface="Montserrat"/>
                <a:cs typeface="Montserrat"/>
              </a:defRPr>
            </a:lvl3pPr>
            <a:lvl4pPr algn="ctr">
              <a:defRPr sz="675" b="1">
                <a:solidFill>
                  <a:srgbClr val="B93800"/>
                </a:solidFill>
                <a:latin typeface="Montserrat"/>
                <a:ea typeface="Montserrat"/>
                <a:cs typeface="Montserrat"/>
              </a:defRPr>
            </a:lvl4pPr>
            <a:lvl5pPr algn="ctr">
              <a:defRPr sz="675" b="1">
                <a:solidFill>
                  <a:srgbClr val="B93800"/>
                </a:solidFill>
                <a:latin typeface="Montserrat"/>
                <a:ea typeface="Montserrat"/>
                <a:cs typeface="Montserrat"/>
              </a:defRPr>
            </a:lvl5pPr>
            <a:lvl6pPr algn="ctr">
              <a:defRPr sz="675" b="1">
                <a:solidFill>
                  <a:srgbClr val="B93800"/>
                </a:solidFill>
                <a:latin typeface="Montserrat"/>
                <a:ea typeface="Montserrat"/>
                <a:cs typeface="Montserrat"/>
              </a:defRPr>
            </a:lvl6pPr>
            <a:lvl7pPr algn="ctr">
              <a:defRPr sz="675" b="1">
                <a:solidFill>
                  <a:srgbClr val="B93800"/>
                </a:solidFill>
                <a:latin typeface="Montserrat"/>
                <a:ea typeface="Montserrat"/>
                <a:cs typeface="Montserrat"/>
              </a:defRPr>
            </a:lvl7pPr>
            <a:lvl8pPr algn="ctr">
              <a:defRPr sz="675" b="1">
                <a:solidFill>
                  <a:srgbClr val="B93800"/>
                </a:solidFill>
                <a:latin typeface="Montserrat"/>
                <a:ea typeface="Montserrat"/>
                <a:cs typeface="Montserrat"/>
              </a:defRPr>
            </a:lvl8pPr>
            <a:lvl9pPr algn="ctr">
              <a:defRPr sz="675" b="1">
                <a:solidFill>
                  <a:srgbClr val="B93800"/>
                </a:solidFill>
                <a:latin typeface="Montserrat"/>
                <a:ea typeface="Montserrat"/>
                <a:cs typeface="Montserrat"/>
              </a:defRPr>
            </a:lvl9pPr>
          </a:lstStyle>
          <a:p xmlns:a="http://schemas.openxmlformats.org/drawingml/2006/main">
            <a:pPr algn="ctr">
              <a:defRPr sz="675" b="1">
                <a:solidFill>
                  <a:srgbClr val="B93800"/>
                </a:solidFill>
                <a:latin typeface="Montserrat"/>
                <a:ea typeface="Montserrat"/>
                <a:cs typeface="Montserrat"/>
              </a:defRPr>
            </a:pPr>
            <a:r>
              <a:rPr sz="675" b="1">
                <a:solidFill>
                  <a:srgbClr val="B93800"/>
                </a:solidFill>
                <a:latin typeface="Montserrat"/>
                <a:ea typeface="Montserrat"/>
                <a:cs typeface="Montserrat"/>
              </a:rPr>
              <a:t>MAINTAIN</a:t>
            </a:r>
          </a:p>
        </p:txBody>
      </p:sp>
    </p:spTree>
    <p:extLst>
      <p:ext uri="{BB962C8B-B14F-4D97-AF65-F5344CB8AC3E}">
        <p14:creationId xmlns:p14="http://schemas.microsoft.com/office/powerpoint/2010/main" val="1801044062"/>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BA6596A6-DB86-452E-88F0-0C55268C9D3F}"/>
              </a:ext>
            </a:extLst>
          </p:cNvPr>
          <p:cNvPicPr>
            <a:picLocks xmlns:a="http://schemas.openxmlformats.org/drawingml/2006/main" noChangeAspect="1"/>
          </p:cNvPicPr>
          <p:nvPr/>
        </p:nvPicPr>
        <p:blipFill>
          <a:blip xmlns:r="http://schemas.openxmlformats.org/officeDocument/2006/relationships" xmlns:a="http://schemas.openxmlformats.org/drawingml/2006/main" r:embed="R348ad955741145a1"/>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6158E8ED-3889-47B8-BC22-923981FE0C16}"/>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59 / 63</a:t>
            </a:r>
            <a:endParaRPr sz="900"/>
          </a:p>
        </p:txBody>
      </p:sp>
      <p:sp>
        <p:nvSpPr>
          <p:cNvPr id="36" name="">
            <a:extLst xmlns:a="http://schemas.openxmlformats.org/drawingml/2006/main">
              <a:ext uri="{FF2B5EF4-FFF2-40B4-BE49-F238E27FC236}">
                <a16:creationId xmlns:a16="http://schemas.microsoft.com/office/drawing/2014/main" id="{922EF844-858A-4A78-9433-842D3497C7D1}"/>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EF8B39"/>
                </a:solidFill>
                <a:latin typeface="Montserrat"/>
                <a:ea typeface="Montserrat"/>
                <a:cs typeface="Montserrat"/>
              </a:defRPr>
            </a:defPPr>
            <a:lvl1pPr algn="l">
              <a:defRPr sz="1050" b="1">
                <a:solidFill>
                  <a:srgbClr val="EF8B39"/>
                </a:solidFill>
                <a:latin typeface="Montserrat"/>
                <a:ea typeface="Montserrat"/>
                <a:cs typeface="Montserrat"/>
              </a:defRPr>
            </a:lvl1pPr>
            <a:lvl2pPr algn="l">
              <a:defRPr sz="1050" b="1">
                <a:solidFill>
                  <a:srgbClr val="EF8B39"/>
                </a:solidFill>
                <a:latin typeface="Montserrat"/>
                <a:ea typeface="Montserrat"/>
                <a:cs typeface="Montserrat"/>
              </a:defRPr>
            </a:lvl2pPr>
            <a:lvl3pPr algn="l">
              <a:defRPr sz="1050" b="1">
                <a:solidFill>
                  <a:srgbClr val="EF8B39"/>
                </a:solidFill>
                <a:latin typeface="Montserrat"/>
                <a:ea typeface="Montserrat"/>
                <a:cs typeface="Montserrat"/>
              </a:defRPr>
            </a:lvl3pPr>
            <a:lvl4pPr algn="l">
              <a:defRPr sz="1050" b="1">
                <a:solidFill>
                  <a:srgbClr val="EF8B39"/>
                </a:solidFill>
                <a:latin typeface="Montserrat"/>
                <a:ea typeface="Montserrat"/>
                <a:cs typeface="Montserrat"/>
              </a:defRPr>
            </a:lvl4pPr>
            <a:lvl5pPr algn="l">
              <a:defRPr sz="1050" b="1">
                <a:solidFill>
                  <a:srgbClr val="EF8B39"/>
                </a:solidFill>
                <a:latin typeface="Montserrat"/>
                <a:ea typeface="Montserrat"/>
                <a:cs typeface="Montserrat"/>
              </a:defRPr>
            </a:lvl5pPr>
            <a:lvl6pPr algn="l">
              <a:defRPr sz="1050" b="1">
                <a:solidFill>
                  <a:srgbClr val="EF8B39"/>
                </a:solidFill>
                <a:latin typeface="Montserrat"/>
                <a:ea typeface="Montserrat"/>
                <a:cs typeface="Montserrat"/>
              </a:defRPr>
            </a:lvl6pPr>
            <a:lvl7pPr algn="l">
              <a:defRPr sz="1050" b="1">
                <a:solidFill>
                  <a:srgbClr val="EF8B39"/>
                </a:solidFill>
                <a:latin typeface="Montserrat"/>
                <a:ea typeface="Montserrat"/>
                <a:cs typeface="Montserrat"/>
              </a:defRPr>
            </a:lvl7pPr>
            <a:lvl8pPr algn="l">
              <a:defRPr sz="1050" b="1">
                <a:solidFill>
                  <a:srgbClr val="EF8B39"/>
                </a:solidFill>
                <a:latin typeface="Montserrat"/>
                <a:ea typeface="Montserrat"/>
                <a:cs typeface="Montserrat"/>
              </a:defRPr>
            </a:lvl8pPr>
            <a:lvl9pPr algn="l">
              <a:defRPr sz="1050" b="1">
                <a:solidFill>
                  <a:srgbClr val="EF8B39"/>
                </a:solidFill>
                <a:latin typeface="Montserrat"/>
                <a:ea typeface="Montserrat"/>
                <a:cs typeface="Montserrat"/>
              </a:defRPr>
            </a:lvl9pPr>
          </a:lstStyle>
          <a:p xmlns:a="http://schemas.openxmlformats.org/drawingml/2006/main">
            <a:pPr algn="l">
              <a:defRPr sz="1050" b="1">
                <a:solidFill>
                  <a:srgbClr val="EF8B39"/>
                </a:solidFill>
                <a:latin typeface="Montserrat"/>
                <a:ea typeface="Montserrat"/>
                <a:cs typeface="Montserrat"/>
              </a:defRPr>
            </a:pPr>
            <a:r>
              <a:rPr sz="1050" b="1">
                <a:solidFill>
                  <a:srgbClr val="EF8B39"/>
                </a:solidFill>
                <a:latin typeface="Montserrat"/>
                <a:ea typeface="Montserrat"/>
                <a:cs typeface="Montserrat"/>
              </a:rPr>
              <a:t>// FINAL DEMONSTRATION</a:t>
            </a:r>
          </a:p>
        </p:txBody>
      </p:sp>
      <p:sp>
        <p:nvSpPr>
          <p:cNvPr id="37" name="">
            <a:extLst xmlns:a="http://schemas.openxmlformats.org/drawingml/2006/main">
              <a:ext uri="{FF2B5EF4-FFF2-40B4-BE49-F238E27FC236}">
                <a16:creationId xmlns:a16="http://schemas.microsoft.com/office/drawing/2014/main" id="{74452545-B2D7-489A-9246-F5910B33F0F4}"/>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B93800"/>
                </a:solidFill>
                <a:latin typeface="Montserrat"/>
                <a:ea typeface="Montserrat"/>
                <a:cs typeface="Montserrat"/>
              </a:defRPr>
            </a:defPPr>
            <a:lvl1pPr algn="r">
              <a:defRPr sz="900" b="0">
                <a:solidFill>
                  <a:srgbClr val="B93800"/>
                </a:solidFill>
                <a:latin typeface="Montserrat"/>
                <a:ea typeface="Montserrat"/>
                <a:cs typeface="Montserrat"/>
              </a:defRPr>
            </a:lvl1pPr>
            <a:lvl2pPr algn="r">
              <a:defRPr sz="900" b="0">
                <a:solidFill>
                  <a:srgbClr val="B93800"/>
                </a:solidFill>
                <a:latin typeface="Montserrat"/>
                <a:ea typeface="Montserrat"/>
                <a:cs typeface="Montserrat"/>
              </a:defRPr>
            </a:lvl2pPr>
            <a:lvl3pPr algn="r">
              <a:defRPr sz="900" b="0">
                <a:solidFill>
                  <a:srgbClr val="B93800"/>
                </a:solidFill>
                <a:latin typeface="Montserrat"/>
                <a:ea typeface="Montserrat"/>
                <a:cs typeface="Montserrat"/>
              </a:defRPr>
            </a:lvl3pPr>
            <a:lvl4pPr algn="r">
              <a:defRPr sz="900" b="0">
                <a:solidFill>
                  <a:srgbClr val="B93800"/>
                </a:solidFill>
                <a:latin typeface="Montserrat"/>
                <a:ea typeface="Montserrat"/>
                <a:cs typeface="Montserrat"/>
              </a:defRPr>
            </a:lvl4pPr>
            <a:lvl5pPr algn="r">
              <a:defRPr sz="900" b="0">
                <a:solidFill>
                  <a:srgbClr val="B93800"/>
                </a:solidFill>
                <a:latin typeface="Montserrat"/>
                <a:ea typeface="Montserrat"/>
                <a:cs typeface="Montserrat"/>
              </a:defRPr>
            </a:lvl5pPr>
            <a:lvl6pPr algn="r">
              <a:defRPr sz="900" b="0">
                <a:solidFill>
                  <a:srgbClr val="B93800"/>
                </a:solidFill>
                <a:latin typeface="Montserrat"/>
                <a:ea typeface="Montserrat"/>
                <a:cs typeface="Montserrat"/>
              </a:defRPr>
            </a:lvl6pPr>
            <a:lvl7pPr algn="r">
              <a:defRPr sz="900" b="0">
                <a:solidFill>
                  <a:srgbClr val="B93800"/>
                </a:solidFill>
                <a:latin typeface="Montserrat"/>
                <a:ea typeface="Montserrat"/>
                <a:cs typeface="Montserrat"/>
              </a:defRPr>
            </a:lvl7pPr>
            <a:lvl8pPr algn="r">
              <a:defRPr sz="900" b="0">
                <a:solidFill>
                  <a:srgbClr val="B93800"/>
                </a:solidFill>
                <a:latin typeface="Montserrat"/>
                <a:ea typeface="Montserrat"/>
                <a:cs typeface="Montserrat"/>
              </a:defRPr>
            </a:lvl8pPr>
            <a:lvl9pPr algn="r">
              <a:defRPr sz="900" b="0">
                <a:solidFill>
                  <a:srgbClr val="B93800"/>
                </a:solidFill>
                <a:latin typeface="Montserrat"/>
                <a:ea typeface="Montserrat"/>
                <a:cs typeface="Montserrat"/>
              </a:defRPr>
            </a:lvl9pPr>
          </a:lstStyle>
          <a:p xmlns:a="http://schemas.openxmlformats.org/drawingml/2006/main">
            <a:pPr algn="r">
              <a:defRPr sz="900" b="0">
                <a:solidFill>
                  <a:srgbClr val="B93800"/>
                </a:solidFill>
                <a:latin typeface="Montserrat"/>
                <a:ea typeface="Montserrat"/>
                <a:cs typeface="Montserrat"/>
              </a:defRPr>
            </a:pPr>
            <a:r>
              <a:rPr sz="900" b="0">
                <a:solidFill>
                  <a:srgbClr val="B93800"/>
                </a:solidFill>
                <a:latin typeface="Montserrat"/>
                <a:ea typeface="Montserrat"/>
                <a:cs typeface="Montserrat"/>
              </a:rPr>
              <a:t>5:25–5:45</a:t>
            </a:r>
          </a:p>
        </p:txBody>
      </p:sp>
      <p:sp>
        <p:nvSpPr>
          <p:cNvPr id="38" name="">
            <a:extLst xmlns:a="http://schemas.openxmlformats.org/drawingml/2006/main">
              <a:ext uri="{FF2B5EF4-FFF2-40B4-BE49-F238E27FC236}">
                <a16:creationId xmlns:a16="http://schemas.microsoft.com/office/drawing/2014/main" id="{12DE38BC-83BE-4601-B13A-13A7D4F3C1EB}"/>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Show both projects</a:t>
            </a:r>
          </a:p>
        </p:txBody>
      </p:sp>
      <p:sp>
        <p:nvSpPr>
          <p:cNvPr id="39" name="">
            <a:extLst xmlns:a="http://schemas.openxmlformats.org/drawingml/2006/main">
              <a:ext uri="{FF2B5EF4-FFF2-40B4-BE49-F238E27FC236}">
                <a16:creationId xmlns:a16="http://schemas.microsoft.com/office/drawing/2014/main" id="{1832AC20-D9F1-4BC8-A158-D1E4A8EAC71B}"/>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TWO URLS · TWO REPOSITORIES · TWO VERCEL PROJECTS</a:t>
            </a:r>
          </a:p>
        </p:txBody>
      </p:sp>
      <p:sp>
        <p:nvSpPr>
          <p:cNvPr id="40" name="">
            <a:extLst xmlns:a="http://schemas.openxmlformats.org/drawingml/2006/main">
              <a:ext uri="{FF2B5EF4-FFF2-40B4-BE49-F238E27FC236}">
                <a16:creationId xmlns:a16="http://schemas.microsoft.com/office/drawing/2014/main" id="{D656ECB0-AF90-4320-82E7-19AD50849C5B}"/>
              </a:ext>
            </a:extLst>
          </p:cNvPr>
          <p:cNvSpPr>
            <a:spLocks xmlns:a="http://schemas.openxmlformats.org/drawingml/2006/main" noGrp="1"/>
          </p:cNvSpPr>
          <p:nvPr/>
        </p:nvSpPr>
        <p:spPr>
          <a:xfrm xmlns:a="http://schemas.openxmlformats.org/drawingml/2006/main">
            <a:off x="647700" y="2009775"/>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41" name="">
            <a:extLst xmlns:a="http://schemas.openxmlformats.org/drawingml/2006/main">
              <a:ext uri="{FF2B5EF4-FFF2-40B4-BE49-F238E27FC236}">
                <a16:creationId xmlns:a16="http://schemas.microsoft.com/office/drawing/2014/main" id="{6825BDCB-B2B4-46BC-A5B2-E1ED78B655B7}"/>
              </a:ext>
            </a:extLst>
          </p:cNvPr>
          <p:cNvSpPr>
            <a:spLocks xmlns:a="http://schemas.openxmlformats.org/drawingml/2006/main" noGrp="1"/>
          </p:cNvSpPr>
          <p:nvPr/>
        </p:nvSpPr>
        <p:spPr>
          <a:xfrm xmlns:a="http://schemas.openxmlformats.org/drawingml/2006/main">
            <a:off x="742950" y="23812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EF8B39"/>
                </a:solidFill>
                <a:latin typeface="Courier New"/>
                <a:ea typeface="Courier New"/>
                <a:cs typeface="Courier New"/>
              </a:defRPr>
            </a:defPPr>
            <a:lvl1pPr algn="l">
              <a:defRPr sz="900" b="0">
                <a:solidFill>
                  <a:srgbClr val="EF8B39"/>
                </a:solidFill>
                <a:latin typeface="Courier New"/>
                <a:ea typeface="Courier New"/>
                <a:cs typeface="Courier New"/>
              </a:defRPr>
            </a:lvl1pPr>
            <a:lvl2pPr algn="l">
              <a:defRPr sz="900" b="0">
                <a:solidFill>
                  <a:srgbClr val="EF8B39"/>
                </a:solidFill>
                <a:latin typeface="Courier New"/>
                <a:ea typeface="Courier New"/>
                <a:cs typeface="Courier New"/>
              </a:defRPr>
            </a:lvl2pPr>
            <a:lvl3pPr algn="l">
              <a:defRPr sz="900" b="0">
                <a:solidFill>
                  <a:srgbClr val="EF8B39"/>
                </a:solidFill>
                <a:latin typeface="Courier New"/>
                <a:ea typeface="Courier New"/>
                <a:cs typeface="Courier New"/>
              </a:defRPr>
            </a:lvl3pPr>
            <a:lvl4pPr algn="l">
              <a:defRPr sz="900" b="0">
                <a:solidFill>
                  <a:srgbClr val="EF8B39"/>
                </a:solidFill>
                <a:latin typeface="Courier New"/>
                <a:ea typeface="Courier New"/>
                <a:cs typeface="Courier New"/>
              </a:defRPr>
            </a:lvl4pPr>
            <a:lvl5pPr algn="l">
              <a:defRPr sz="900" b="0">
                <a:solidFill>
                  <a:srgbClr val="EF8B39"/>
                </a:solidFill>
                <a:latin typeface="Courier New"/>
                <a:ea typeface="Courier New"/>
                <a:cs typeface="Courier New"/>
              </a:defRPr>
            </a:lvl5pPr>
            <a:lvl6pPr algn="l">
              <a:defRPr sz="900" b="0">
                <a:solidFill>
                  <a:srgbClr val="EF8B39"/>
                </a:solidFill>
                <a:latin typeface="Courier New"/>
                <a:ea typeface="Courier New"/>
                <a:cs typeface="Courier New"/>
              </a:defRPr>
            </a:lvl6pPr>
            <a:lvl7pPr algn="l">
              <a:defRPr sz="900" b="0">
                <a:solidFill>
                  <a:srgbClr val="EF8B39"/>
                </a:solidFill>
                <a:latin typeface="Courier New"/>
                <a:ea typeface="Courier New"/>
                <a:cs typeface="Courier New"/>
              </a:defRPr>
            </a:lvl7pPr>
            <a:lvl8pPr algn="l">
              <a:defRPr sz="900" b="0">
                <a:solidFill>
                  <a:srgbClr val="EF8B39"/>
                </a:solidFill>
                <a:latin typeface="Courier New"/>
                <a:ea typeface="Courier New"/>
                <a:cs typeface="Courier New"/>
              </a:defRPr>
            </a:lvl8pPr>
            <a:lvl9pPr algn="l">
              <a:defRPr sz="900" b="0">
                <a:solidFill>
                  <a:srgbClr val="EF8B39"/>
                </a:solidFill>
                <a:latin typeface="Courier New"/>
                <a:ea typeface="Courier New"/>
                <a:cs typeface="Courier New"/>
              </a:defRPr>
            </a:lvl9pPr>
          </a:lstStyle>
          <a:p xmlns:a="http://schemas.openxmlformats.org/drawingml/2006/main">
            <a:pPr algn="l">
              <a:defRPr sz="900" b="0">
                <a:solidFill>
                  <a:srgbClr val="EF8B39"/>
                </a:solidFill>
                <a:latin typeface="Courier New"/>
                <a:ea typeface="Courier New"/>
                <a:cs typeface="Courier New"/>
              </a:defRPr>
            </a:pPr>
            <a:r>
              <a:rPr sz="900" b="0">
                <a:solidFill>
                  <a:srgbClr val="EF8B39"/>
                </a:solidFill>
                <a:latin typeface="Courier New"/>
                <a:ea typeface="Courier New"/>
                <a:cs typeface="Courier New"/>
              </a:rPr>
              <a:t>01</a:t>
            </a:r>
          </a:p>
        </p:txBody>
      </p:sp>
      <p:sp>
        <p:nvSpPr>
          <p:cNvPr id="42" name="">
            <a:extLst xmlns:a="http://schemas.openxmlformats.org/drawingml/2006/main">
              <a:ext uri="{FF2B5EF4-FFF2-40B4-BE49-F238E27FC236}">
                <a16:creationId xmlns:a16="http://schemas.microsoft.com/office/drawing/2014/main" id="{5A7B2615-EF64-481D-9F30-85ED8743E426}"/>
              </a:ext>
            </a:extLst>
          </p:cNvPr>
          <p:cNvSpPr>
            <a:spLocks xmlns:a="http://schemas.openxmlformats.org/drawingml/2006/main" noGrp="1"/>
          </p:cNvSpPr>
          <p:nvPr/>
        </p:nvSpPr>
        <p:spPr>
          <a:xfrm xmlns:a="http://schemas.openxmlformats.org/drawingml/2006/main">
            <a:off x="1352550" y="2352675"/>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Open the website and use its main action</a:t>
            </a:r>
          </a:p>
        </p:txBody>
      </p:sp>
      <p:sp>
        <p:nvSpPr>
          <p:cNvPr id="43" name="">
            <a:extLst xmlns:a="http://schemas.openxmlformats.org/drawingml/2006/main">
              <a:ext uri="{FF2B5EF4-FFF2-40B4-BE49-F238E27FC236}">
                <a16:creationId xmlns:a16="http://schemas.microsoft.com/office/drawing/2014/main" id="{DF13369C-6EAA-4A38-9602-0C79090A678E}"/>
              </a:ext>
            </a:extLst>
          </p:cNvPr>
          <p:cNvSpPr>
            <a:spLocks xmlns:a="http://schemas.openxmlformats.org/drawingml/2006/main" noGrp="1"/>
          </p:cNvSpPr>
          <p:nvPr/>
        </p:nvSpPr>
        <p:spPr>
          <a:xfrm xmlns:a="http://schemas.openxmlformats.org/drawingml/2006/main">
            <a:off x="742950" y="29718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EF8B39"/>
                </a:solidFill>
                <a:latin typeface="Courier New"/>
                <a:ea typeface="Courier New"/>
                <a:cs typeface="Courier New"/>
              </a:defRPr>
            </a:defPPr>
            <a:lvl1pPr algn="l">
              <a:defRPr sz="900" b="0">
                <a:solidFill>
                  <a:srgbClr val="EF8B39"/>
                </a:solidFill>
                <a:latin typeface="Courier New"/>
                <a:ea typeface="Courier New"/>
                <a:cs typeface="Courier New"/>
              </a:defRPr>
            </a:lvl1pPr>
            <a:lvl2pPr algn="l">
              <a:defRPr sz="900" b="0">
                <a:solidFill>
                  <a:srgbClr val="EF8B39"/>
                </a:solidFill>
                <a:latin typeface="Courier New"/>
                <a:ea typeface="Courier New"/>
                <a:cs typeface="Courier New"/>
              </a:defRPr>
            </a:lvl2pPr>
            <a:lvl3pPr algn="l">
              <a:defRPr sz="900" b="0">
                <a:solidFill>
                  <a:srgbClr val="EF8B39"/>
                </a:solidFill>
                <a:latin typeface="Courier New"/>
                <a:ea typeface="Courier New"/>
                <a:cs typeface="Courier New"/>
              </a:defRPr>
            </a:lvl3pPr>
            <a:lvl4pPr algn="l">
              <a:defRPr sz="900" b="0">
                <a:solidFill>
                  <a:srgbClr val="EF8B39"/>
                </a:solidFill>
                <a:latin typeface="Courier New"/>
                <a:ea typeface="Courier New"/>
                <a:cs typeface="Courier New"/>
              </a:defRPr>
            </a:lvl4pPr>
            <a:lvl5pPr algn="l">
              <a:defRPr sz="900" b="0">
                <a:solidFill>
                  <a:srgbClr val="EF8B39"/>
                </a:solidFill>
                <a:latin typeface="Courier New"/>
                <a:ea typeface="Courier New"/>
                <a:cs typeface="Courier New"/>
              </a:defRPr>
            </a:lvl5pPr>
            <a:lvl6pPr algn="l">
              <a:defRPr sz="900" b="0">
                <a:solidFill>
                  <a:srgbClr val="EF8B39"/>
                </a:solidFill>
                <a:latin typeface="Courier New"/>
                <a:ea typeface="Courier New"/>
                <a:cs typeface="Courier New"/>
              </a:defRPr>
            </a:lvl6pPr>
            <a:lvl7pPr algn="l">
              <a:defRPr sz="900" b="0">
                <a:solidFill>
                  <a:srgbClr val="EF8B39"/>
                </a:solidFill>
                <a:latin typeface="Courier New"/>
                <a:ea typeface="Courier New"/>
                <a:cs typeface="Courier New"/>
              </a:defRPr>
            </a:lvl7pPr>
            <a:lvl8pPr algn="l">
              <a:defRPr sz="900" b="0">
                <a:solidFill>
                  <a:srgbClr val="EF8B39"/>
                </a:solidFill>
                <a:latin typeface="Courier New"/>
                <a:ea typeface="Courier New"/>
                <a:cs typeface="Courier New"/>
              </a:defRPr>
            </a:lvl8pPr>
            <a:lvl9pPr algn="l">
              <a:defRPr sz="900" b="0">
                <a:solidFill>
                  <a:srgbClr val="EF8B39"/>
                </a:solidFill>
                <a:latin typeface="Courier New"/>
                <a:ea typeface="Courier New"/>
                <a:cs typeface="Courier New"/>
              </a:defRPr>
            </a:lvl9pPr>
          </a:lstStyle>
          <a:p xmlns:a="http://schemas.openxmlformats.org/drawingml/2006/main">
            <a:pPr algn="l">
              <a:defRPr sz="900" b="0">
                <a:solidFill>
                  <a:srgbClr val="EF8B39"/>
                </a:solidFill>
                <a:latin typeface="Courier New"/>
                <a:ea typeface="Courier New"/>
                <a:cs typeface="Courier New"/>
              </a:defRPr>
            </a:pPr>
            <a:r>
              <a:rPr sz="900" b="0">
                <a:solidFill>
                  <a:srgbClr val="EF8B39"/>
                </a:solidFill>
                <a:latin typeface="Courier New"/>
                <a:ea typeface="Courier New"/>
                <a:cs typeface="Courier New"/>
              </a:rPr>
              <a:t>02</a:t>
            </a:r>
          </a:p>
        </p:txBody>
      </p:sp>
      <p:sp>
        <p:nvSpPr>
          <p:cNvPr id="44" name="">
            <a:extLst xmlns:a="http://schemas.openxmlformats.org/drawingml/2006/main">
              <a:ext uri="{FF2B5EF4-FFF2-40B4-BE49-F238E27FC236}">
                <a16:creationId xmlns:a16="http://schemas.microsoft.com/office/drawing/2014/main" id="{ADF9A9FE-7D72-419E-8C8E-A6901DD702A0}"/>
              </a:ext>
            </a:extLst>
          </p:cNvPr>
          <p:cNvSpPr>
            <a:spLocks xmlns:a="http://schemas.openxmlformats.org/drawingml/2006/main" noGrp="1"/>
          </p:cNvSpPr>
          <p:nvPr/>
        </p:nvSpPr>
        <p:spPr>
          <a:xfrm xmlns:a="http://schemas.openxmlformats.org/drawingml/2006/main">
            <a:off x="1352550" y="2943225"/>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Open the game, complete a result, and restart</a:t>
            </a:r>
          </a:p>
        </p:txBody>
      </p:sp>
      <p:sp>
        <p:nvSpPr>
          <p:cNvPr id="45" name="">
            <a:extLst xmlns:a="http://schemas.openxmlformats.org/drawingml/2006/main">
              <a:ext uri="{FF2B5EF4-FFF2-40B4-BE49-F238E27FC236}">
                <a16:creationId xmlns:a16="http://schemas.microsoft.com/office/drawing/2014/main" id="{41C05AC8-98B4-4002-B9AF-5E1A7E57982F}"/>
              </a:ext>
            </a:extLst>
          </p:cNvPr>
          <p:cNvSpPr>
            <a:spLocks xmlns:a="http://schemas.openxmlformats.org/drawingml/2006/main" noGrp="1"/>
          </p:cNvSpPr>
          <p:nvPr/>
        </p:nvSpPr>
        <p:spPr>
          <a:xfrm xmlns:a="http://schemas.openxmlformats.org/drawingml/2006/main">
            <a:off x="742950" y="35623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EF8B39"/>
                </a:solidFill>
                <a:latin typeface="Courier New"/>
                <a:ea typeface="Courier New"/>
                <a:cs typeface="Courier New"/>
              </a:defRPr>
            </a:defPPr>
            <a:lvl1pPr algn="l">
              <a:defRPr sz="900" b="0">
                <a:solidFill>
                  <a:srgbClr val="EF8B39"/>
                </a:solidFill>
                <a:latin typeface="Courier New"/>
                <a:ea typeface="Courier New"/>
                <a:cs typeface="Courier New"/>
              </a:defRPr>
            </a:lvl1pPr>
            <a:lvl2pPr algn="l">
              <a:defRPr sz="900" b="0">
                <a:solidFill>
                  <a:srgbClr val="EF8B39"/>
                </a:solidFill>
                <a:latin typeface="Courier New"/>
                <a:ea typeface="Courier New"/>
                <a:cs typeface="Courier New"/>
              </a:defRPr>
            </a:lvl2pPr>
            <a:lvl3pPr algn="l">
              <a:defRPr sz="900" b="0">
                <a:solidFill>
                  <a:srgbClr val="EF8B39"/>
                </a:solidFill>
                <a:latin typeface="Courier New"/>
                <a:ea typeface="Courier New"/>
                <a:cs typeface="Courier New"/>
              </a:defRPr>
            </a:lvl3pPr>
            <a:lvl4pPr algn="l">
              <a:defRPr sz="900" b="0">
                <a:solidFill>
                  <a:srgbClr val="EF8B39"/>
                </a:solidFill>
                <a:latin typeface="Courier New"/>
                <a:ea typeface="Courier New"/>
                <a:cs typeface="Courier New"/>
              </a:defRPr>
            </a:lvl4pPr>
            <a:lvl5pPr algn="l">
              <a:defRPr sz="900" b="0">
                <a:solidFill>
                  <a:srgbClr val="EF8B39"/>
                </a:solidFill>
                <a:latin typeface="Courier New"/>
                <a:ea typeface="Courier New"/>
                <a:cs typeface="Courier New"/>
              </a:defRPr>
            </a:lvl5pPr>
            <a:lvl6pPr algn="l">
              <a:defRPr sz="900" b="0">
                <a:solidFill>
                  <a:srgbClr val="EF8B39"/>
                </a:solidFill>
                <a:latin typeface="Courier New"/>
                <a:ea typeface="Courier New"/>
                <a:cs typeface="Courier New"/>
              </a:defRPr>
            </a:lvl6pPr>
            <a:lvl7pPr algn="l">
              <a:defRPr sz="900" b="0">
                <a:solidFill>
                  <a:srgbClr val="EF8B39"/>
                </a:solidFill>
                <a:latin typeface="Courier New"/>
                <a:ea typeface="Courier New"/>
                <a:cs typeface="Courier New"/>
              </a:defRPr>
            </a:lvl7pPr>
            <a:lvl8pPr algn="l">
              <a:defRPr sz="900" b="0">
                <a:solidFill>
                  <a:srgbClr val="EF8B39"/>
                </a:solidFill>
                <a:latin typeface="Courier New"/>
                <a:ea typeface="Courier New"/>
                <a:cs typeface="Courier New"/>
              </a:defRPr>
            </a:lvl8pPr>
            <a:lvl9pPr algn="l">
              <a:defRPr sz="900" b="0">
                <a:solidFill>
                  <a:srgbClr val="EF8B39"/>
                </a:solidFill>
                <a:latin typeface="Courier New"/>
                <a:ea typeface="Courier New"/>
                <a:cs typeface="Courier New"/>
              </a:defRPr>
            </a:lvl9pPr>
          </a:lstStyle>
          <a:p xmlns:a="http://schemas.openxmlformats.org/drawingml/2006/main">
            <a:pPr algn="l">
              <a:defRPr sz="900" b="0">
                <a:solidFill>
                  <a:srgbClr val="EF8B39"/>
                </a:solidFill>
                <a:latin typeface="Courier New"/>
                <a:ea typeface="Courier New"/>
                <a:cs typeface="Courier New"/>
              </a:defRPr>
            </a:pPr>
            <a:r>
              <a:rPr sz="900" b="0">
                <a:solidFill>
                  <a:srgbClr val="EF8B39"/>
                </a:solidFill>
                <a:latin typeface="Courier New"/>
                <a:ea typeface="Courier New"/>
                <a:cs typeface="Courier New"/>
              </a:rPr>
              <a:t>03</a:t>
            </a:r>
          </a:p>
        </p:txBody>
      </p:sp>
      <p:sp>
        <p:nvSpPr>
          <p:cNvPr id="46" name="">
            <a:extLst xmlns:a="http://schemas.openxmlformats.org/drawingml/2006/main">
              <a:ext uri="{FF2B5EF4-FFF2-40B4-BE49-F238E27FC236}">
                <a16:creationId xmlns:a16="http://schemas.microsoft.com/office/drawing/2014/main" id="{1671BE26-1DA5-4A74-A83A-6DE3387ACE71}"/>
              </a:ext>
            </a:extLst>
          </p:cNvPr>
          <p:cNvSpPr>
            <a:spLocks xmlns:a="http://schemas.openxmlformats.org/drawingml/2006/main" noGrp="1"/>
          </p:cNvSpPr>
          <p:nvPr/>
        </p:nvSpPr>
        <p:spPr>
          <a:xfrm xmlns:a="http://schemas.openxmlformats.org/drawingml/2006/main">
            <a:off x="1352550" y="3533775"/>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Show the separate GitHub repository behind each project</a:t>
            </a:r>
          </a:p>
        </p:txBody>
      </p:sp>
      <p:sp>
        <p:nvSpPr>
          <p:cNvPr id="47" name="">
            <a:extLst xmlns:a="http://schemas.openxmlformats.org/drawingml/2006/main">
              <a:ext uri="{FF2B5EF4-FFF2-40B4-BE49-F238E27FC236}">
                <a16:creationId xmlns:a16="http://schemas.microsoft.com/office/drawing/2014/main" id="{B4044C16-221A-46FD-BC72-45B1ABB62830}"/>
              </a:ext>
            </a:extLst>
          </p:cNvPr>
          <p:cNvSpPr>
            <a:spLocks xmlns:a="http://schemas.openxmlformats.org/drawingml/2006/main" noGrp="1"/>
          </p:cNvSpPr>
          <p:nvPr/>
        </p:nvSpPr>
        <p:spPr>
          <a:xfrm xmlns:a="http://schemas.openxmlformats.org/drawingml/2006/main">
            <a:off x="742950" y="41529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EF8B39"/>
                </a:solidFill>
                <a:latin typeface="Courier New"/>
                <a:ea typeface="Courier New"/>
                <a:cs typeface="Courier New"/>
              </a:defRPr>
            </a:defPPr>
            <a:lvl1pPr algn="l">
              <a:defRPr sz="900" b="0">
                <a:solidFill>
                  <a:srgbClr val="EF8B39"/>
                </a:solidFill>
                <a:latin typeface="Courier New"/>
                <a:ea typeface="Courier New"/>
                <a:cs typeface="Courier New"/>
              </a:defRPr>
            </a:lvl1pPr>
            <a:lvl2pPr algn="l">
              <a:defRPr sz="900" b="0">
                <a:solidFill>
                  <a:srgbClr val="EF8B39"/>
                </a:solidFill>
                <a:latin typeface="Courier New"/>
                <a:ea typeface="Courier New"/>
                <a:cs typeface="Courier New"/>
              </a:defRPr>
            </a:lvl2pPr>
            <a:lvl3pPr algn="l">
              <a:defRPr sz="900" b="0">
                <a:solidFill>
                  <a:srgbClr val="EF8B39"/>
                </a:solidFill>
                <a:latin typeface="Courier New"/>
                <a:ea typeface="Courier New"/>
                <a:cs typeface="Courier New"/>
              </a:defRPr>
            </a:lvl3pPr>
            <a:lvl4pPr algn="l">
              <a:defRPr sz="900" b="0">
                <a:solidFill>
                  <a:srgbClr val="EF8B39"/>
                </a:solidFill>
                <a:latin typeface="Courier New"/>
                <a:ea typeface="Courier New"/>
                <a:cs typeface="Courier New"/>
              </a:defRPr>
            </a:lvl4pPr>
            <a:lvl5pPr algn="l">
              <a:defRPr sz="900" b="0">
                <a:solidFill>
                  <a:srgbClr val="EF8B39"/>
                </a:solidFill>
                <a:latin typeface="Courier New"/>
                <a:ea typeface="Courier New"/>
                <a:cs typeface="Courier New"/>
              </a:defRPr>
            </a:lvl5pPr>
            <a:lvl6pPr algn="l">
              <a:defRPr sz="900" b="0">
                <a:solidFill>
                  <a:srgbClr val="EF8B39"/>
                </a:solidFill>
                <a:latin typeface="Courier New"/>
                <a:ea typeface="Courier New"/>
                <a:cs typeface="Courier New"/>
              </a:defRPr>
            </a:lvl6pPr>
            <a:lvl7pPr algn="l">
              <a:defRPr sz="900" b="0">
                <a:solidFill>
                  <a:srgbClr val="EF8B39"/>
                </a:solidFill>
                <a:latin typeface="Courier New"/>
                <a:ea typeface="Courier New"/>
                <a:cs typeface="Courier New"/>
              </a:defRPr>
            </a:lvl7pPr>
            <a:lvl8pPr algn="l">
              <a:defRPr sz="900" b="0">
                <a:solidFill>
                  <a:srgbClr val="EF8B39"/>
                </a:solidFill>
                <a:latin typeface="Courier New"/>
                <a:ea typeface="Courier New"/>
                <a:cs typeface="Courier New"/>
              </a:defRPr>
            </a:lvl8pPr>
            <a:lvl9pPr algn="l">
              <a:defRPr sz="900" b="0">
                <a:solidFill>
                  <a:srgbClr val="EF8B39"/>
                </a:solidFill>
                <a:latin typeface="Courier New"/>
                <a:ea typeface="Courier New"/>
                <a:cs typeface="Courier New"/>
              </a:defRPr>
            </a:lvl9pPr>
          </a:lstStyle>
          <a:p xmlns:a="http://schemas.openxmlformats.org/drawingml/2006/main">
            <a:pPr algn="l">
              <a:defRPr sz="900" b="0">
                <a:solidFill>
                  <a:srgbClr val="EF8B39"/>
                </a:solidFill>
                <a:latin typeface="Courier New"/>
                <a:ea typeface="Courier New"/>
                <a:cs typeface="Courier New"/>
              </a:defRPr>
            </a:pPr>
            <a:r>
              <a:rPr sz="900" b="0">
                <a:solidFill>
                  <a:srgbClr val="EF8B39"/>
                </a:solidFill>
                <a:latin typeface="Courier New"/>
                <a:ea typeface="Courier New"/>
                <a:cs typeface="Courier New"/>
              </a:rPr>
              <a:t>04</a:t>
            </a:r>
          </a:p>
        </p:txBody>
      </p:sp>
      <p:sp>
        <p:nvSpPr>
          <p:cNvPr id="48" name="">
            <a:extLst xmlns:a="http://schemas.openxmlformats.org/drawingml/2006/main">
              <a:ext uri="{FF2B5EF4-FFF2-40B4-BE49-F238E27FC236}">
                <a16:creationId xmlns:a16="http://schemas.microsoft.com/office/drawing/2014/main" id="{99088B3D-E04C-44B5-A7C7-0BA6BD3273B4}"/>
              </a:ext>
            </a:extLst>
          </p:cNvPr>
          <p:cNvSpPr>
            <a:spLocks xmlns:a="http://schemas.openxmlformats.org/drawingml/2006/main" noGrp="1"/>
          </p:cNvSpPr>
          <p:nvPr/>
        </p:nvSpPr>
        <p:spPr>
          <a:xfrm xmlns:a="http://schemas.openxmlformats.org/drawingml/2006/main">
            <a:off x="1352550" y="4124325"/>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Show the separate Vercel project and Ready deployment behind each URL</a:t>
            </a:r>
          </a:p>
        </p:txBody>
      </p:sp>
      <p:sp>
        <p:nvSpPr>
          <p:cNvPr id="49" name="">
            <a:extLst xmlns:a="http://schemas.openxmlformats.org/drawingml/2006/main">
              <a:ext uri="{FF2B5EF4-FFF2-40B4-BE49-F238E27FC236}">
                <a16:creationId xmlns:a16="http://schemas.microsoft.com/office/drawing/2014/main" id="{B10222B6-13EC-4118-944A-517F8E92467E}"/>
              </a:ext>
            </a:extLst>
          </p:cNvPr>
          <p:cNvSpPr>
            <a:spLocks xmlns:a="http://schemas.openxmlformats.org/drawingml/2006/main" noGrp="1"/>
          </p:cNvSpPr>
          <p:nvPr/>
        </p:nvSpPr>
        <p:spPr>
          <a:xfrm xmlns:a="http://schemas.openxmlformats.org/drawingml/2006/main">
            <a:off x="742950" y="47434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EF8B39"/>
                </a:solidFill>
                <a:latin typeface="Courier New"/>
                <a:ea typeface="Courier New"/>
                <a:cs typeface="Courier New"/>
              </a:defRPr>
            </a:defPPr>
            <a:lvl1pPr algn="l">
              <a:defRPr sz="900" b="0">
                <a:solidFill>
                  <a:srgbClr val="EF8B39"/>
                </a:solidFill>
                <a:latin typeface="Courier New"/>
                <a:ea typeface="Courier New"/>
                <a:cs typeface="Courier New"/>
              </a:defRPr>
            </a:lvl1pPr>
            <a:lvl2pPr algn="l">
              <a:defRPr sz="900" b="0">
                <a:solidFill>
                  <a:srgbClr val="EF8B39"/>
                </a:solidFill>
                <a:latin typeface="Courier New"/>
                <a:ea typeface="Courier New"/>
                <a:cs typeface="Courier New"/>
              </a:defRPr>
            </a:lvl2pPr>
            <a:lvl3pPr algn="l">
              <a:defRPr sz="900" b="0">
                <a:solidFill>
                  <a:srgbClr val="EF8B39"/>
                </a:solidFill>
                <a:latin typeface="Courier New"/>
                <a:ea typeface="Courier New"/>
                <a:cs typeface="Courier New"/>
              </a:defRPr>
            </a:lvl3pPr>
            <a:lvl4pPr algn="l">
              <a:defRPr sz="900" b="0">
                <a:solidFill>
                  <a:srgbClr val="EF8B39"/>
                </a:solidFill>
                <a:latin typeface="Courier New"/>
                <a:ea typeface="Courier New"/>
                <a:cs typeface="Courier New"/>
              </a:defRPr>
            </a:lvl4pPr>
            <a:lvl5pPr algn="l">
              <a:defRPr sz="900" b="0">
                <a:solidFill>
                  <a:srgbClr val="EF8B39"/>
                </a:solidFill>
                <a:latin typeface="Courier New"/>
                <a:ea typeface="Courier New"/>
                <a:cs typeface="Courier New"/>
              </a:defRPr>
            </a:lvl5pPr>
            <a:lvl6pPr algn="l">
              <a:defRPr sz="900" b="0">
                <a:solidFill>
                  <a:srgbClr val="EF8B39"/>
                </a:solidFill>
                <a:latin typeface="Courier New"/>
                <a:ea typeface="Courier New"/>
                <a:cs typeface="Courier New"/>
              </a:defRPr>
            </a:lvl6pPr>
            <a:lvl7pPr algn="l">
              <a:defRPr sz="900" b="0">
                <a:solidFill>
                  <a:srgbClr val="EF8B39"/>
                </a:solidFill>
                <a:latin typeface="Courier New"/>
                <a:ea typeface="Courier New"/>
                <a:cs typeface="Courier New"/>
              </a:defRPr>
            </a:lvl7pPr>
            <a:lvl8pPr algn="l">
              <a:defRPr sz="900" b="0">
                <a:solidFill>
                  <a:srgbClr val="EF8B39"/>
                </a:solidFill>
                <a:latin typeface="Courier New"/>
                <a:ea typeface="Courier New"/>
                <a:cs typeface="Courier New"/>
              </a:defRPr>
            </a:lvl8pPr>
            <a:lvl9pPr algn="l">
              <a:defRPr sz="900" b="0">
                <a:solidFill>
                  <a:srgbClr val="EF8B39"/>
                </a:solidFill>
                <a:latin typeface="Courier New"/>
                <a:ea typeface="Courier New"/>
                <a:cs typeface="Courier New"/>
              </a:defRPr>
            </a:lvl9pPr>
          </a:lstStyle>
          <a:p xmlns:a="http://schemas.openxmlformats.org/drawingml/2006/main">
            <a:pPr algn="l">
              <a:defRPr sz="900" b="0">
                <a:solidFill>
                  <a:srgbClr val="EF8B39"/>
                </a:solidFill>
                <a:latin typeface="Courier New"/>
                <a:ea typeface="Courier New"/>
                <a:cs typeface="Courier New"/>
              </a:defRPr>
            </a:pPr>
            <a:r>
              <a:rPr sz="900" b="0">
                <a:solidFill>
                  <a:srgbClr val="EF8B39"/>
                </a:solidFill>
                <a:latin typeface="Courier New"/>
                <a:ea typeface="Courier New"/>
                <a:cs typeface="Courier New"/>
              </a:rPr>
              <a:t>05</a:t>
            </a:r>
          </a:p>
        </p:txBody>
      </p:sp>
      <p:sp>
        <p:nvSpPr>
          <p:cNvPr id="50" name="">
            <a:extLst xmlns:a="http://schemas.openxmlformats.org/drawingml/2006/main">
              <a:ext uri="{FF2B5EF4-FFF2-40B4-BE49-F238E27FC236}">
                <a16:creationId xmlns:a16="http://schemas.microsoft.com/office/drawing/2014/main" id="{7C764FB6-56DA-4343-8C2C-9FEEBC9DA947}"/>
              </a:ext>
            </a:extLst>
          </p:cNvPr>
          <p:cNvSpPr>
            <a:spLocks xmlns:a="http://schemas.openxmlformats.org/drawingml/2006/main" noGrp="1"/>
          </p:cNvSpPr>
          <p:nvPr/>
        </p:nvSpPr>
        <p:spPr>
          <a:xfrm xmlns:a="http://schemas.openxmlformats.org/drawingml/2006/main">
            <a:off x="1352550" y="4714875"/>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Name the next small change for one project</a:t>
            </a:r>
          </a:p>
        </p:txBody>
      </p:sp>
      <p:sp>
        <p:nvSpPr>
          <p:cNvPr id="51" name="">
            <a:extLst xmlns:a="http://schemas.openxmlformats.org/drawingml/2006/main">
              <a:ext uri="{FF2B5EF4-FFF2-40B4-BE49-F238E27FC236}">
                <a16:creationId xmlns:a16="http://schemas.microsoft.com/office/drawing/2014/main" id="{7A13F663-1838-48C3-9421-7F453797DB1A}"/>
              </a:ext>
            </a:extLst>
          </p:cNvPr>
          <p:cNvSpPr>
            <a:spLocks xmlns:a="http://schemas.openxmlformats.org/drawingml/2006/main" noGrp="1"/>
          </p:cNvSpPr>
          <p:nvPr/>
        </p:nvSpPr>
        <p:spPr>
          <a:xfrm xmlns:a="http://schemas.openxmlformats.org/drawingml/2006/main">
            <a:off x="647700" y="497205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52" name="">
            <a:extLst xmlns:a="http://schemas.openxmlformats.org/drawingml/2006/main">
              <a:ext uri="{FF2B5EF4-FFF2-40B4-BE49-F238E27FC236}">
                <a16:creationId xmlns:a16="http://schemas.microsoft.com/office/drawing/2014/main" id="{4E6DE2C5-E040-47A0-8124-FB71A3BC4A63}"/>
              </a:ext>
            </a:extLst>
          </p:cNvPr>
          <p:cNvSpPr>
            <a:spLocks xmlns:a="http://schemas.openxmlformats.org/drawingml/2006/main" noGrp="1"/>
          </p:cNvSpPr>
          <p:nvPr/>
        </p:nvSpPr>
        <p:spPr>
          <a:xfrm xmlns:a="http://schemas.openxmlformats.org/drawingml/2006/main">
            <a:off x="742950" y="52197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1">
                <a:solidFill>
                  <a:srgbClr val="B93800"/>
                </a:solidFill>
                <a:latin typeface="Montserrat"/>
                <a:ea typeface="Montserrat"/>
                <a:cs typeface="Montserrat"/>
              </a:defRPr>
            </a:defPPr>
            <a:lvl1pPr algn="l">
              <a:defRPr sz="1200" b="1">
                <a:solidFill>
                  <a:srgbClr val="B93800"/>
                </a:solidFill>
                <a:latin typeface="Montserrat"/>
                <a:ea typeface="Montserrat"/>
                <a:cs typeface="Montserrat"/>
              </a:defRPr>
            </a:lvl1pPr>
            <a:lvl2pPr algn="l">
              <a:defRPr sz="1200" b="1">
                <a:solidFill>
                  <a:srgbClr val="B93800"/>
                </a:solidFill>
                <a:latin typeface="Montserrat"/>
                <a:ea typeface="Montserrat"/>
                <a:cs typeface="Montserrat"/>
              </a:defRPr>
            </a:lvl2pPr>
            <a:lvl3pPr algn="l">
              <a:defRPr sz="1200" b="1">
                <a:solidFill>
                  <a:srgbClr val="B93800"/>
                </a:solidFill>
                <a:latin typeface="Montserrat"/>
                <a:ea typeface="Montserrat"/>
                <a:cs typeface="Montserrat"/>
              </a:defRPr>
            </a:lvl3pPr>
            <a:lvl4pPr algn="l">
              <a:defRPr sz="1200" b="1">
                <a:solidFill>
                  <a:srgbClr val="B93800"/>
                </a:solidFill>
                <a:latin typeface="Montserrat"/>
                <a:ea typeface="Montserrat"/>
                <a:cs typeface="Montserrat"/>
              </a:defRPr>
            </a:lvl4pPr>
            <a:lvl5pPr algn="l">
              <a:defRPr sz="1200" b="1">
                <a:solidFill>
                  <a:srgbClr val="B93800"/>
                </a:solidFill>
                <a:latin typeface="Montserrat"/>
                <a:ea typeface="Montserrat"/>
                <a:cs typeface="Montserrat"/>
              </a:defRPr>
            </a:lvl5pPr>
            <a:lvl6pPr algn="l">
              <a:defRPr sz="1200" b="1">
                <a:solidFill>
                  <a:srgbClr val="B93800"/>
                </a:solidFill>
                <a:latin typeface="Montserrat"/>
                <a:ea typeface="Montserrat"/>
                <a:cs typeface="Montserrat"/>
              </a:defRPr>
            </a:lvl6pPr>
            <a:lvl7pPr algn="l">
              <a:defRPr sz="1200" b="1">
                <a:solidFill>
                  <a:srgbClr val="B93800"/>
                </a:solidFill>
                <a:latin typeface="Montserrat"/>
                <a:ea typeface="Montserrat"/>
                <a:cs typeface="Montserrat"/>
              </a:defRPr>
            </a:lvl7pPr>
            <a:lvl8pPr algn="l">
              <a:defRPr sz="1200" b="1">
                <a:solidFill>
                  <a:srgbClr val="B93800"/>
                </a:solidFill>
                <a:latin typeface="Montserrat"/>
                <a:ea typeface="Montserrat"/>
                <a:cs typeface="Montserrat"/>
              </a:defRPr>
            </a:lvl8pPr>
            <a:lvl9pPr algn="l">
              <a:defRPr sz="1200" b="1">
                <a:solidFill>
                  <a:srgbClr val="B93800"/>
                </a:solidFill>
                <a:latin typeface="Montserrat"/>
                <a:ea typeface="Montserrat"/>
                <a:cs typeface="Montserrat"/>
              </a:defRPr>
            </a:lvl9pPr>
          </a:lstStyle>
          <a:p xmlns:a="http://schemas.openxmlformats.org/drawingml/2006/main">
            <a:pPr algn="l">
              <a:defRPr sz="1200" b="1">
                <a:solidFill>
                  <a:srgbClr val="B93800"/>
                </a:solidFill>
                <a:latin typeface="Montserrat"/>
                <a:ea typeface="Montserrat"/>
                <a:cs typeface="Montserrat"/>
              </a:defRPr>
            </a:pPr>
            <a:r>
              <a:rPr sz="1200" b="1">
                <a:solidFill>
                  <a:srgbClr val="B93800"/>
                </a:solidFill>
                <a:latin typeface="Montserrat"/>
                <a:ea typeface="Montserrat"/>
                <a:cs typeface="Montserrat"/>
              </a:rPr>
              <a:t>The demonstration is the evidence. You do not need to explain the code.</a:t>
            </a:r>
          </a:p>
        </p:txBody>
      </p:sp>
      <p:sp>
        <p:nvSpPr>
          <p:cNvPr id="53" name="">
            <a:extLst xmlns:a="http://schemas.openxmlformats.org/drawingml/2006/main">
              <a:ext uri="{FF2B5EF4-FFF2-40B4-BE49-F238E27FC236}">
                <a16:creationId xmlns:a16="http://schemas.microsoft.com/office/drawing/2014/main" id="{5B25B655-4104-4A18-BF71-7BFA38306681}"/>
              </a:ext>
            </a:extLst>
          </p:cNvPr>
          <p:cNvSpPr>
            <a:spLocks xmlns:a="http://schemas.openxmlformats.org/drawingml/2006/main" noGrp="1"/>
          </p:cNvSpPr>
          <p:nvPr/>
        </p:nvSpPr>
        <p:spPr>
          <a:xfrm xmlns:a="http://schemas.openxmlformats.org/drawingml/2006/main">
            <a:off x="3667125" y="6381750"/>
            <a:ext cx="4857750" cy="0"/>
          </a:xfrm>
          <a:prstGeom xmlns:a="http://schemas.openxmlformats.org/drawingml/2006/main" prst="line">
            <a:avLst/>
          </a:prstGeom>
          <a:noFill xmlns:a="http://schemas.openxmlformats.org/drawingml/2006/main"/>
          <a:ln xmlns:a="http://schemas.openxmlformats.org/drawingml/2006/main" w="5715">
            <a:solidFill>
              <a:srgbClr val="D8E2EF"/>
            </a:solidFill>
            <a:prstDash val="solid"/>
          </a:ln>
        </p:spPr>
      </p:sp>
      <p:sp>
        <p:nvSpPr>
          <p:cNvPr id="54" name="">
            <a:extLst xmlns:a="http://schemas.openxmlformats.org/drawingml/2006/main">
              <a:ext uri="{FF2B5EF4-FFF2-40B4-BE49-F238E27FC236}">
                <a16:creationId xmlns:a16="http://schemas.microsoft.com/office/drawing/2014/main" id="{F821C7A9-AFB9-4559-A198-CD5D23F6E346}"/>
              </a:ext>
            </a:extLst>
          </p:cNvPr>
          <p:cNvSpPr>
            <a:spLocks xmlns:a="http://schemas.openxmlformats.org/drawingml/2006/main" noGrp="1"/>
          </p:cNvSpPr>
          <p:nvPr/>
        </p:nvSpPr>
        <p:spPr>
          <a:xfrm xmlns:a="http://schemas.openxmlformats.org/drawingml/2006/main">
            <a:off x="8162925" y="6381750"/>
            <a:ext cx="361950" cy="0"/>
          </a:xfrm>
          <a:prstGeom xmlns:a="http://schemas.openxmlformats.org/drawingml/2006/main" prst="line">
            <a:avLst/>
          </a:prstGeom>
          <a:noFill xmlns:a="http://schemas.openxmlformats.org/drawingml/2006/main"/>
          <a:ln xmlns:a="http://schemas.openxmlformats.org/drawingml/2006/main" w="28575">
            <a:solidFill>
              <a:srgbClr val="EF8B39"/>
            </a:solidFill>
            <a:prstDash val="solid"/>
          </a:ln>
        </p:spPr>
      </p:sp>
      <p:sp>
        <p:nvSpPr>
          <p:cNvPr id="55" name="">
            <a:extLst xmlns:a="http://schemas.openxmlformats.org/drawingml/2006/main">
              <a:ext uri="{FF2B5EF4-FFF2-40B4-BE49-F238E27FC236}">
                <a16:creationId xmlns:a16="http://schemas.microsoft.com/office/drawing/2014/main" id="{7890A96D-429E-4E75-99A0-80A02F152F1E}"/>
              </a:ext>
            </a:extLst>
          </p:cNvPr>
          <p:cNvSpPr>
            <a:spLocks xmlns:a="http://schemas.openxmlformats.org/drawingml/2006/main" noGrp="1"/>
          </p:cNvSpPr>
          <p:nvPr/>
        </p:nvSpPr>
        <p:spPr>
          <a:xfrm xmlns:a="http://schemas.openxmlformats.org/drawingml/2006/main">
            <a:off x="36337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56" name="">
            <a:extLst xmlns:a="http://schemas.openxmlformats.org/drawingml/2006/main">
              <a:ext uri="{FF2B5EF4-FFF2-40B4-BE49-F238E27FC236}">
                <a16:creationId xmlns:a16="http://schemas.microsoft.com/office/drawing/2014/main" id="{95CE4E8F-EA33-4F44-B841-AD696BB436D2}"/>
              </a:ext>
            </a:extLst>
          </p:cNvPr>
          <p:cNvSpPr>
            <a:spLocks xmlns:a="http://schemas.openxmlformats.org/drawingml/2006/main" noGrp="1"/>
          </p:cNvSpPr>
          <p:nvPr/>
        </p:nvSpPr>
        <p:spPr>
          <a:xfrm xmlns:a="http://schemas.openxmlformats.org/drawingml/2006/main">
            <a:off x="32670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PLAN</a:t>
            </a:r>
          </a:p>
        </p:txBody>
      </p:sp>
      <p:sp>
        <p:nvSpPr>
          <p:cNvPr id="57" name="">
            <a:extLst xmlns:a="http://schemas.openxmlformats.org/drawingml/2006/main">
              <a:ext uri="{FF2B5EF4-FFF2-40B4-BE49-F238E27FC236}">
                <a16:creationId xmlns:a16="http://schemas.microsoft.com/office/drawing/2014/main" id="{3E35F822-173D-4A1B-936F-170287B0F96B}"/>
              </a:ext>
            </a:extLst>
          </p:cNvPr>
          <p:cNvSpPr>
            <a:spLocks xmlns:a="http://schemas.openxmlformats.org/drawingml/2006/main" noGrp="1"/>
          </p:cNvSpPr>
          <p:nvPr/>
        </p:nvSpPr>
        <p:spPr>
          <a:xfrm xmlns:a="http://schemas.openxmlformats.org/drawingml/2006/main">
            <a:off x="46053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58" name="">
            <a:extLst xmlns:a="http://schemas.openxmlformats.org/drawingml/2006/main">
              <a:ext uri="{FF2B5EF4-FFF2-40B4-BE49-F238E27FC236}">
                <a16:creationId xmlns:a16="http://schemas.microsoft.com/office/drawing/2014/main" id="{6FCEC2F2-1A76-4C37-95DA-7496417E33CF}"/>
              </a:ext>
            </a:extLst>
          </p:cNvPr>
          <p:cNvSpPr>
            <a:spLocks xmlns:a="http://schemas.openxmlformats.org/drawingml/2006/main" noGrp="1"/>
          </p:cNvSpPr>
          <p:nvPr/>
        </p:nvSpPr>
        <p:spPr>
          <a:xfrm xmlns:a="http://schemas.openxmlformats.org/drawingml/2006/main">
            <a:off x="42386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DESIGN</a:t>
            </a:r>
          </a:p>
        </p:txBody>
      </p:sp>
      <p:sp>
        <p:nvSpPr>
          <p:cNvPr id="59" name="">
            <a:extLst xmlns:a="http://schemas.openxmlformats.org/drawingml/2006/main">
              <a:ext uri="{FF2B5EF4-FFF2-40B4-BE49-F238E27FC236}">
                <a16:creationId xmlns:a16="http://schemas.microsoft.com/office/drawing/2014/main" id="{970BD797-D384-4A22-932B-AD0C42290964}"/>
              </a:ext>
            </a:extLst>
          </p:cNvPr>
          <p:cNvSpPr>
            <a:spLocks xmlns:a="http://schemas.openxmlformats.org/drawingml/2006/main" noGrp="1"/>
          </p:cNvSpPr>
          <p:nvPr/>
        </p:nvSpPr>
        <p:spPr>
          <a:xfrm xmlns:a="http://schemas.openxmlformats.org/drawingml/2006/main">
            <a:off x="55768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60" name="">
            <a:extLst xmlns:a="http://schemas.openxmlformats.org/drawingml/2006/main">
              <a:ext uri="{FF2B5EF4-FFF2-40B4-BE49-F238E27FC236}">
                <a16:creationId xmlns:a16="http://schemas.microsoft.com/office/drawing/2014/main" id="{469EFD70-AC9C-425E-A02A-FC947D3B1DC2}"/>
              </a:ext>
            </a:extLst>
          </p:cNvPr>
          <p:cNvSpPr>
            <a:spLocks xmlns:a="http://schemas.openxmlformats.org/drawingml/2006/main" noGrp="1"/>
          </p:cNvSpPr>
          <p:nvPr/>
        </p:nvSpPr>
        <p:spPr>
          <a:xfrm xmlns:a="http://schemas.openxmlformats.org/drawingml/2006/main">
            <a:off x="52101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BUILD</a:t>
            </a:r>
          </a:p>
        </p:txBody>
      </p:sp>
      <p:sp>
        <p:nvSpPr>
          <p:cNvPr id="61" name="">
            <a:extLst xmlns:a="http://schemas.openxmlformats.org/drawingml/2006/main">
              <a:ext uri="{FF2B5EF4-FFF2-40B4-BE49-F238E27FC236}">
                <a16:creationId xmlns:a16="http://schemas.microsoft.com/office/drawing/2014/main" id="{343DB87C-11C7-4F7C-AE87-FD2F102F739B}"/>
              </a:ext>
            </a:extLst>
          </p:cNvPr>
          <p:cNvSpPr>
            <a:spLocks xmlns:a="http://schemas.openxmlformats.org/drawingml/2006/main" noGrp="1"/>
          </p:cNvSpPr>
          <p:nvPr/>
        </p:nvSpPr>
        <p:spPr>
          <a:xfrm xmlns:a="http://schemas.openxmlformats.org/drawingml/2006/main">
            <a:off x="65484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62" name="">
            <a:extLst xmlns:a="http://schemas.openxmlformats.org/drawingml/2006/main">
              <a:ext uri="{FF2B5EF4-FFF2-40B4-BE49-F238E27FC236}">
                <a16:creationId xmlns:a16="http://schemas.microsoft.com/office/drawing/2014/main" id="{0FC240FC-99C5-4617-A188-C1861B15064B}"/>
              </a:ext>
            </a:extLst>
          </p:cNvPr>
          <p:cNvSpPr>
            <a:spLocks xmlns:a="http://schemas.openxmlformats.org/drawingml/2006/main" noGrp="1"/>
          </p:cNvSpPr>
          <p:nvPr/>
        </p:nvSpPr>
        <p:spPr>
          <a:xfrm xmlns:a="http://schemas.openxmlformats.org/drawingml/2006/main">
            <a:off x="61817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TEST</a:t>
            </a:r>
          </a:p>
        </p:txBody>
      </p:sp>
      <p:sp>
        <p:nvSpPr>
          <p:cNvPr id="63" name="">
            <a:extLst xmlns:a="http://schemas.openxmlformats.org/drawingml/2006/main">
              <a:ext uri="{FF2B5EF4-FFF2-40B4-BE49-F238E27FC236}">
                <a16:creationId xmlns:a16="http://schemas.microsoft.com/office/drawing/2014/main" id="{C2E15349-A033-4872-B4E6-3A16E82F3947}"/>
              </a:ext>
            </a:extLst>
          </p:cNvPr>
          <p:cNvSpPr>
            <a:spLocks xmlns:a="http://schemas.openxmlformats.org/drawingml/2006/main" noGrp="1"/>
          </p:cNvSpPr>
          <p:nvPr/>
        </p:nvSpPr>
        <p:spPr>
          <a:xfrm xmlns:a="http://schemas.openxmlformats.org/drawingml/2006/main">
            <a:off x="75199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64" name="">
            <a:extLst xmlns:a="http://schemas.openxmlformats.org/drawingml/2006/main">
              <a:ext uri="{FF2B5EF4-FFF2-40B4-BE49-F238E27FC236}">
                <a16:creationId xmlns:a16="http://schemas.microsoft.com/office/drawing/2014/main" id="{2B9C65CE-4F59-4448-B532-56D2BAF07870}"/>
              </a:ext>
            </a:extLst>
          </p:cNvPr>
          <p:cNvSpPr>
            <a:spLocks xmlns:a="http://schemas.openxmlformats.org/drawingml/2006/main" noGrp="1"/>
          </p:cNvSpPr>
          <p:nvPr/>
        </p:nvSpPr>
        <p:spPr>
          <a:xfrm xmlns:a="http://schemas.openxmlformats.org/drawingml/2006/main">
            <a:off x="71532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DEPLOY</a:t>
            </a:r>
          </a:p>
        </p:txBody>
      </p:sp>
      <p:sp>
        <p:nvSpPr>
          <p:cNvPr id="65" name="">
            <a:extLst xmlns:a="http://schemas.openxmlformats.org/drawingml/2006/main">
              <a:ext uri="{FF2B5EF4-FFF2-40B4-BE49-F238E27FC236}">
                <a16:creationId xmlns:a16="http://schemas.microsoft.com/office/drawing/2014/main" id="{164507D8-B207-4C7B-8F0A-1047EB7940CC}"/>
              </a:ext>
            </a:extLst>
          </p:cNvPr>
          <p:cNvSpPr>
            <a:spLocks xmlns:a="http://schemas.openxmlformats.org/drawingml/2006/main" noGrp="1"/>
          </p:cNvSpPr>
          <p:nvPr/>
        </p:nvSpPr>
        <p:spPr>
          <a:xfrm xmlns:a="http://schemas.openxmlformats.org/drawingml/2006/main">
            <a:off x="8477250" y="6334125"/>
            <a:ext cx="95250" cy="95250"/>
          </a:xfrm>
          <a:prstGeom xmlns:a="http://schemas.openxmlformats.org/drawingml/2006/main" prst="ellipse">
            <a:avLst/>
          </a:prstGeom>
          <a:solidFill xmlns:a="http://schemas.openxmlformats.org/drawingml/2006/main">
            <a:srgbClr val="EF8B39"/>
          </a:solidFill>
          <a:ln xmlns:a="http://schemas.openxmlformats.org/drawingml/2006/main" w="9525">
            <a:solidFill>
              <a:srgbClr val="EF8B39"/>
            </a:solidFill>
            <a:prstDash val="solid"/>
          </a:ln>
        </p:spPr>
      </p:sp>
      <p:sp>
        <p:nvSpPr>
          <p:cNvPr id="66" name="">
            <a:extLst xmlns:a="http://schemas.openxmlformats.org/drawingml/2006/main">
              <a:ext uri="{FF2B5EF4-FFF2-40B4-BE49-F238E27FC236}">
                <a16:creationId xmlns:a16="http://schemas.microsoft.com/office/drawing/2014/main" id="{1FE78ACD-ABC3-42EC-91A0-07B700616CB2}"/>
              </a:ext>
            </a:extLst>
          </p:cNvPr>
          <p:cNvSpPr>
            <a:spLocks xmlns:a="http://schemas.openxmlformats.org/drawingml/2006/main" noGrp="1"/>
          </p:cNvSpPr>
          <p:nvPr/>
        </p:nvSpPr>
        <p:spPr>
          <a:xfrm xmlns:a="http://schemas.openxmlformats.org/drawingml/2006/main">
            <a:off x="81248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1">
                <a:solidFill>
                  <a:srgbClr val="B93800"/>
                </a:solidFill>
                <a:latin typeface="Montserrat"/>
                <a:ea typeface="Montserrat"/>
                <a:cs typeface="Montserrat"/>
              </a:defRPr>
            </a:defPPr>
            <a:lvl1pPr algn="ctr">
              <a:defRPr sz="675" b="1">
                <a:solidFill>
                  <a:srgbClr val="B93800"/>
                </a:solidFill>
                <a:latin typeface="Montserrat"/>
                <a:ea typeface="Montserrat"/>
                <a:cs typeface="Montserrat"/>
              </a:defRPr>
            </a:lvl1pPr>
            <a:lvl2pPr algn="ctr">
              <a:defRPr sz="675" b="1">
                <a:solidFill>
                  <a:srgbClr val="B93800"/>
                </a:solidFill>
                <a:latin typeface="Montserrat"/>
                <a:ea typeface="Montserrat"/>
                <a:cs typeface="Montserrat"/>
              </a:defRPr>
            </a:lvl2pPr>
            <a:lvl3pPr algn="ctr">
              <a:defRPr sz="675" b="1">
                <a:solidFill>
                  <a:srgbClr val="B93800"/>
                </a:solidFill>
                <a:latin typeface="Montserrat"/>
                <a:ea typeface="Montserrat"/>
                <a:cs typeface="Montserrat"/>
              </a:defRPr>
            </a:lvl3pPr>
            <a:lvl4pPr algn="ctr">
              <a:defRPr sz="675" b="1">
                <a:solidFill>
                  <a:srgbClr val="B93800"/>
                </a:solidFill>
                <a:latin typeface="Montserrat"/>
                <a:ea typeface="Montserrat"/>
                <a:cs typeface="Montserrat"/>
              </a:defRPr>
            </a:lvl4pPr>
            <a:lvl5pPr algn="ctr">
              <a:defRPr sz="675" b="1">
                <a:solidFill>
                  <a:srgbClr val="B93800"/>
                </a:solidFill>
                <a:latin typeface="Montserrat"/>
                <a:ea typeface="Montserrat"/>
                <a:cs typeface="Montserrat"/>
              </a:defRPr>
            </a:lvl5pPr>
            <a:lvl6pPr algn="ctr">
              <a:defRPr sz="675" b="1">
                <a:solidFill>
                  <a:srgbClr val="B93800"/>
                </a:solidFill>
                <a:latin typeface="Montserrat"/>
                <a:ea typeface="Montserrat"/>
                <a:cs typeface="Montserrat"/>
              </a:defRPr>
            </a:lvl6pPr>
            <a:lvl7pPr algn="ctr">
              <a:defRPr sz="675" b="1">
                <a:solidFill>
                  <a:srgbClr val="B93800"/>
                </a:solidFill>
                <a:latin typeface="Montserrat"/>
                <a:ea typeface="Montserrat"/>
                <a:cs typeface="Montserrat"/>
              </a:defRPr>
            </a:lvl7pPr>
            <a:lvl8pPr algn="ctr">
              <a:defRPr sz="675" b="1">
                <a:solidFill>
                  <a:srgbClr val="B93800"/>
                </a:solidFill>
                <a:latin typeface="Montserrat"/>
                <a:ea typeface="Montserrat"/>
                <a:cs typeface="Montserrat"/>
              </a:defRPr>
            </a:lvl8pPr>
            <a:lvl9pPr algn="ctr">
              <a:defRPr sz="675" b="1">
                <a:solidFill>
                  <a:srgbClr val="B93800"/>
                </a:solidFill>
                <a:latin typeface="Montserrat"/>
                <a:ea typeface="Montserrat"/>
                <a:cs typeface="Montserrat"/>
              </a:defRPr>
            </a:lvl9pPr>
          </a:lstStyle>
          <a:p xmlns:a="http://schemas.openxmlformats.org/drawingml/2006/main">
            <a:pPr algn="ctr">
              <a:defRPr sz="675" b="1">
                <a:solidFill>
                  <a:srgbClr val="B93800"/>
                </a:solidFill>
                <a:latin typeface="Montserrat"/>
                <a:ea typeface="Montserrat"/>
                <a:cs typeface="Montserrat"/>
              </a:defRPr>
            </a:pPr>
            <a:r>
              <a:rPr sz="675" b="1">
                <a:solidFill>
                  <a:srgbClr val="B93800"/>
                </a:solidFill>
                <a:latin typeface="Montserrat"/>
                <a:ea typeface="Montserrat"/>
                <a:cs typeface="Montserrat"/>
              </a:rPr>
              <a:t>MAINTAIN</a:t>
            </a:r>
          </a:p>
        </p:txBody>
      </p:sp>
    </p:spTree>
    <p:extLst>
      <p:ext uri="{BB962C8B-B14F-4D97-AF65-F5344CB8AC3E}">
        <p14:creationId xmlns:p14="http://schemas.microsoft.com/office/powerpoint/2010/main" val="1578854408"/>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37634968-3893-4C8B-9070-84FA45C5A8A1}"/>
              </a:ext>
            </a:extLst>
          </p:cNvPr>
          <p:cNvPicPr>
            <a:picLocks xmlns:a="http://schemas.openxmlformats.org/drawingml/2006/main" noChangeAspect="1"/>
          </p:cNvPicPr>
          <p:nvPr/>
        </p:nvPicPr>
        <p:blipFill>
          <a:blip xmlns:r="http://schemas.openxmlformats.org/officeDocument/2006/relationships" xmlns:a="http://schemas.openxmlformats.org/drawingml/2006/main" r:embed="R898a0c1f8cdc41b3"/>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4A4B6B9C-799A-45D3-955A-B2D5E6CB1F43}"/>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60 / 63</a:t>
            </a:r>
            <a:endParaRPr sz="900"/>
          </a:p>
        </p:txBody>
      </p:sp>
      <p:sp>
        <p:nvSpPr>
          <p:cNvPr id="41" name="">
            <a:extLst xmlns:a="http://schemas.openxmlformats.org/drawingml/2006/main">
              <a:ext uri="{FF2B5EF4-FFF2-40B4-BE49-F238E27FC236}">
                <a16:creationId xmlns:a16="http://schemas.microsoft.com/office/drawing/2014/main" id="{D4B5136E-5A98-49AC-A046-811B9F37DFAA}"/>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307FE2"/>
                </a:solidFill>
                <a:latin typeface="Montserrat"/>
                <a:ea typeface="Montserrat"/>
                <a:cs typeface="Montserrat"/>
              </a:defRPr>
            </a:defPPr>
            <a:lvl1pPr algn="l">
              <a:defRPr sz="1050" b="1">
                <a:solidFill>
                  <a:srgbClr val="307FE2"/>
                </a:solidFill>
                <a:latin typeface="Montserrat"/>
                <a:ea typeface="Montserrat"/>
                <a:cs typeface="Montserrat"/>
              </a:defRPr>
            </a:lvl1pPr>
            <a:lvl2pPr algn="l">
              <a:defRPr sz="1050" b="1">
                <a:solidFill>
                  <a:srgbClr val="307FE2"/>
                </a:solidFill>
                <a:latin typeface="Montserrat"/>
                <a:ea typeface="Montserrat"/>
                <a:cs typeface="Montserrat"/>
              </a:defRPr>
            </a:lvl2pPr>
            <a:lvl3pPr algn="l">
              <a:defRPr sz="1050" b="1">
                <a:solidFill>
                  <a:srgbClr val="307FE2"/>
                </a:solidFill>
                <a:latin typeface="Montserrat"/>
                <a:ea typeface="Montserrat"/>
                <a:cs typeface="Montserrat"/>
              </a:defRPr>
            </a:lvl3pPr>
            <a:lvl4pPr algn="l">
              <a:defRPr sz="1050" b="1">
                <a:solidFill>
                  <a:srgbClr val="307FE2"/>
                </a:solidFill>
                <a:latin typeface="Montserrat"/>
                <a:ea typeface="Montserrat"/>
                <a:cs typeface="Montserrat"/>
              </a:defRPr>
            </a:lvl4pPr>
            <a:lvl5pPr algn="l">
              <a:defRPr sz="1050" b="1">
                <a:solidFill>
                  <a:srgbClr val="307FE2"/>
                </a:solidFill>
                <a:latin typeface="Montserrat"/>
                <a:ea typeface="Montserrat"/>
                <a:cs typeface="Montserrat"/>
              </a:defRPr>
            </a:lvl5pPr>
            <a:lvl6pPr algn="l">
              <a:defRPr sz="1050" b="1">
                <a:solidFill>
                  <a:srgbClr val="307FE2"/>
                </a:solidFill>
                <a:latin typeface="Montserrat"/>
                <a:ea typeface="Montserrat"/>
                <a:cs typeface="Montserrat"/>
              </a:defRPr>
            </a:lvl6pPr>
            <a:lvl7pPr algn="l">
              <a:defRPr sz="1050" b="1">
                <a:solidFill>
                  <a:srgbClr val="307FE2"/>
                </a:solidFill>
                <a:latin typeface="Montserrat"/>
                <a:ea typeface="Montserrat"/>
                <a:cs typeface="Montserrat"/>
              </a:defRPr>
            </a:lvl7pPr>
            <a:lvl8pPr algn="l">
              <a:defRPr sz="1050" b="1">
                <a:solidFill>
                  <a:srgbClr val="307FE2"/>
                </a:solidFill>
                <a:latin typeface="Montserrat"/>
                <a:ea typeface="Montserrat"/>
                <a:cs typeface="Montserrat"/>
              </a:defRPr>
            </a:lvl8pPr>
            <a:lvl9pPr algn="l">
              <a:defRPr sz="1050" b="1">
                <a:solidFill>
                  <a:srgbClr val="307FE2"/>
                </a:solidFill>
                <a:latin typeface="Montserrat"/>
                <a:ea typeface="Montserrat"/>
                <a:cs typeface="Montserrat"/>
              </a:defRPr>
            </a:lvl9pPr>
          </a:lstStyle>
          <a:p xmlns:a="http://schemas.openxmlformats.org/drawingml/2006/main">
            <a:pPr algn="l">
              <a:defRPr sz="1050" b="1">
                <a:solidFill>
                  <a:srgbClr val="307FE2"/>
                </a:solidFill>
                <a:latin typeface="Montserrat"/>
                <a:ea typeface="Montserrat"/>
                <a:cs typeface="Montserrat"/>
              </a:defRPr>
            </a:pPr>
            <a:r>
              <a:rPr sz="1050" b="1">
                <a:solidFill>
                  <a:srgbClr val="307FE2"/>
                </a:solidFill>
                <a:latin typeface="Montserrat"/>
                <a:ea typeface="Montserrat"/>
                <a:cs typeface="Montserrat"/>
              </a:rPr>
              <a:t>// WRAP · WHAT LEAVES</a:t>
            </a:r>
          </a:p>
        </p:txBody>
      </p:sp>
      <p:sp>
        <p:nvSpPr>
          <p:cNvPr id="42" name="">
            <a:extLst xmlns:a="http://schemas.openxmlformats.org/drawingml/2006/main">
              <a:ext uri="{FF2B5EF4-FFF2-40B4-BE49-F238E27FC236}">
                <a16:creationId xmlns:a16="http://schemas.microsoft.com/office/drawing/2014/main" id="{35A25B60-EC96-4CF5-8FE1-C0B431A3E0AD}"/>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94A3B8"/>
                </a:solidFill>
                <a:latin typeface="Montserrat"/>
                <a:ea typeface="Montserrat"/>
                <a:cs typeface="Montserrat"/>
              </a:defRPr>
            </a:defPPr>
            <a:lvl1pPr algn="r">
              <a:defRPr sz="900" b="0">
                <a:solidFill>
                  <a:srgbClr val="94A3B8"/>
                </a:solidFill>
                <a:latin typeface="Montserrat"/>
                <a:ea typeface="Montserrat"/>
                <a:cs typeface="Montserrat"/>
              </a:defRPr>
            </a:lvl1pPr>
            <a:lvl2pPr algn="r">
              <a:defRPr sz="900" b="0">
                <a:solidFill>
                  <a:srgbClr val="94A3B8"/>
                </a:solidFill>
                <a:latin typeface="Montserrat"/>
                <a:ea typeface="Montserrat"/>
                <a:cs typeface="Montserrat"/>
              </a:defRPr>
            </a:lvl2pPr>
            <a:lvl3pPr algn="r">
              <a:defRPr sz="900" b="0">
                <a:solidFill>
                  <a:srgbClr val="94A3B8"/>
                </a:solidFill>
                <a:latin typeface="Montserrat"/>
                <a:ea typeface="Montserrat"/>
                <a:cs typeface="Montserrat"/>
              </a:defRPr>
            </a:lvl3pPr>
            <a:lvl4pPr algn="r">
              <a:defRPr sz="900" b="0">
                <a:solidFill>
                  <a:srgbClr val="94A3B8"/>
                </a:solidFill>
                <a:latin typeface="Montserrat"/>
                <a:ea typeface="Montserrat"/>
                <a:cs typeface="Montserrat"/>
              </a:defRPr>
            </a:lvl4pPr>
            <a:lvl5pPr algn="r">
              <a:defRPr sz="900" b="0">
                <a:solidFill>
                  <a:srgbClr val="94A3B8"/>
                </a:solidFill>
                <a:latin typeface="Montserrat"/>
                <a:ea typeface="Montserrat"/>
                <a:cs typeface="Montserrat"/>
              </a:defRPr>
            </a:lvl5pPr>
            <a:lvl6pPr algn="r">
              <a:defRPr sz="900" b="0">
                <a:solidFill>
                  <a:srgbClr val="94A3B8"/>
                </a:solidFill>
                <a:latin typeface="Montserrat"/>
                <a:ea typeface="Montserrat"/>
                <a:cs typeface="Montserrat"/>
              </a:defRPr>
            </a:lvl6pPr>
            <a:lvl7pPr algn="r">
              <a:defRPr sz="900" b="0">
                <a:solidFill>
                  <a:srgbClr val="94A3B8"/>
                </a:solidFill>
                <a:latin typeface="Montserrat"/>
                <a:ea typeface="Montserrat"/>
                <a:cs typeface="Montserrat"/>
              </a:defRPr>
            </a:lvl7pPr>
            <a:lvl8pPr algn="r">
              <a:defRPr sz="900" b="0">
                <a:solidFill>
                  <a:srgbClr val="94A3B8"/>
                </a:solidFill>
                <a:latin typeface="Montserrat"/>
                <a:ea typeface="Montserrat"/>
                <a:cs typeface="Montserrat"/>
              </a:defRPr>
            </a:lvl8pPr>
            <a:lvl9pPr algn="r">
              <a:defRPr sz="900" b="0">
                <a:solidFill>
                  <a:srgbClr val="94A3B8"/>
                </a:solidFill>
                <a:latin typeface="Montserrat"/>
                <a:ea typeface="Montserrat"/>
                <a:cs typeface="Montserrat"/>
              </a:defRPr>
            </a:lvl9pPr>
          </a:lstStyle>
          <a:p xmlns:a="http://schemas.openxmlformats.org/drawingml/2006/main">
            <a:pPr algn="r">
              <a:defRPr sz="900" b="0">
                <a:solidFill>
                  <a:srgbClr val="94A3B8"/>
                </a:solidFill>
                <a:latin typeface="Montserrat"/>
                <a:ea typeface="Montserrat"/>
                <a:cs typeface="Montserrat"/>
              </a:defRPr>
            </a:pPr>
            <a:r>
              <a:rPr sz="900" b="0">
                <a:solidFill>
                  <a:srgbClr val="94A3B8"/>
                </a:solidFill>
                <a:latin typeface="Montserrat"/>
                <a:ea typeface="Montserrat"/>
                <a:cs typeface="Montserrat"/>
              </a:rPr>
              <a:t>5:45–5:55</a:t>
            </a:r>
          </a:p>
        </p:txBody>
      </p:sp>
      <p:sp>
        <p:nvSpPr>
          <p:cNvPr id="43" name="">
            <a:extLst xmlns:a="http://schemas.openxmlformats.org/drawingml/2006/main">
              <a:ext uri="{FF2B5EF4-FFF2-40B4-BE49-F238E27FC236}">
                <a16:creationId xmlns:a16="http://schemas.microsoft.com/office/drawing/2014/main" id="{074BF0E3-46D7-451E-8A02-882AA74C96F5}"/>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What leaves with you</a:t>
            </a:r>
          </a:p>
        </p:txBody>
      </p:sp>
      <p:sp>
        <p:nvSpPr>
          <p:cNvPr id="44" name="">
            <a:extLst xmlns:a="http://schemas.openxmlformats.org/drawingml/2006/main">
              <a:ext uri="{FF2B5EF4-FFF2-40B4-BE49-F238E27FC236}">
                <a16:creationId xmlns:a16="http://schemas.microsoft.com/office/drawing/2014/main" id="{B88FCFCD-5C39-428F-9F00-B126239158C6}"/>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THE PROJECTS · THE PROOF · THE NEXT STEP</a:t>
            </a:r>
          </a:p>
        </p:txBody>
      </p:sp>
      <p:sp>
        <p:nvSpPr>
          <p:cNvPr id="45" name="">
            <a:extLst xmlns:a="http://schemas.openxmlformats.org/drawingml/2006/main">
              <a:ext uri="{FF2B5EF4-FFF2-40B4-BE49-F238E27FC236}">
                <a16:creationId xmlns:a16="http://schemas.microsoft.com/office/drawing/2014/main" id="{B329F21C-D019-4761-875E-9E6BE8054B6A}"/>
              </a:ext>
            </a:extLst>
          </p:cNvPr>
          <p:cNvSpPr>
            <a:spLocks xmlns:a="http://schemas.openxmlformats.org/drawingml/2006/main" noGrp="1"/>
          </p:cNvSpPr>
          <p:nvPr/>
        </p:nvSpPr>
        <p:spPr>
          <a:xfrm xmlns:a="http://schemas.openxmlformats.org/drawingml/2006/main">
            <a:off x="647700" y="2009775"/>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46" name="">
            <a:extLst xmlns:a="http://schemas.openxmlformats.org/drawingml/2006/main">
              <a:ext uri="{FF2B5EF4-FFF2-40B4-BE49-F238E27FC236}">
                <a16:creationId xmlns:a16="http://schemas.microsoft.com/office/drawing/2014/main" id="{2162B1C5-3511-45AA-9B8A-460A1970B5B3}"/>
              </a:ext>
            </a:extLst>
          </p:cNvPr>
          <p:cNvSpPr>
            <a:spLocks xmlns:a="http://schemas.openxmlformats.org/drawingml/2006/main" noGrp="1"/>
          </p:cNvSpPr>
          <p:nvPr/>
        </p:nvSpPr>
        <p:spPr>
          <a:xfrm xmlns:a="http://schemas.openxmlformats.org/drawingml/2006/main">
            <a:off x="742950"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01</a:t>
            </a:r>
          </a:p>
        </p:txBody>
      </p:sp>
      <p:sp>
        <p:nvSpPr>
          <p:cNvPr id="47" name="">
            <a:extLst xmlns:a="http://schemas.openxmlformats.org/drawingml/2006/main">
              <a:ext uri="{FF2B5EF4-FFF2-40B4-BE49-F238E27FC236}">
                <a16:creationId xmlns:a16="http://schemas.microsoft.com/office/drawing/2014/main" id="{91E478CC-B9B7-4541-8DA2-417A25D51505}"/>
              </a:ext>
            </a:extLst>
          </p:cNvPr>
          <p:cNvSpPr>
            <a:spLocks xmlns:a="http://schemas.openxmlformats.org/drawingml/2006/main" noGrp="1"/>
          </p:cNvSpPr>
          <p:nvPr/>
        </p:nvSpPr>
        <p:spPr>
          <a:xfrm xmlns:a="http://schemas.openxmlformats.org/drawingml/2006/main">
            <a:off x="742950"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Website</a:t>
            </a:r>
          </a:p>
        </p:txBody>
      </p:sp>
      <p:sp>
        <p:nvSpPr>
          <p:cNvPr id="48" name="">
            <a:extLst xmlns:a="http://schemas.openxmlformats.org/drawingml/2006/main">
              <a:ext uri="{FF2B5EF4-FFF2-40B4-BE49-F238E27FC236}">
                <a16:creationId xmlns:a16="http://schemas.microsoft.com/office/drawing/2014/main" id="{4C422A82-C0D5-45DF-AAAA-33820AD59E35}"/>
              </a:ext>
            </a:extLst>
          </p:cNvPr>
          <p:cNvSpPr>
            <a:spLocks xmlns:a="http://schemas.openxmlformats.org/drawingml/2006/main" noGrp="1"/>
          </p:cNvSpPr>
          <p:nvPr/>
        </p:nvSpPr>
        <p:spPr>
          <a:xfrm xmlns:a="http://schemas.openxmlformats.org/drawingml/2006/main">
            <a:off x="742950"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my-first-site, its Vercel project, the live URL, and the website check note.</a:t>
            </a:r>
          </a:p>
        </p:txBody>
      </p:sp>
      <p:sp>
        <p:nvSpPr>
          <p:cNvPr id="49" name="">
            <a:extLst xmlns:a="http://schemas.openxmlformats.org/drawingml/2006/main">
              <a:ext uri="{FF2B5EF4-FFF2-40B4-BE49-F238E27FC236}">
                <a16:creationId xmlns:a16="http://schemas.microsoft.com/office/drawing/2014/main" id="{5F1B95D5-BADF-4DC8-8129-93CD748B315E}"/>
              </a:ext>
            </a:extLst>
          </p:cNvPr>
          <p:cNvSpPr>
            <a:spLocks xmlns:a="http://schemas.openxmlformats.org/drawingml/2006/main" noGrp="1"/>
          </p:cNvSpPr>
          <p:nvPr/>
        </p:nvSpPr>
        <p:spPr>
          <a:xfrm xmlns:a="http://schemas.openxmlformats.org/drawingml/2006/main">
            <a:off x="3362325"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50" name="">
            <a:extLst xmlns:a="http://schemas.openxmlformats.org/drawingml/2006/main">
              <a:ext uri="{FF2B5EF4-FFF2-40B4-BE49-F238E27FC236}">
                <a16:creationId xmlns:a16="http://schemas.microsoft.com/office/drawing/2014/main" id="{14D99329-E76B-4BF6-AE9B-D26C1750AC13}"/>
              </a:ext>
            </a:extLst>
          </p:cNvPr>
          <p:cNvSpPr>
            <a:spLocks xmlns:a="http://schemas.openxmlformats.org/drawingml/2006/main" noGrp="1"/>
          </p:cNvSpPr>
          <p:nvPr/>
        </p:nvSpPr>
        <p:spPr>
          <a:xfrm xmlns:a="http://schemas.openxmlformats.org/drawingml/2006/main">
            <a:off x="3476625"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02</a:t>
            </a:r>
          </a:p>
        </p:txBody>
      </p:sp>
      <p:sp>
        <p:nvSpPr>
          <p:cNvPr id="51" name="">
            <a:extLst xmlns:a="http://schemas.openxmlformats.org/drawingml/2006/main">
              <a:ext uri="{FF2B5EF4-FFF2-40B4-BE49-F238E27FC236}">
                <a16:creationId xmlns:a16="http://schemas.microsoft.com/office/drawing/2014/main" id="{644D181A-A35C-400C-AC11-8E55C57FC7FA}"/>
              </a:ext>
            </a:extLst>
          </p:cNvPr>
          <p:cNvSpPr>
            <a:spLocks xmlns:a="http://schemas.openxmlformats.org/drawingml/2006/main" noGrp="1"/>
          </p:cNvSpPr>
          <p:nvPr/>
        </p:nvSpPr>
        <p:spPr>
          <a:xfrm xmlns:a="http://schemas.openxmlformats.org/drawingml/2006/main">
            <a:off x="3476625"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Game</a:t>
            </a:r>
          </a:p>
        </p:txBody>
      </p:sp>
      <p:sp>
        <p:nvSpPr>
          <p:cNvPr id="52" name="">
            <a:extLst xmlns:a="http://schemas.openxmlformats.org/drawingml/2006/main">
              <a:ext uri="{FF2B5EF4-FFF2-40B4-BE49-F238E27FC236}">
                <a16:creationId xmlns:a16="http://schemas.microsoft.com/office/drawing/2014/main" id="{E5459555-D0DB-4DC5-A6E5-DC924D86B216}"/>
              </a:ext>
            </a:extLst>
          </p:cNvPr>
          <p:cNvSpPr>
            <a:spLocks xmlns:a="http://schemas.openxmlformats.org/drawingml/2006/main" noGrp="1"/>
          </p:cNvSpPr>
          <p:nvPr/>
        </p:nvSpPr>
        <p:spPr>
          <a:xfrm xmlns:a="http://schemas.openxmlformats.org/drawingml/2006/main">
            <a:off x="3476625"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my-first-game, its Vercel project, the live URL, and the game check note.</a:t>
            </a:r>
          </a:p>
        </p:txBody>
      </p:sp>
      <p:sp>
        <p:nvSpPr>
          <p:cNvPr id="53" name="">
            <a:extLst xmlns:a="http://schemas.openxmlformats.org/drawingml/2006/main">
              <a:ext uri="{FF2B5EF4-FFF2-40B4-BE49-F238E27FC236}">
                <a16:creationId xmlns:a16="http://schemas.microsoft.com/office/drawing/2014/main" id="{05AB5960-BC97-4152-BA7A-A577E9443B85}"/>
              </a:ext>
            </a:extLst>
          </p:cNvPr>
          <p:cNvSpPr>
            <a:spLocks xmlns:a="http://schemas.openxmlformats.org/drawingml/2006/main" noGrp="1"/>
          </p:cNvSpPr>
          <p:nvPr/>
        </p:nvSpPr>
        <p:spPr>
          <a:xfrm xmlns:a="http://schemas.openxmlformats.org/drawingml/2006/main">
            <a:off x="6096000"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54" name="">
            <a:extLst xmlns:a="http://schemas.openxmlformats.org/drawingml/2006/main">
              <a:ext uri="{FF2B5EF4-FFF2-40B4-BE49-F238E27FC236}">
                <a16:creationId xmlns:a16="http://schemas.microsoft.com/office/drawing/2014/main" id="{C4A888C9-AC11-4BD9-9637-01511D72A0CE}"/>
              </a:ext>
            </a:extLst>
          </p:cNvPr>
          <p:cNvSpPr>
            <a:spLocks xmlns:a="http://schemas.openxmlformats.org/drawingml/2006/main" noGrp="1"/>
          </p:cNvSpPr>
          <p:nvPr/>
        </p:nvSpPr>
        <p:spPr>
          <a:xfrm xmlns:a="http://schemas.openxmlformats.org/drawingml/2006/main">
            <a:off x="6210300"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03</a:t>
            </a:r>
          </a:p>
        </p:txBody>
      </p:sp>
      <p:sp>
        <p:nvSpPr>
          <p:cNvPr id="55" name="">
            <a:extLst xmlns:a="http://schemas.openxmlformats.org/drawingml/2006/main">
              <a:ext uri="{FF2B5EF4-FFF2-40B4-BE49-F238E27FC236}">
                <a16:creationId xmlns:a16="http://schemas.microsoft.com/office/drawing/2014/main" id="{06442DC2-27F4-4086-BB81-A182C8A3FBBF}"/>
              </a:ext>
            </a:extLst>
          </p:cNvPr>
          <p:cNvSpPr>
            <a:spLocks xmlns:a="http://schemas.openxmlformats.org/drawingml/2006/main" noGrp="1"/>
          </p:cNvSpPr>
          <p:nvPr/>
        </p:nvSpPr>
        <p:spPr>
          <a:xfrm xmlns:a="http://schemas.openxmlformats.org/drawingml/2006/main">
            <a:off x="6210300"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Process</a:t>
            </a:r>
          </a:p>
        </p:txBody>
      </p:sp>
      <p:sp>
        <p:nvSpPr>
          <p:cNvPr id="56" name="">
            <a:extLst xmlns:a="http://schemas.openxmlformats.org/drawingml/2006/main">
              <a:ext uri="{FF2B5EF4-FFF2-40B4-BE49-F238E27FC236}">
                <a16:creationId xmlns:a16="http://schemas.microsoft.com/office/drawing/2014/main" id="{4CDEF391-5AF6-4DFE-BC37-6FE76FA427C7}"/>
              </a:ext>
            </a:extLst>
          </p:cNvPr>
          <p:cNvSpPr>
            <a:spLocks xmlns:a="http://schemas.openxmlformats.org/drawingml/2006/main" noGrp="1"/>
          </p:cNvSpPr>
          <p:nvPr/>
        </p:nvSpPr>
        <p:spPr>
          <a:xfrm xmlns:a="http://schemas.openxmlformats.org/drawingml/2006/main">
            <a:off x="6210300"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Plan, Design, Build, Test, Deploy, Maintain.</a:t>
            </a:r>
          </a:p>
        </p:txBody>
      </p:sp>
      <p:sp>
        <p:nvSpPr>
          <p:cNvPr id="57" name="">
            <a:extLst xmlns:a="http://schemas.openxmlformats.org/drawingml/2006/main">
              <a:ext uri="{FF2B5EF4-FFF2-40B4-BE49-F238E27FC236}">
                <a16:creationId xmlns:a16="http://schemas.microsoft.com/office/drawing/2014/main" id="{C20543B8-98C0-4834-BE99-8615BE453650}"/>
              </a:ext>
            </a:extLst>
          </p:cNvPr>
          <p:cNvSpPr>
            <a:spLocks xmlns:a="http://schemas.openxmlformats.org/drawingml/2006/main" noGrp="1"/>
          </p:cNvSpPr>
          <p:nvPr/>
        </p:nvSpPr>
        <p:spPr>
          <a:xfrm xmlns:a="http://schemas.openxmlformats.org/drawingml/2006/main">
            <a:off x="8829675" y="2238375"/>
            <a:ext cx="0" cy="200025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58" name="">
            <a:extLst xmlns:a="http://schemas.openxmlformats.org/drawingml/2006/main">
              <a:ext uri="{FF2B5EF4-FFF2-40B4-BE49-F238E27FC236}">
                <a16:creationId xmlns:a16="http://schemas.microsoft.com/office/drawing/2014/main" id="{39590EE8-BFD3-42D9-A9C9-7930E67028A7}"/>
              </a:ext>
            </a:extLst>
          </p:cNvPr>
          <p:cNvSpPr>
            <a:spLocks xmlns:a="http://schemas.openxmlformats.org/drawingml/2006/main" noGrp="1"/>
          </p:cNvSpPr>
          <p:nvPr/>
        </p:nvSpPr>
        <p:spPr>
          <a:xfrm xmlns:a="http://schemas.openxmlformats.org/drawingml/2006/main">
            <a:off x="8943975" y="22383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0">
                <a:solidFill>
                  <a:srgbClr val="307FE2"/>
                </a:solidFill>
                <a:latin typeface="Courier New"/>
                <a:ea typeface="Courier New"/>
                <a:cs typeface="Courier New"/>
              </a:defRPr>
            </a:defPPr>
            <a:lvl1pPr algn="l">
              <a:defRPr sz="900" b="0">
                <a:solidFill>
                  <a:srgbClr val="307FE2"/>
                </a:solidFill>
                <a:latin typeface="Courier New"/>
                <a:ea typeface="Courier New"/>
                <a:cs typeface="Courier New"/>
              </a:defRPr>
            </a:lvl1pPr>
            <a:lvl2pPr algn="l">
              <a:defRPr sz="900" b="0">
                <a:solidFill>
                  <a:srgbClr val="307FE2"/>
                </a:solidFill>
                <a:latin typeface="Courier New"/>
                <a:ea typeface="Courier New"/>
                <a:cs typeface="Courier New"/>
              </a:defRPr>
            </a:lvl2pPr>
            <a:lvl3pPr algn="l">
              <a:defRPr sz="900" b="0">
                <a:solidFill>
                  <a:srgbClr val="307FE2"/>
                </a:solidFill>
                <a:latin typeface="Courier New"/>
                <a:ea typeface="Courier New"/>
                <a:cs typeface="Courier New"/>
              </a:defRPr>
            </a:lvl3pPr>
            <a:lvl4pPr algn="l">
              <a:defRPr sz="900" b="0">
                <a:solidFill>
                  <a:srgbClr val="307FE2"/>
                </a:solidFill>
                <a:latin typeface="Courier New"/>
                <a:ea typeface="Courier New"/>
                <a:cs typeface="Courier New"/>
              </a:defRPr>
            </a:lvl4pPr>
            <a:lvl5pPr algn="l">
              <a:defRPr sz="900" b="0">
                <a:solidFill>
                  <a:srgbClr val="307FE2"/>
                </a:solidFill>
                <a:latin typeface="Courier New"/>
                <a:ea typeface="Courier New"/>
                <a:cs typeface="Courier New"/>
              </a:defRPr>
            </a:lvl5pPr>
            <a:lvl6pPr algn="l">
              <a:defRPr sz="900" b="0">
                <a:solidFill>
                  <a:srgbClr val="307FE2"/>
                </a:solidFill>
                <a:latin typeface="Courier New"/>
                <a:ea typeface="Courier New"/>
                <a:cs typeface="Courier New"/>
              </a:defRPr>
            </a:lvl6pPr>
            <a:lvl7pPr algn="l">
              <a:defRPr sz="900" b="0">
                <a:solidFill>
                  <a:srgbClr val="307FE2"/>
                </a:solidFill>
                <a:latin typeface="Courier New"/>
                <a:ea typeface="Courier New"/>
                <a:cs typeface="Courier New"/>
              </a:defRPr>
            </a:lvl7pPr>
            <a:lvl8pPr algn="l">
              <a:defRPr sz="900" b="0">
                <a:solidFill>
                  <a:srgbClr val="307FE2"/>
                </a:solidFill>
                <a:latin typeface="Courier New"/>
                <a:ea typeface="Courier New"/>
                <a:cs typeface="Courier New"/>
              </a:defRPr>
            </a:lvl8pPr>
            <a:lvl9pPr algn="l">
              <a:defRPr sz="900" b="0">
                <a:solidFill>
                  <a:srgbClr val="307FE2"/>
                </a:solidFill>
                <a:latin typeface="Courier New"/>
                <a:ea typeface="Courier New"/>
                <a:cs typeface="Courier New"/>
              </a:defRPr>
            </a:lvl9pPr>
          </a:lstStyle>
          <a:p xmlns:a="http://schemas.openxmlformats.org/drawingml/2006/main">
            <a:pPr algn="l">
              <a:defRPr sz="900" b="0">
                <a:solidFill>
                  <a:srgbClr val="307FE2"/>
                </a:solidFill>
                <a:latin typeface="Courier New"/>
                <a:ea typeface="Courier New"/>
                <a:cs typeface="Courier New"/>
              </a:defRPr>
            </a:pPr>
            <a:r>
              <a:rPr sz="900" b="0">
                <a:solidFill>
                  <a:srgbClr val="307FE2"/>
                </a:solidFill>
                <a:latin typeface="Courier New"/>
                <a:ea typeface="Courier New"/>
                <a:cs typeface="Courier New"/>
              </a:rPr>
              <a:t>04</a:t>
            </a:r>
          </a:p>
        </p:txBody>
      </p:sp>
      <p:sp>
        <p:nvSpPr>
          <p:cNvPr id="59" name="">
            <a:extLst xmlns:a="http://schemas.openxmlformats.org/drawingml/2006/main">
              <a:ext uri="{FF2B5EF4-FFF2-40B4-BE49-F238E27FC236}">
                <a16:creationId xmlns:a16="http://schemas.microsoft.com/office/drawing/2014/main" id="{7A03973D-2B22-4248-891F-5789C14A286E}"/>
              </a:ext>
            </a:extLst>
          </p:cNvPr>
          <p:cNvSpPr>
            <a:spLocks xmlns:a="http://schemas.openxmlformats.org/drawingml/2006/main" noGrp="1"/>
          </p:cNvSpPr>
          <p:nvPr/>
        </p:nvSpPr>
        <p:spPr>
          <a:xfrm xmlns:a="http://schemas.openxmlformats.org/drawingml/2006/main">
            <a:off x="8943975" y="2676525"/>
            <a:ext cx="24669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Recovery</a:t>
            </a:r>
          </a:p>
        </p:txBody>
      </p:sp>
      <p:sp>
        <p:nvSpPr>
          <p:cNvPr id="60" name="">
            <a:extLst xmlns:a="http://schemas.openxmlformats.org/drawingml/2006/main">
              <a:ext uri="{FF2B5EF4-FFF2-40B4-BE49-F238E27FC236}">
                <a16:creationId xmlns:a16="http://schemas.microsoft.com/office/drawing/2014/main" id="{55C63702-DBDA-498C-B472-F52E67F7B224}"/>
              </a:ext>
            </a:extLst>
          </p:cNvPr>
          <p:cNvSpPr>
            <a:spLocks xmlns:a="http://schemas.openxmlformats.org/drawingml/2006/main" noGrp="1"/>
          </p:cNvSpPr>
          <p:nvPr/>
        </p:nvSpPr>
        <p:spPr>
          <a:xfrm xmlns:a="http://schemas.openxmlformats.org/drawingml/2006/main">
            <a:off x="8943975" y="3305175"/>
            <a:ext cx="24669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475569"/>
                </a:solidFill>
                <a:latin typeface="Montserrat"/>
                <a:ea typeface="Montserrat"/>
                <a:cs typeface="Montserrat"/>
              </a:defRPr>
            </a:defPPr>
            <a:lvl1pPr algn="l">
              <a:defRPr sz="1200" b="0">
                <a:solidFill>
                  <a:srgbClr val="475569"/>
                </a:solidFill>
                <a:latin typeface="Montserrat"/>
                <a:ea typeface="Montserrat"/>
                <a:cs typeface="Montserrat"/>
              </a:defRPr>
            </a:lvl1pPr>
            <a:lvl2pPr algn="l">
              <a:defRPr sz="1200" b="0">
                <a:solidFill>
                  <a:srgbClr val="475569"/>
                </a:solidFill>
                <a:latin typeface="Montserrat"/>
                <a:ea typeface="Montserrat"/>
                <a:cs typeface="Montserrat"/>
              </a:defRPr>
            </a:lvl2pPr>
            <a:lvl3pPr algn="l">
              <a:defRPr sz="1200" b="0">
                <a:solidFill>
                  <a:srgbClr val="475569"/>
                </a:solidFill>
                <a:latin typeface="Montserrat"/>
                <a:ea typeface="Montserrat"/>
                <a:cs typeface="Montserrat"/>
              </a:defRPr>
            </a:lvl3pPr>
            <a:lvl4pPr algn="l">
              <a:defRPr sz="1200" b="0">
                <a:solidFill>
                  <a:srgbClr val="475569"/>
                </a:solidFill>
                <a:latin typeface="Montserrat"/>
                <a:ea typeface="Montserrat"/>
                <a:cs typeface="Montserrat"/>
              </a:defRPr>
            </a:lvl4pPr>
            <a:lvl5pPr algn="l">
              <a:defRPr sz="1200" b="0">
                <a:solidFill>
                  <a:srgbClr val="475569"/>
                </a:solidFill>
                <a:latin typeface="Montserrat"/>
                <a:ea typeface="Montserrat"/>
                <a:cs typeface="Montserrat"/>
              </a:defRPr>
            </a:lvl5pPr>
            <a:lvl6pPr algn="l">
              <a:defRPr sz="1200" b="0">
                <a:solidFill>
                  <a:srgbClr val="475569"/>
                </a:solidFill>
                <a:latin typeface="Montserrat"/>
                <a:ea typeface="Montserrat"/>
                <a:cs typeface="Montserrat"/>
              </a:defRPr>
            </a:lvl6pPr>
            <a:lvl7pPr algn="l">
              <a:defRPr sz="1200" b="0">
                <a:solidFill>
                  <a:srgbClr val="475569"/>
                </a:solidFill>
                <a:latin typeface="Montserrat"/>
                <a:ea typeface="Montserrat"/>
                <a:cs typeface="Montserrat"/>
              </a:defRPr>
            </a:lvl7pPr>
            <a:lvl8pPr algn="l">
              <a:defRPr sz="1200" b="0">
                <a:solidFill>
                  <a:srgbClr val="475569"/>
                </a:solidFill>
                <a:latin typeface="Montserrat"/>
                <a:ea typeface="Montserrat"/>
                <a:cs typeface="Montserrat"/>
              </a:defRPr>
            </a:lvl8pPr>
            <a:lvl9pPr algn="l">
              <a:defRPr sz="1200" b="0">
                <a:solidFill>
                  <a:srgbClr val="475569"/>
                </a:solidFill>
                <a:latin typeface="Montserrat"/>
                <a:ea typeface="Montserrat"/>
                <a:cs typeface="Montserrat"/>
              </a:defRPr>
            </a:lvl9pPr>
          </a:lstStyle>
          <a:p xmlns:a="http://schemas.openxmlformats.org/drawingml/2006/main">
            <a:pPr algn="l">
              <a:defRPr sz="1200" b="0">
                <a:solidFill>
                  <a:srgbClr val="475569"/>
                </a:solidFill>
                <a:latin typeface="Montserrat"/>
                <a:ea typeface="Montserrat"/>
                <a:cs typeface="Montserrat"/>
              </a:defRPr>
            </a:pPr>
            <a:r>
              <a:rPr sz="1200" b="0">
                <a:solidFill>
                  <a:srgbClr val="475569"/>
                </a:solidFill>
                <a:latin typeface="Montserrat"/>
                <a:ea typeface="Montserrat"/>
                <a:cs typeface="Montserrat"/>
              </a:rPr>
              <a:t>Working checkpoints and exact blockers for anything that did not finish.</a:t>
            </a:r>
          </a:p>
        </p:txBody>
      </p:sp>
      <p:sp>
        <p:nvSpPr>
          <p:cNvPr id="61" name="">
            <a:extLst xmlns:a="http://schemas.openxmlformats.org/drawingml/2006/main">
              <a:ext uri="{FF2B5EF4-FFF2-40B4-BE49-F238E27FC236}">
                <a16:creationId xmlns:a16="http://schemas.microsoft.com/office/drawing/2014/main" id="{239530CC-782B-4EBD-9661-94179FC58A69}"/>
              </a:ext>
            </a:extLst>
          </p:cNvPr>
          <p:cNvSpPr>
            <a:spLocks xmlns:a="http://schemas.openxmlformats.org/drawingml/2006/main" noGrp="1"/>
          </p:cNvSpPr>
          <p:nvPr/>
        </p:nvSpPr>
        <p:spPr>
          <a:xfrm xmlns:a="http://schemas.openxmlformats.org/drawingml/2006/main">
            <a:off x="647700" y="4705350"/>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62" name="">
            <a:extLst xmlns:a="http://schemas.openxmlformats.org/drawingml/2006/main">
              <a:ext uri="{FF2B5EF4-FFF2-40B4-BE49-F238E27FC236}">
                <a16:creationId xmlns:a16="http://schemas.microsoft.com/office/drawing/2014/main" id="{B3F31B0C-D620-48FE-B268-9F67947DC2A4}"/>
              </a:ext>
            </a:extLst>
          </p:cNvPr>
          <p:cNvSpPr>
            <a:spLocks xmlns:a="http://schemas.openxmlformats.org/drawingml/2006/main" noGrp="1"/>
          </p:cNvSpPr>
          <p:nvPr/>
        </p:nvSpPr>
        <p:spPr>
          <a:xfrm xmlns:a="http://schemas.openxmlformats.org/drawingml/2006/main">
            <a:off x="742950" y="49530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You can continue because the work is in your accounts, not trapped in this room.</a:t>
            </a:r>
          </a:p>
        </p:txBody>
      </p:sp>
      <p:sp>
        <p:nvSpPr>
          <p:cNvPr id="63" name="">
            <a:extLst xmlns:a="http://schemas.openxmlformats.org/drawingml/2006/main">
              <a:ext uri="{FF2B5EF4-FFF2-40B4-BE49-F238E27FC236}">
                <a16:creationId xmlns:a16="http://schemas.microsoft.com/office/drawing/2014/main" id="{2E5DF3C5-1E40-4EAA-90F5-09D8A6F11752}"/>
              </a:ext>
            </a:extLst>
          </p:cNvPr>
          <p:cNvSpPr>
            <a:spLocks xmlns:a="http://schemas.openxmlformats.org/drawingml/2006/main" noGrp="1"/>
          </p:cNvSpPr>
          <p:nvPr/>
        </p:nvSpPr>
        <p:spPr>
          <a:xfrm xmlns:a="http://schemas.openxmlformats.org/drawingml/2006/main">
            <a:off x="3667125" y="6381750"/>
            <a:ext cx="4857750" cy="0"/>
          </a:xfrm>
          <a:prstGeom xmlns:a="http://schemas.openxmlformats.org/drawingml/2006/main" prst="line">
            <a:avLst/>
          </a:prstGeom>
          <a:noFill xmlns:a="http://schemas.openxmlformats.org/drawingml/2006/main"/>
          <a:ln xmlns:a="http://schemas.openxmlformats.org/drawingml/2006/main" w="5715">
            <a:solidFill>
              <a:srgbClr val="D8E2EF"/>
            </a:solidFill>
            <a:prstDash val="solid"/>
          </a:ln>
        </p:spPr>
      </p:sp>
      <p:sp>
        <p:nvSpPr>
          <p:cNvPr id="64" name="">
            <a:extLst xmlns:a="http://schemas.openxmlformats.org/drawingml/2006/main">
              <a:ext uri="{FF2B5EF4-FFF2-40B4-BE49-F238E27FC236}">
                <a16:creationId xmlns:a16="http://schemas.microsoft.com/office/drawing/2014/main" id="{4E60ECD7-B1F1-4F1B-9924-61C6337774DB}"/>
              </a:ext>
            </a:extLst>
          </p:cNvPr>
          <p:cNvSpPr>
            <a:spLocks xmlns:a="http://schemas.openxmlformats.org/drawingml/2006/main" noGrp="1"/>
          </p:cNvSpPr>
          <p:nvPr/>
        </p:nvSpPr>
        <p:spPr>
          <a:xfrm xmlns:a="http://schemas.openxmlformats.org/drawingml/2006/main">
            <a:off x="36337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65" name="">
            <a:extLst xmlns:a="http://schemas.openxmlformats.org/drawingml/2006/main">
              <a:ext uri="{FF2B5EF4-FFF2-40B4-BE49-F238E27FC236}">
                <a16:creationId xmlns:a16="http://schemas.microsoft.com/office/drawing/2014/main" id="{6698603D-62DF-41B4-A776-D87C9CD0CDF1}"/>
              </a:ext>
            </a:extLst>
          </p:cNvPr>
          <p:cNvSpPr>
            <a:spLocks xmlns:a="http://schemas.openxmlformats.org/drawingml/2006/main" noGrp="1"/>
          </p:cNvSpPr>
          <p:nvPr/>
        </p:nvSpPr>
        <p:spPr>
          <a:xfrm xmlns:a="http://schemas.openxmlformats.org/drawingml/2006/main">
            <a:off x="32670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PLAN</a:t>
            </a:r>
          </a:p>
        </p:txBody>
      </p:sp>
      <p:sp>
        <p:nvSpPr>
          <p:cNvPr id="66" name="">
            <a:extLst xmlns:a="http://schemas.openxmlformats.org/drawingml/2006/main">
              <a:ext uri="{FF2B5EF4-FFF2-40B4-BE49-F238E27FC236}">
                <a16:creationId xmlns:a16="http://schemas.microsoft.com/office/drawing/2014/main" id="{14922F25-2C9A-49D0-BA07-C1436FC50215}"/>
              </a:ext>
            </a:extLst>
          </p:cNvPr>
          <p:cNvSpPr>
            <a:spLocks xmlns:a="http://schemas.openxmlformats.org/drawingml/2006/main" noGrp="1"/>
          </p:cNvSpPr>
          <p:nvPr/>
        </p:nvSpPr>
        <p:spPr>
          <a:xfrm xmlns:a="http://schemas.openxmlformats.org/drawingml/2006/main">
            <a:off x="46053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67" name="">
            <a:extLst xmlns:a="http://schemas.openxmlformats.org/drawingml/2006/main">
              <a:ext uri="{FF2B5EF4-FFF2-40B4-BE49-F238E27FC236}">
                <a16:creationId xmlns:a16="http://schemas.microsoft.com/office/drawing/2014/main" id="{6B99B448-1099-461E-8621-02F04C8B7C1D}"/>
              </a:ext>
            </a:extLst>
          </p:cNvPr>
          <p:cNvSpPr>
            <a:spLocks xmlns:a="http://schemas.openxmlformats.org/drawingml/2006/main" noGrp="1"/>
          </p:cNvSpPr>
          <p:nvPr/>
        </p:nvSpPr>
        <p:spPr>
          <a:xfrm xmlns:a="http://schemas.openxmlformats.org/drawingml/2006/main">
            <a:off x="42386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DESIGN</a:t>
            </a:r>
          </a:p>
        </p:txBody>
      </p:sp>
      <p:sp>
        <p:nvSpPr>
          <p:cNvPr id="68" name="">
            <a:extLst xmlns:a="http://schemas.openxmlformats.org/drawingml/2006/main">
              <a:ext uri="{FF2B5EF4-FFF2-40B4-BE49-F238E27FC236}">
                <a16:creationId xmlns:a16="http://schemas.microsoft.com/office/drawing/2014/main" id="{77A6C503-23DC-48DA-A8A6-87ACB886488B}"/>
              </a:ext>
            </a:extLst>
          </p:cNvPr>
          <p:cNvSpPr>
            <a:spLocks xmlns:a="http://schemas.openxmlformats.org/drawingml/2006/main" noGrp="1"/>
          </p:cNvSpPr>
          <p:nvPr/>
        </p:nvSpPr>
        <p:spPr>
          <a:xfrm xmlns:a="http://schemas.openxmlformats.org/drawingml/2006/main">
            <a:off x="55768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69" name="">
            <a:extLst xmlns:a="http://schemas.openxmlformats.org/drawingml/2006/main">
              <a:ext uri="{FF2B5EF4-FFF2-40B4-BE49-F238E27FC236}">
                <a16:creationId xmlns:a16="http://schemas.microsoft.com/office/drawing/2014/main" id="{C552DAF6-4945-4F58-A31F-14A80A84BE40}"/>
              </a:ext>
            </a:extLst>
          </p:cNvPr>
          <p:cNvSpPr>
            <a:spLocks xmlns:a="http://schemas.openxmlformats.org/drawingml/2006/main" noGrp="1"/>
          </p:cNvSpPr>
          <p:nvPr/>
        </p:nvSpPr>
        <p:spPr>
          <a:xfrm xmlns:a="http://schemas.openxmlformats.org/drawingml/2006/main">
            <a:off x="52101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BUILD</a:t>
            </a:r>
          </a:p>
        </p:txBody>
      </p:sp>
      <p:sp>
        <p:nvSpPr>
          <p:cNvPr id="70" name="">
            <a:extLst xmlns:a="http://schemas.openxmlformats.org/drawingml/2006/main">
              <a:ext uri="{FF2B5EF4-FFF2-40B4-BE49-F238E27FC236}">
                <a16:creationId xmlns:a16="http://schemas.microsoft.com/office/drawing/2014/main" id="{8F70D7A7-0B51-44E9-B64B-399C95E9A6F2}"/>
              </a:ext>
            </a:extLst>
          </p:cNvPr>
          <p:cNvSpPr>
            <a:spLocks xmlns:a="http://schemas.openxmlformats.org/drawingml/2006/main" noGrp="1"/>
          </p:cNvSpPr>
          <p:nvPr/>
        </p:nvSpPr>
        <p:spPr>
          <a:xfrm xmlns:a="http://schemas.openxmlformats.org/drawingml/2006/main">
            <a:off x="65484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71" name="">
            <a:extLst xmlns:a="http://schemas.openxmlformats.org/drawingml/2006/main">
              <a:ext uri="{FF2B5EF4-FFF2-40B4-BE49-F238E27FC236}">
                <a16:creationId xmlns:a16="http://schemas.microsoft.com/office/drawing/2014/main" id="{C780FCE7-BE9F-42AA-BEA2-02A645DD8AA1}"/>
              </a:ext>
            </a:extLst>
          </p:cNvPr>
          <p:cNvSpPr>
            <a:spLocks xmlns:a="http://schemas.openxmlformats.org/drawingml/2006/main" noGrp="1"/>
          </p:cNvSpPr>
          <p:nvPr/>
        </p:nvSpPr>
        <p:spPr>
          <a:xfrm xmlns:a="http://schemas.openxmlformats.org/drawingml/2006/main">
            <a:off x="61817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TEST</a:t>
            </a:r>
          </a:p>
        </p:txBody>
      </p:sp>
      <p:sp>
        <p:nvSpPr>
          <p:cNvPr id="72" name="">
            <a:extLst xmlns:a="http://schemas.openxmlformats.org/drawingml/2006/main">
              <a:ext uri="{FF2B5EF4-FFF2-40B4-BE49-F238E27FC236}">
                <a16:creationId xmlns:a16="http://schemas.microsoft.com/office/drawing/2014/main" id="{9C0A2529-87C0-43C1-A45F-A305A77A2C79}"/>
              </a:ext>
            </a:extLst>
          </p:cNvPr>
          <p:cNvSpPr>
            <a:spLocks xmlns:a="http://schemas.openxmlformats.org/drawingml/2006/main" noGrp="1"/>
          </p:cNvSpPr>
          <p:nvPr/>
        </p:nvSpPr>
        <p:spPr>
          <a:xfrm xmlns:a="http://schemas.openxmlformats.org/drawingml/2006/main">
            <a:off x="75199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73" name="">
            <a:extLst xmlns:a="http://schemas.openxmlformats.org/drawingml/2006/main">
              <a:ext uri="{FF2B5EF4-FFF2-40B4-BE49-F238E27FC236}">
                <a16:creationId xmlns:a16="http://schemas.microsoft.com/office/drawing/2014/main" id="{80B2C2FC-304E-41D4-9B9C-37A2DE7344AA}"/>
              </a:ext>
            </a:extLst>
          </p:cNvPr>
          <p:cNvSpPr>
            <a:spLocks xmlns:a="http://schemas.openxmlformats.org/drawingml/2006/main" noGrp="1"/>
          </p:cNvSpPr>
          <p:nvPr/>
        </p:nvSpPr>
        <p:spPr>
          <a:xfrm xmlns:a="http://schemas.openxmlformats.org/drawingml/2006/main">
            <a:off x="71532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DEPLOY</a:t>
            </a:r>
          </a:p>
        </p:txBody>
      </p:sp>
      <p:sp>
        <p:nvSpPr>
          <p:cNvPr id="74" name="">
            <a:extLst xmlns:a="http://schemas.openxmlformats.org/drawingml/2006/main">
              <a:ext uri="{FF2B5EF4-FFF2-40B4-BE49-F238E27FC236}">
                <a16:creationId xmlns:a16="http://schemas.microsoft.com/office/drawing/2014/main" id="{67DDF34A-0B38-4253-876A-D1A6CB362F06}"/>
              </a:ext>
            </a:extLst>
          </p:cNvPr>
          <p:cNvSpPr>
            <a:spLocks xmlns:a="http://schemas.openxmlformats.org/drawingml/2006/main" noGrp="1"/>
          </p:cNvSpPr>
          <p:nvPr/>
        </p:nvSpPr>
        <p:spPr>
          <a:xfrm xmlns:a="http://schemas.openxmlformats.org/drawingml/2006/main">
            <a:off x="84915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75" name="">
            <a:extLst xmlns:a="http://schemas.openxmlformats.org/drawingml/2006/main">
              <a:ext uri="{FF2B5EF4-FFF2-40B4-BE49-F238E27FC236}">
                <a16:creationId xmlns:a16="http://schemas.microsoft.com/office/drawing/2014/main" id="{11018BA4-BE82-494D-BDCE-039F9441AC52}"/>
              </a:ext>
            </a:extLst>
          </p:cNvPr>
          <p:cNvSpPr>
            <a:spLocks xmlns:a="http://schemas.openxmlformats.org/drawingml/2006/main" noGrp="1"/>
          </p:cNvSpPr>
          <p:nvPr/>
        </p:nvSpPr>
        <p:spPr>
          <a:xfrm xmlns:a="http://schemas.openxmlformats.org/drawingml/2006/main">
            <a:off x="81248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MAINTAIN</a:t>
            </a:r>
          </a:p>
        </p:txBody>
      </p:sp>
    </p:spTree>
    <p:extLst>
      <p:ext uri="{BB962C8B-B14F-4D97-AF65-F5344CB8AC3E}">
        <p14:creationId xmlns:p14="http://schemas.microsoft.com/office/powerpoint/2010/main" val="698531897"/>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A8A09DB0-41A6-4DA6-969B-3E7661F5B27A}"/>
              </a:ext>
            </a:extLst>
          </p:cNvPr>
          <p:cNvPicPr>
            <a:picLocks xmlns:a="http://schemas.openxmlformats.org/drawingml/2006/main" noChangeAspect="1"/>
          </p:cNvPicPr>
          <p:nvPr/>
        </p:nvPicPr>
        <p:blipFill>
          <a:blip xmlns:r="http://schemas.openxmlformats.org/officeDocument/2006/relationships" xmlns:a="http://schemas.openxmlformats.org/drawingml/2006/main" r:embed="R7977c3a3b5c34935"/>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601E2C1D-48F5-43C2-A544-5679C329C2C5}"/>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61 / 63</a:t>
            </a:r>
            <a:endParaRPr sz="900"/>
          </a:p>
        </p:txBody>
      </p:sp>
      <p:sp>
        <p:nvSpPr>
          <p:cNvPr id="108" name="">
            <a:extLst xmlns:a="http://schemas.openxmlformats.org/drawingml/2006/main">
              <a:ext uri="{FF2B5EF4-FFF2-40B4-BE49-F238E27FC236}">
                <a16:creationId xmlns:a16="http://schemas.microsoft.com/office/drawing/2014/main" id="{9D0607D6-743B-4E4D-BBA4-DE181137D9B0}"/>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307FE2"/>
                </a:solidFill>
                <a:latin typeface="Montserrat"/>
                <a:ea typeface="Montserrat"/>
                <a:cs typeface="Montserrat"/>
              </a:defRPr>
            </a:defPPr>
            <a:lvl1pPr algn="l">
              <a:defRPr sz="1050" b="1">
                <a:solidFill>
                  <a:srgbClr val="307FE2"/>
                </a:solidFill>
                <a:latin typeface="Montserrat"/>
                <a:ea typeface="Montserrat"/>
                <a:cs typeface="Montserrat"/>
              </a:defRPr>
            </a:lvl1pPr>
            <a:lvl2pPr algn="l">
              <a:defRPr sz="1050" b="1">
                <a:solidFill>
                  <a:srgbClr val="307FE2"/>
                </a:solidFill>
                <a:latin typeface="Montserrat"/>
                <a:ea typeface="Montserrat"/>
                <a:cs typeface="Montserrat"/>
              </a:defRPr>
            </a:lvl2pPr>
            <a:lvl3pPr algn="l">
              <a:defRPr sz="1050" b="1">
                <a:solidFill>
                  <a:srgbClr val="307FE2"/>
                </a:solidFill>
                <a:latin typeface="Montserrat"/>
                <a:ea typeface="Montserrat"/>
                <a:cs typeface="Montserrat"/>
              </a:defRPr>
            </a:lvl3pPr>
            <a:lvl4pPr algn="l">
              <a:defRPr sz="1050" b="1">
                <a:solidFill>
                  <a:srgbClr val="307FE2"/>
                </a:solidFill>
                <a:latin typeface="Montserrat"/>
                <a:ea typeface="Montserrat"/>
                <a:cs typeface="Montserrat"/>
              </a:defRPr>
            </a:lvl4pPr>
            <a:lvl5pPr algn="l">
              <a:defRPr sz="1050" b="1">
                <a:solidFill>
                  <a:srgbClr val="307FE2"/>
                </a:solidFill>
                <a:latin typeface="Montserrat"/>
                <a:ea typeface="Montserrat"/>
                <a:cs typeface="Montserrat"/>
              </a:defRPr>
            </a:lvl5pPr>
            <a:lvl6pPr algn="l">
              <a:defRPr sz="1050" b="1">
                <a:solidFill>
                  <a:srgbClr val="307FE2"/>
                </a:solidFill>
                <a:latin typeface="Montserrat"/>
                <a:ea typeface="Montserrat"/>
                <a:cs typeface="Montserrat"/>
              </a:defRPr>
            </a:lvl6pPr>
            <a:lvl7pPr algn="l">
              <a:defRPr sz="1050" b="1">
                <a:solidFill>
                  <a:srgbClr val="307FE2"/>
                </a:solidFill>
                <a:latin typeface="Montserrat"/>
                <a:ea typeface="Montserrat"/>
                <a:cs typeface="Montserrat"/>
              </a:defRPr>
            </a:lvl7pPr>
            <a:lvl8pPr algn="l">
              <a:defRPr sz="1050" b="1">
                <a:solidFill>
                  <a:srgbClr val="307FE2"/>
                </a:solidFill>
                <a:latin typeface="Montserrat"/>
                <a:ea typeface="Montserrat"/>
                <a:cs typeface="Montserrat"/>
              </a:defRPr>
            </a:lvl8pPr>
            <a:lvl9pPr algn="l">
              <a:defRPr sz="1050" b="1">
                <a:solidFill>
                  <a:srgbClr val="307FE2"/>
                </a:solidFill>
                <a:latin typeface="Montserrat"/>
                <a:ea typeface="Montserrat"/>
                <a:cs typeface="Montserrat"/>
              </a:defRPr>
            </a:lvl9pPr>
          </a:lstStyle>
          <a:p xmlns:a="http://schemas.openxmlformats.org/drawingml/2006/main">
            <a:pPr algn="l">
              <a:defRPr sz="1050" b="1">
                <a:solidFill>
                  <a:srgbClr val="307FE2"/>
                </a:solidFill>
                <a:latin typeface="Montserrat"/>
                <a:ea typeface="Montserrat"/>
                <a:cs typeface="Montserrat"/>
              </a:defRPr>
            </a:pPr>
            <a:r>
              <a:rPr sz="1050" b="1">
                <a:solidFill>
                  <a:srgbClr val="307FE2"/>
                </a:solidFill>
                <a:latin typeface="Montserrat"/>
                <a:ea typeface="Montserrat"/>
                <a:cs typeface="Montserrat"/>
              </a:rPr>
              <a:t>// WRAP · MONDAY</a:t>
            </a:r>
          </a:p>
        </p:txBody>
      </p:sp>
      <p:sp>
        <p:nvSpPr>
          <p:cNvPr id="109" name="">
            <a:extLst xmlns:a="http://schemas.openxmlformats.org/drawingml/2006/main">
              <a:ext uri="{FF2B5EF4-FFF2-40B4-BE49-F238E27FC236}">
                <a16:creationId xmlns:a16="http://schemas.microsoft.com/office/drawing/2014/main" id="{F72F09FD-FDD8-46A1-B1CD-E2E47907E76E}"/>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0">
                <a:solidFill>
                  <a:srgbClr val="94A3B8"/>
                </a:solidFill>
                <a:latin typeface="Montserrat"/>
                <a:ea typeface="Montserrat"/>
                <a:cs typeface="Montserrat"/>
              </a:defRPr>
            </a:defPPr>
            <a:lvl1pPr algn="r">
              <a:defRPr sz="900" b="0">
                <a:solidFill>
                  <a:srgbClr val="94A3B8"/>
                </a:solidFill>
                <a:latin typeface="Montserrat"/>
                <a:ea typeface="Montserrat"/>
                <a:cs typeface="Montserrat"/>
              </a:defRPr>
            </a:lvl1pPr>
            <a:lvl2pPr algn="r">
              <a:defRPr sz="900" b="0">
                <a:solidFill>
                  <a:srgbClr val="94A3B8"/>
                </a:solidFill>
                <a:latin typeface="Montserrat"/>
                <a:ea typeface="Montserrat"/>
                <a:cs typeface="Montserrat"/>
              </a:defRPr>
            </a:lvl2pPr>
            <a:lvl3pPr algn="r">
              <a:defRPr sz="900" b="0">
                <a:solidFill>
                  <a:srgbClr val="94A3B8"/>
                </a:solidFill>
                <a:latin typeface="Montserrat"/>
                <a:ea typeface="Montserrat"/>
                <a:cs typeface="Montserrat"/>
              </a:defRPr>
            </a:lvl3pPr>
            <a:lvl4pPr algn="r">
              <a:defRPr sz="900" b="0">
                <a:solidFill>
                  <a:srgbClr val="94A3B8"/>
                </a:solidFill>
                <a:latin typeface="Montserrat"/>
                <a:ea typeface="Montserrat"/>
                <a:cs typeface="Montserrat"/>
              </a:defRPr>
            </a:lvl4pPr>
            <a:lvl5pPr algn="r">
              <a:defRPr sz="900" b="0">
                <a:solidFill>
                  <a:srgbClr val="94A3B8"/>
                </a:solidFill>
                <a:latin typeface="Montserrat"/>
                <a:ea typeface="Montserrat"/>
                <a:cs typeface="Montserrat"/>
              </a:defRPr>
            </a:lvl5pPr>
            <a:lvl6pPr algn="r">
              <a:defRPr sz="900" b="0">
                <a:solidFill>
                  <a:srgbClr val="94A3B8"/>
                </a:solidFill>
                <a:latin typeface="Montserrat"/>
                <a:ea typeface="Montserrat"/>
                <a:cs typeface="Montserrat"/>
              </a:defRPr>
            </a:lvl6pPr>
            <a:lvl7pPr algn="r">
              <a:defRPr sz="900" b="0">
                <a:solidFill>
                  <a:srgbClr val="94A3B8"/>
                </a:solidFill>
                <a:latin typeface="Montserrat"/>
                <a:ea typeface="Montserrat"/>
                <a:cs typeface="Montserrat"/>
              </a:defRPr>
            </a:lvl7pPr>
            <a:lvl8pPr algn="r">
              <a:defRPr sz="900" b="0">
                <a:solidFill>
                  <a:srgbClr val="94A3B8"/>
                </a:solidFill>
                <a:latin typeface="Montserrat"/>
                <a:ea typeface="Montserrat"/>
                <a:cs typeface="Montserrat"/>
              </a:defRPr>
            </a:lvl8pPr>
            <a:lvl9pPr algn="r">
              <a:defRPr sz="900" b="0">
                <a:solidFill>
                  <a:srgbClr val="94A3B8"/>
                </a:solidFill>
                <a:latin typeface="Montserrat"/>
                <a:ea typeface="Montserrat"/>
                <a:cs typeface="Montserrat"/>
              </a:defRPr>
            </a:lvl9pPr>
          </a:lstStyle>
          <a:p xmlns:a="http://schemas.openxmlformats.org/drawingml/2006/main">
            <a:pPr algn="r">
              <a:defRPr sz="900" b="0">
                <a:solidFill>
                  <a:srgbClr val="94A3B8"/>
                </a:solidFill>
                <a:latin typeface="Montserrat"/>
                <a:ea typeface="Montserrat"/>
                <a:cs typeface="Montserrat"/>
              </a:defRPr>
            </a:pPr>
            <a:r>
              <a:rPr sz="900" b="0">
                <a:solidFill>
                  <a:srgbClr val="94A3B8"/>
                </a:solidFill>
                <a:latin typeface="Montserrat"/>
                <a:ea typeface="Montserrat"/>
                <a:cs typeface="Montserrat"/>
              </a:rPr>
              <a:t>5:55–6:00</a:t>
            </a:r>
          </a:p>
        </p:txBody>
      </p:sp>
      <p:sp>
        <p:nvSpPr>
          <p:cNvPr id="110" name="">
            <a:extLst xmlns:a="http://schemas.openxmlformats.org/drawingml/2006/main">
              <a:ext uri="{FF2B5EF4-FFF2-40B4-BE49-F238E27FC236}">
                <a16:creationId xmlns:a16="http://schemas.microsoft.com/office/drawing/2014/main" id="{044265AA-FBA2-4A22-9296-0EC9A74F18D5}"/>
              </a:ext>
            </a:extLst>
          </p:cNvPr>
          <p:cNvSpPr>
            <a:spLocks xmlns:a="http://schemas.openxmlformats.org/drawingml/2006/main" noGrp="1"/>
          </p:cNvSpPr>
          <p:nvPr/>
        </p:nvSpPr>
        <p:spPr>
          <a:xfrm xmlns:a="http://schemas.openxmlformats.org/drawingml/2006/main">
            <a:off x="647700" y="866775"/>
            <a:ext cx="10906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0F172A"/>
                </a:solidFill>
                <a:latin typeface="Verdana"/>
                <a:ea typeface="Verdana"/>
                <a:cs typeface="Verdana"/>
              </a:defRPr>
            </a:defPPr>
            <a:lvl1pPr algn="l">
              <a:defRPr sz="2700" b="1">
                <a:solidFill>
                  <a:srgbClr val="0F172A"/>
                </a:solidFill>
                <a:latin typeface="Verdana"/>
                <a:ea typeface="Verdana"/>
                <a:cs typeface="Verdana"/>
              </a:defRPr>
            </a:lvl1pPr>
            <a:lvl2pPr algn="l">
              <a:defRPr sz="2700" b="1">
                <a:solidFill>
                  <a:srgbClr val="0F172A"/>
                </a:solidFill>
                <a:latin typeface="Verdana"/>
                <a:ea typeface="Verdana"/>
                <a:cs typeface="Verdana"/>
              </a:defRPr>
            </a:lvl2pPr>
            <a:lvl3pPr algn="l">
              <a:defRPr sz="2700" b="1">
                <a:solidFill>
                  <a:srgbClr val="0F172A"/>
                </a:solidFill>
                <a:latin typeface="Verdana"/>
                <a:ea typeface="Verdana"/>
                <a:cs typeface="Verdana"/>
              </a:defRPr>
            </a:lvl3pPr>
            <a:lvl4pPr algn="l">
              <a:defRPr sz="2700" b="1">
                <a:solidFill>
                  <a:srgbClr val="0F172A"/>
                </a:solidFill>
                <a:latin typeface="Verdana"/>
                <a:ea typeface="Verdana"/>
                <a:cs typeface="Verdana"/>
              </a:defRPr>
            </a:lvl4pPr>
            <a:lvl5pPr algn="l">
              <a:defRPr sz="2700" b="1">
                <a:solidFill>
                  <a:srgbClr val="0F172A"/>
                </a:solidFill>
                <a:latin typeface="Verdana"/>
                <a:ea typeface="Verdana"/>
                <a:cs typeface="Verdana"/>
              </a:defRPr>
            </a:lvl5pPr>
            <a:lvl6pPr algn="l">
              <a:defRPr sz="2700" b="1">
                <a:solidFill>
                  <a:srgbClr val="0F172A"/>
                </a:solidFill>
                <a:latin typeface="Verdana"/>
                <a:ea typeface="Verdana"/>
                <a:cs typeface="Verdana"/>
              </a:defRPr>
            </a:lvl6pPr>
            <a:lvl7pPr algn="l">
              <a:defRPr sz="2700" b="1">
                <a:solidFill>
                  <a:srgbClr val="0F172A"/>
                </a:solidFill>
                <a:latin typeface="Verdana"/>
                <a:ea typeface="Verdana"/>
                <a:cs typeface="Verdana"/>
              </a:defRPr>
            </a:lvl7pPr>
            <a:lvl8pPr algn="l">
              <a:defRPr sz="2700" b="1">
                <a:solidFill>
                  <a:srgbClr val="0F172A"/>
                </a:solidFill>
                <a:latin typeface="Verdana"/>
                <a:ea typeface="Verdana"/>
                <a:cs typeface="Verdana"/>
              </a:defRPr>
            </a:lvl8pPr>
            <a:lvl9pPr algn="l">
              <a:defRPr sz="2700" b="1">
                <a:solidFill>
                  <a:srgbClr val="0F172A"/>
                </a:solidFill>
                <a:latin typeface="Verdana"/>
                <a:ea typeface="Verdana"/>
                <a:cs typeface="Verdana"/>
              </a:defRPr>
            </a:lvl9pPr>
          </a:lstStyle>
          <a:p xmlns:a="http://schemas.openxmlformats.org/drawingml/2006/main">
            <a:pPr algn="l">
              <a:defRPr sz="2700" b="1">
                <a:solidFill>
                  <a:srgbClr val="0F172A"/>
                </a:solidFill>
                <a:latin typeface="Verdana"/>
                <a:ea typeface="Verdana"/>
                <a:cs typeface="Verdana"/>
              </a:defRPr>
            </a:pPr>
            <a:r>
              <a:rPr sz="2700" b="1">
                <a:solidFill>
                  <a:srgbClr val="0F172A"/>
                </a:solidFill>
                <a:latin typeface="Verdana"/>
                <a:ea typeface="Verdana"/>
                <a:cs typeface="Verdana"/>
              </a:rPr>
              <a:t>Your first Monday</a:t>
            </a:r>
          </a:p>
        </p:txBody>
      </p:sp>
      <p:sp>
        <p:nvSpPr>
          <p:cNvPr id="111" name="">
            <a:extLst xmlns:a="http://schemas.openxmlformats.org/drawingml/2006/main">
              <a:ext uri="{FF2B5EF4-FFF2-40B4-BE49-F238E27FC236}">
                <a16:creationId xmlns:a16="http://schemas.microsoft.com/office/drawing/2014/main" id="{B803A38B-F44A-4CFA-8506-F9EE4F41833A}"/>
              </a:ext>
            </a:extLst>
          </p:cNvPr>
          <p:cNvSpPr>
            <a:spLocks xmlns:a="http://schemas.openxmlformats.org/drawingml/2006/main" noGrp="1"/>
          </p:cNvSpPr>
          <p:nvPr/>
        </p:nvSpPr>
        <p:spPr>
          <a:xfrm xmlns:a="http://schemas.openxmlformats.org/drawingml/2006/main">
            <a:off x="742950" y="1695450"/>
            <a:ext cx="10706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B93800"/>
                </a:solidFill>
                <a:latin typeface="Courier New"/>
                <a:ea typeface="Courier New"/>
                <a:cs typeface="Courier New"/>
              </a:defRPr>
            </a:defPPr>
            <a:lvl1pPr algn="l">
              <a:defRPr sz="900" b="1">
                <a:solidFill>
                  <a:srgbClr val="B93800"/>
                </a:solidFill>
                <a:latin typeface="Courier New"/>
                <a:ea typeface="Courier New"/>
                <a:cs typeface="Courier New"/>
              </a:defRPr>
            </a:lvl1pPr>
            <a:lvl2pPr algn="l">
              <a:defRPr sz="900" b="1">
                <a:solidFill>
                  <a:srgbClr val="B93800"/>
                </a:solidFill>
                <a:latin typeface="Courier New"/>
                <a:ea typeface="Courier New"/>
                <a:cs typeface="Courier New"/>
              </a:defRPr>
            </a:lvl2pPr>
            <a:lvl3pPr algn="l">
              <a:defRPr sz="900" b="1">
                <a:solidFill>
                  <a:srgbClr val="B93800"/>
                </a:solidFill>
                <a:latin typeface="Courier New"/>
                <a:ea typeface="Courier New"/>
                <a:cs typeface="Courier New"/>
              </a:defRPr>
            </a:lvl3pPr>
            <a:lvl4pPr algn="l">
              <a:defRPr sz="900" b="1">
                <a:solidFill>
                  <a:srgbClr val="B93800"/>
                </a:solidFill>
                <a:latin typeface="Courier New"/>
                <a:ea typeface="Courier New"/>
                <a:cs typeface="Courier New"/>
              </a:defRPr>
            </a:lvl4pPr>
            <a:lvl5pPr algn="l">
              <a:defRPr sz="900" b="1">
                <a:solidFill>
                  <a:srgbClr val="B93800"/>
                </a:solidFill>
                <a:latin typeface="Courier New"/>
                <a:ea typeface="Courier New"/>
                <a:cs typeface="Courier New"/>
              </a:defRPr>
            </a:lvl5pPr>
            <a:lvl6pPr algn="l">
              <a:defRPr sz="900" b="1">
                <a:solidFill>
                  <a:srgbClr val="B93800"/>
                </a:solidFill>
                <a:latin typeface="Courier New"/>
                <a:ea typeface="Courier New"/>
                <a:cs typeface="Courier New"/>
              </a:defRPr>
            </a:lvl6pPr>
            <a:lvl7pPr algn="l">
              <a:defRPr sz="900" b="1">
                <a:solidFill>
                  <a:srgbClr val="B93800"/>
                </a:solidFill>
                <a:latin typeface="Courier New"/>
                <a:ea typeface="Courier New"/>
                <a:cs typeface="Courier New"/>
              </a:defRPr>
            </a:lvl7pPr>
            <a:lvl8pPr algn="l">
              <a:defRPr sz="900" b="1">
                <a:solidFill>
                  <a:srgbClr val="B93800"/>
                </a:solidFill>
                <a:latin typeface="Courier New"/>
                <a:ea typeface="Courier New"/>
                <a:cs typeface="Courier New"/>
              </a:defRPr>
            </a:lvl8pPr>
            <a:lvl9pPr algn="l">
              <a:defRPr sz="900" b="1">
                <a:solidFill>
                  <a:srgbClr val="B93800"/>
                </a:solidFill>
                <a:latin typeface="Courier New"/>
                <a:ea typeface="Courier New"/>
                <a:cs typeface="Courier New"/>
              </a:defRPr>
            </a:lvl9pPr>
          </a:lstStyle>
          <a:p xmlns:a="http://schemas.openxmlformats.org/drawingml/2006/main">
            <a:pPr algn="l">
              <a:defRPr sz="900" b="1">
                <a:solidFill>
                  <a:srgbClr val="B93800"/>
                </a:solidFill>
                <a:latin typeface="Courier New"/>
                <a:ea typeface="Courier New"/>
                <a:cs typeface="Courier New"/>
              </a:defRPr>
            </a:pPr>
            <a:r>
              <a:rPr sz="900" b="1">
                <a:solidFill>
                  <a:srgbClr val="B93800"/>
                </a:solidFill>
                <a:latin typeface="Courier New"/>
                <a:ea typeface="Courier New"/>
                <a:cs typeface="Courier New"/>
              </a:rPr>
              <a:t>ONE SMALL LOOP · ONE PROJECT</a:t>
            </a:r>
          </a:p>
        </p:txBody>
      </p:sp>
      <p:sp>
        <p:nvSpPr>
          <p:cNvPr id="112" name="">
            <a:extLst xmlns:a="http://schemas.openxmlformats.org/drawingml/2006/main">
              <a:ext uri="{FF2B5EF4-FFF2-40B4-BE49-F238E27FC236}">
                <a16:creationId xmlns:a16="http://schemas.microsoft.com/office/drawing/2014/main" id="{DFD8C93F-B7C1-4E3B-8375-833577F72317}"/>
              </a:ext>
            </a:extLst>
          </p:cNvPr>
          <p:cNvSpPr>
            <a:spLocks xmlns:a="http://schemas.openxmlformats.org/drawingml/2006/main" noGrp="1"/>
          </p:cNvSpPr>
          <p:nvPr/>
        </p:nvSpPr>
        <p:spPr>
          <a:xfrm xmlns:a="http://schemas.openxmlformats.org/drawingml/2006/main">
            <a:off x="742950" y="22098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0">
                <a:solidFill>
                  <a:srgbClr val="B93800"/>
                </a:solidFill>
                <a:latin typeface="Courier New"/>
                <a:ea typeface="Courier New"/>
                <a:cs typeface="Courier New"/>
              </a:defRPr>
            </a:defPPr>
            <a:lvl1pPr algn="l">
              <a:defRPr sz="825" b="0">
                <a:solidFill>
                  <a:srgbClr val="B93800"/>
                </a:solidFill>
                <a:latin typeface="Courier New"/>
                <a:ea typeface="Courier New"/>
                <a:cs typeface="Courier New"/>
              </a:defRPr>
            </a:lvl1pPr>
            <a:lvl2pPr algn="l">
              <a:defRPr sz="825" b="0">
                <a:solidFill>
                  <a:srgbClr val="B93800"/>
                </a:solidFill>
                <a:latin typeface="Courier New"/>
                <a:ea typeface="Courier New"/>
                <a:cs typeface="Courier New"/>
              </a:defRPr>
            </a:lvl2pPr>
            <a:lvl3pPr algn="l">
              <a:defRPr sz="825" b="0">
                <a:solidFill>
                  <a:srgbClr val="B93800"/>
                </a:solidFill>
                <a:latin typeface="Courier New"/>
                <a:ea typeface="Courier New"/>
                <a:cs typeface="Courier New"/>
              </a:defRPr>
            </a:lvl3pPr>
            <a:lvl4pPr algn="l">
              <a:defRPr sz="825" b="0">
                <a:solidFill>
                  <a:srgbClr val="B93800"/>
                </a:solidFill>
                <a:latin typeface="Courier New"/>
                <a:ea typeface="Courier New"/>
                <a:cs typeface="Courier New"/>
              </a:defRPr>
            </a:lvl4pPr>
            <a:lvl5pPr algn="l">
              <a:defRPr sz="825" b="0">
                <a:solidFill>
                  <a:srgbClr val="B93800"/>
                </a:solidFill>
                <a:latin typeface="Courier New"/>
                <a:ea typeface="Courier New"/>
                <a:cs typeface="Courier New"/>
              </a:defRPr>
            </a:lvl5pPr>
            <a:lvl6pPr algn="l">
              <a:defRPr sz="825" b="0">
                <a:solidFill>
                  <a:srgbClr val="B93800"/>
                </a:solidFill>
                <a:latin typeface="Courier New"/>
                <a:ea typeface="Courier New"/>
                <a:cs typeface="Courier New"/>
              </a:defRPr>
            </a:lvl6pPr>
            <a:lvl7pPr algn="l">
              <a:defRPr sz="825" b="0">
                <a:solidFill>
                  <a:srgbClr val="B93800"/>
                </a:solidFill>
                <a:latin typeface="Courier New"/>
                <a:ea typeface="Courier New"/>
                <a:cs typeface="Courier New"/>
              </a:defRPr>
            </a:lvl7pPr>
            <a:lvl8pPr algn="l">
              <a:defRPr sz="825" b="0">
                <a:solidFill>
                  <a:srgbClr val="B93800"/>
                </a:solidFill>
                <a:latin typeface="Courier New"/>
                <a:ea typeface="Courier New"/>
                <a:cs typeface="Courier New"/>
              </a:defRPr>
            </a:lvl8pPr>
            <a:lvl9pPr algn="l">
              <a:defRPr sz="825" b="0">
                <a:solidFill>
                  <a:srgbClr val="B93800"/>
                </a:solidFill>
                <a:latin typeface="Courier New"/>
                <a:ea typeface="Courier New"/>
                <a:cs typeface="Courier New"/>
              </a:defRPr>
            </a:lvl9pPr>
          </a:lstStyle>
          <a:p xmlns:a="http://schemas.openxmlformats.org/drawingml/2006/main">
            <a:pPr algn="l">
              <a:defRPr sz="825" b="0">
                <a:solidFill>
                  <a:srgbClr val="B93800"/>
                </a:solidFill>
                <a:latin typeface="Courier New"/>
                <a:ea typeface="Courier New"/>
                <a:cs typeface="Courier New"/>
              </a:defRPr>
            </a:pPr>
            <a:r>
              <a:rPr sz="825" b="0">
                <a:solidFill>
                  <a:srgbClr val="B93800"/>
                </a:solidFill>
                <a:latin typeface="Courier New"/>
                <a:ea typeface="Courier New"/>
                <a:cs typeface="Courier New"/>
              </a:rPr>
              <a:t>01</a:t>
            </a:r>
          </a:p>
        </p:txBody>
      </p:sp>
      <p:sp>
        <p:nvSpPr>
          <p:cNvPr id="113" name="">
            <a:extLst xmlns:a="http://schemas.openxmlformats.org/drawingml/2006/main">
              <a:ext uri="{FF2B5EF4-FFF2-40B4-BE49-F238E27FC236}">
                <a16:creationId xmlns:a16="http://schemas.microsoft.com/office/drawing/2014/main" id="{941380D2-F0F9-46FD-AC15-B39CE91F2589}"/>
              </a:ext>
            </a:extLst>
          </p:cNvPr>
          <p:cNvSpPr>
            <a:spLocks xmlns:a="http://schemas.openxmlformats.org/drawingml/2006/main" noGrp="1"/>
          </p:cNvSpPr>
          <p:nvPr/>
        </p:nvSpPr>
        <p:spPr>
          <a:xfrm xmlns:a="http://schemas.openxmlformats.org/drawingml/2006/main">
            <a:off x="1181100" y="219075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0F172A"/>
                </a:solidFill>
                <a:latin typeface="Montserrat"/>
                <a:ea typeface="Montserrat"/>
                <a:cs typeface="Montserrat"/>
              </a:defRPr>
            </a:defPPr>
            <a:lvl1pPr algn="l">
              <a:defRPr sz="1275" b="1">
                <a:solidFill>
                  <a:srgbClr val="0F172A"/>
                </a:solidFill>
                <a:latin typeface="Montserrat"/>
                <a:ea typeface="Montserrat"/>
                <a:cs typeface="Montserrat"/>
              </a:defRPr>
            </a:lvl1pPr>
            <a:lvl2pPr algn="l">
              <a:defRPr sz="1275" b="1">
                <a:solidFill>
                  <a:srgbClr val="0F172A"/>
                </a:solidFill>
                <a:latin typeface="Montserrat"/>
                <a:ea typeface="Montserrat"/>
                <a:cs typeface="Montserrat"/>
              </a:defRPr>
            </a:lvl2pPr>
            <a:lvl3pPr algn="l">
              <a:defRPr sz="1275" b="1">
                <a:solidFill>
                  <a:srgbClr val="0F172A"/>
                </a:solidFill>
                <a:latin typeface="Montserrat"/>
                <a:ea typeface="Montserrat"/>
                <a:cs typeface="Montserrat"/>
              </a:defRPr>
            </a:lvl3pPr>
            <a:lvl4pPr algn="l">
              <a:defRPr sz="1275" b="1">
                <a:solidFill>
                  <a:srgbClr val="0F172A"/>
                </a:solidFill>
                <a:latin typeface="Montserrat"/>
                <a:ea typeface="Montserrat"/>
                <a:cs typeface="Montserrat"/>
              </a:defRPr>
            </a:lvl4pPr>
            <a:lvl5pPr algn="l">
              <a:defRPr sz="1275" b="1">
                <a:solidFill>
                  <a:srgbClr val="0F172A"/>
                </a:solidFill>
                <a:latin typeface="Montserrat"/>
                <a:ea typeface="Montserrat"/>
                <a:cs typeface="Montserrat"/>
              </a:defRPr>
            </a:lvl5pPr>
            <a:lvl6pPr algn="l">
              <a:defRPr sz="1275" b="1">
                <a:solidFill>
                  <a:srgbClr val="0F172A"/>
                </a:solidFill>
                <a:latin typeface="Montserrat"/>
                <a:ea typeface="Montserrat"/>
                <a:cs typeface="Montserrat"/>
              </a:defRPr>
            </a:lvl6pPr>
            <a:lvl7pPr algn="l">
              <a:defRPr sz="1275" b="1">
                <a:solidFill>
                  <a:srgbClr val="0F172A"/>
                </a:solidFill>
                <a:latin typeface="Montserrat"/>
                <a:ea typeface="Montserrat"/>
                <a:cs typeface="Montserrat"/>
              </a:defRPr>
            </a:lvl7pPr>
            <a:lvl8pPr algn="l">
              <a:defRPr sz="1275" b="1">
                <a:solidFill>
                  <a:srgbClr val="0F172A"/>
                </a:solidFill>
                <a:latin typeface="Montserrat"/>
                <a:ea typeface="Montserrat"/>
                <a:cs typeface="Montserrat"/>
              </a:defRPr>
            </a:lvl8pPr>
            <a:lvl9pPr algn="l">
              <a:defRPr sz="1275" b="1">
                <a:solidFill>
                  <a:srgbClr val="0F172A"/>
                </a:solidFill>
                <a:latin typeface="Montserrat"/>
                <a:ea typeface="Montserrat"/>
                <a:cs typeface="Montserrat"/>
              </a:defRPr>
            </a:lvl9pPr>
          </a:lstStyle>
          <a:p xmlns:a="http://schemas.openxmlformats.org/drawingml/2006/main">
            <a:pPr algn="l">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Plan</a:t>
            </a:r>
          </a:p>
        </p:txBody>
      </p:sp>
      <p:sp>
        <p:nvSpPr>
          <p:cNvPr id="114" name="">
            <a:extLst xmlns:a="http://schemas.openxmlformats.org/drawingml/2006/main">
              <a:ext uri="{FF2B5EF4-FFF2-40B4-BE49-F238E27FC236}">
                <a16:creationId xmlns:a16="http://schemas.microsoft.com/office/drawing/2014/main" id="{0FE6A487-B1EE-4129-9DFC-8897796E1C49}"/>
              </a:ext>
            </a:extLst>
          </p:cNvPr>
          <p:cNvSpPr>
            <a:spLocks xmlns:a="http://schemas.openxmlformats.org/drawingml/2006/main" noGrp="1"/>
          </p:cNvSpPr>
          <p:nvPr/>
        </p:nvSpPr>
        <p:spPr>
          <a:xfrm xmlns:a="http://schemas.openxmlformats.org/drawingml/2006/main">
            <a:off x="1181100" y="2495550"/>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0">
                <a:solidFill>
                  <a:srgbClr val="475569"/>
                </a:solidFill>
                <a:latin typeface="Montserrat"/>
                <a:ea typeface="Montserrat"/>
                <a:cs typeface="Montserrat"/>
              </a:defRPr>
            </a:defPPr>
            <a:lvl1pPr algn="l">
              <a:defRPr sz="1050" b="0">
                <a:solidFill>
                  <a:srgbClr val="475569"/>
                </a:solidFill>
                <a:latin typeface="Montserrat"/>
                <a:ea typeface="Montserrat"/>
                <a:cs typeface="Montserrat"/>
              </a:defRPr>
            </a:lvl1pPr>
            <a:lvl2pPr algn="l">
              <a:defRPr sz="1050" b="0">
                <a:solidFill>
                  <a:srgbClr val="475569"/>
                </a:solidFill>
                <a:latin typeface="Montserrat"/>
                <a:ea typeface="Montserrat"/>
                <a:cs typeface="Montserrat"/>
              </a:defRPr>
            </a:lvl2pPr>
            <a:lvl3pPr algn="l">
              <a:defRPr sz="1050" b="0">
                <a:solidFill>
                  <a:srgbClr val="475569"/>
                </a:solidFill>
                <a:latin typeface="Montserrat"/>
                <a:ea typeface="Montserrat"/>
                <a:cs typeface="Montserrat"/>
              </a:defRPr>
            </a:lvl3pPr>
            <a:lvl4pPr algn="l">
              <a:defRPr sz="1050" b="0">
                <a:solidFill>
                  <a:srgbClr val="475569"/>
                </a:solidFill>
                <a:latin typeface="Montserrat"/>
                <a:ea typeface="Montserrat"/>
                <a:cs typeface="Montserrat"/>
              </a:defRPr>
            </a:lvl4pPr>
            <a:lvl5pPr algn="l">
              <a:defRPr sz="1050" b="0">
                <a:solidFill>
                  <a:srgbClr val="475569"/>
                </a:solidFill>
                <a:latin typeface="Montserrat"/>
                <a:ea typeface="Montserrat"/>
                <a:cs typeface="Montserrat"/>
              </a:defRPr>
            </a:lvl5pPr>
            <a:lvl6pPr algn="l">
              <a:defRPr sz="1050" b="0">
                <a:solidFill>
                  <a:srgbClr val="475569"/>
                </a:solidFill>
                <a:latin typeface="Montserrat"/>
                <a:ea typeface="Montserrat"/>
                <a:cs typeface="Montserrat"/>
              </a:defRPr>
            </a:lvl6pPr>
            <a:lvl7pPr algn="l">
              <a:defRPr sz="1050" b="0">
                <a:solidFill>
                  <a:srgbClr val="475569"/>
                </a:solidFill>
                <a:latin typeface="Montserrat"/>
                <a:ea typeface="Montserrat"/>
                <a:cs typeface="Montserrat"/>
              </a:defRPr>
            </a:lvl7pPr>
            <a:lvl8pPr algn="l">
              <a:defRPr sz="1050" b="0">
                <a:solidFill>
                  <a:srgbClr val="475569"/>
                </a:solidFill>
                <a:latin typeface="Montserrat"/>
                <a:ea typeface="Montserrat"/>
                <a:cs typeface="Montserrat"/>
              </a:defRPr>
            </a:lvl8pPr>
            <a:lvl9pPr algn="l">
              <a:defRPr sz="1050" b="0">
                <a:solidFill>
                  <a:srgbClr val="475569"/>
                </a:solidFill>
                <a:latin typeface="Montserrat"/>
                <a:ea typeface="Montserrat"/>
                <a:cs typeface="Montserrat"/>
              </a:defRPr>
            </a:lvl9pPr>
          </a:lstStyle>
          <a:p xmlns:a="http://schemas.openxmlformats.org/drawingml/2006/main">
            <a:pPr algn="l">
              <a:defRPr sz="1050" b="0">
                <a:solidFill>
                  <a:srgbClr val="475569"/>
                </a:solidFill>
                <a:latin typeface="Montserrat"/>
                <a:ea typeface="Montserrat"/>
                <a:cs typeface="Montserrat"/>
              </a:defRPr>
            </a:pPr>
            <a:r>
              <a:rPr sz="1050" b="0">
                <a:solidFill>
                  <a:srgbClr val="475569"/>
                </a:solidFill>
                <a:latin typeface="Montserrat"/>
                <a:ea typeface="Montserrat"/>
                <a:cs typeface="Montserrat"/>
              </a:rPr>
              <a:t>Name one improvement.</a:t>
            </a:r>
          </a:p>
        </p:txBody>
      </p:sp>
      <p:sp>
        <p:nvSpPr>
          <p:cNvPr id="115" name="">
            <a:extLst xmlns:a="http://schemas.openxmlformats.org/drawingml/2006/main">
              <a:ext uri="{FF2B5EF4-FFF2-40B4-BE49-F238E27FC236}">
                <a16:creationId xmlns:a16="http://schemas.microsoft.com/office/drawing/2014/main" id="{19A2B0E3-D496-45E2-9106-96ECDD6BE871}"/>
              </a:ext>
            </a:extLst>
          </p:cNvPr>
          <p:cNvSpPr>
            <a:spLocks xmlns:a="http://schemas.openxmlformats.org/drawingml/2006/main" noGrp="1"/>
          </p:cNvSpPr>
          <p:nvPr/>
        </p:nvSpPr>
        <p:spPr>
          <a:xfrm xmlns:a="http://schemas.openxmlformats.org/drawingml/2006/main">
            <a:off x="3886200" y="22098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0">
                <a:solidFill>
                  <a:srgbClr val="307FE2"/>
                </a:solidFill>
                <a:latin typeface="Courier New"/>
                <a:ea typeface="Courier New"/>
                <a:cs typeface="Courier New"/>
              </a:defRPr>
            </a:defPPr>
            <a:lvl1pPr algn="l">
              <a:defRPr sz="825" b="0">
                <a:solidFill>
                  <a:srgbClr val="307FE2"/>
                </a:solidFill>
                <a:latin typeface="Courier New"/>
                <a:ea typeface="Courier New"/>
                <a:cs typeface="Courier New"/>
              </a:defRPr>
            </a:lvl1pPr>
            <a:lvl2pPr algn="l">
              <a:defRPr sz="825" b="0">
                <a:solidFill>
                  <a:srgbClr val="307FE2"/>
                </a:solidFill>
                <a:latin typeface="Courier New"/>
                <a:ea typeface="Courier New"/>
                <a:cs typeface="Courier New"/>
              </a:defRPr>
            </a:lvl2pPr>
            <a:lvl3pPr algn="l">
              <a:defRPr sz="825" b="0">
                <a:solidFill>
                  <a:srgbClr val="307FE2"/>
                </a:solidFill>
                <a:latin typeface="Courier New"/>
                <a:ea typeface="Courier New"/>
                <a:cs typeface="Courier New"/>
              </a:defRPr>
            </a:lvl3pPr>
            <a:lvl4pPr algn="l">
              <a:defRPr sz="825" b="0">
                <a:solidFill>
                  <a:srgbClr val="307FE2"/>
                </a:solidFill>
                <a:latin typeface="Courier New"/>
                <a:ea typeface="Courier New"/>
                <a:cs typeface="Courier New"/>
              </a:defRPr>
            </a:lvl4pPr>
            <a:lvl5pPr algn="l">
              <a:defRPr sz="825" b="0">
                <a:solidFill>
                  <a:srgbClr val="307FE2"/>
                </a:solidFill>
                <a:latin typeface="Courier New"/>
                <a:ea typeface="Courier New"/>
                <a:cs typeface="Courier New"/>
              </a:defRPr>
            </a:lvl5pPr>
            <a:lvl6pPr algn="l">
              <a:defRPr sz="825" b="0">
                <a:solidFill>
                  <a:srgbClr val="307FE2"/>
                </a:solidFill>
                <a:latin typeface="Courier New"/>
                <a:ea typeface="Courier New"/>
                <a:cs typeface="Courier New"/>
              </a:defRPr>
            </a:lvl6pPr>
            <a:lvl7pPr algn="l">
              <a:defRPr sz="825" b="0">
                <a:solidFill>
                  <a:srgbClr val="307FE2"/>
                </a:solidFill>
                <a:latin typeface="Courier New"/>
                <a:ea typeface="Courier New"/>
                <a:cs typeface="Courier New"/>
              </a:defRPr>
            </a:lvl7pPr>
            <a:lvl8pPr algn="l">
              <a:defRPr sz="825" b="0">
                <a:solidFill>
                  <a:srgbClr val="307FE2"/>
                </a:solidFill>
                <a:latin typeface="Courier New"/>
                <a:ea typeface="Courier New"/>
                <a:cs typeface="Courier New"/>
              </a:defRPr>
            </a:lvl8pPr>
            <a:lvl9pPr algn="l">
              <a:defRPr sz="825" b="0">
                <a:solidFill>
                  <a:srgbClr val="307FE2"/>
                </a:solidFill>
                <a:latin typeface="Courier New"/>
                <a:ea typeface="Courier New"/>
                <a:cs typeface="Courier New"/>
              </a:defRPr>
            </a:lvl9pPr>
          </a:lstStyle>
          <a:p xmlns:a="http://schemas.openxmlformats.org/drawingml/2006/main">
            <a:pPr algn="l">
              <a:defRPr sz="825" b="0">
                <a:solidFill>
                  <a:srgbClr val="307FE2"/>
                </a:solidFill>
                <a:latin typeface="Courier New"/>
                <a:ea typeface="Courier New"/>
                <a:cs typeface="Courier New"/>
              </a:defRPr>
            </a:pPr>
            <a:r>
              <a:rPr sz="825" b="0">
                <a:solidFill>
                  <a:srgbClr val="307FE2"/>
                </a:solidFill>
                <a:latin typeface="Courier New"/>
                <a:ea typeface="Courier New"/>
                <a:cs typeface="Courier New"/>
              </a:rPr>
              <a:t>02</a:t>
            </a:r>
          </a:p>
        </p:txBody>
      </p:sp>
      <p:sp>
        <p:nvSpPr>
          <p:cNvPr id="116" name="">
            <a:extLst xmlns:a="http://schemas.openxmlformats.org/drawingml/2006/main">
              <a:ext uri="{FF2B5EF4-FFF2-40B4-BE49-F238E27FC236}">
                <a16:creationId xmlns:a16="http://schemas.microsoft.com/office/drawing/2014/main" id="{DDEF301A-4EAE-4C81-BE5A-106610EFB752}"/>
              </a:ext>
            </a:extLst>
          </p:cNvPr>
          <p:cNvSpPr>
            <a:spLocks xmlns:a="http://schemas.openxmlformats.org/drawingml/2006/main" noGrp="1"/>
          </p:cNvSpPr>
          <p:nvPr/>
        </p:nvSpPr>
        <p:spPr>
          <a:xfrm xmlns:a="http://schemas.openxmlformats.org/drawingml/2006/main">
            <a:off x="4324350" y="219075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0F172A"/>
                </a:solidFill>
                <a:latin typeface="Montserrat"/>
                <a:ea typeface="Montserrat"/>
                <a:cs typeface="Montserrat"/>
              </a:defRPr>
            </a:defPPr>
            <a:lvl1pPr algn="l">
              <a:defRPr sz="1275" b="1">
                <a:solidFill>
                  <a:srgbClr val="0F172A"/>
                </a:solidFill>
                <a:latin typeface="Montserrat"/>
                <a:ea typeface="Montserrat"/>
                <a:cs typeface="Montserrat"/>
              </a:defRPr>
            </a:lvl1pPr>
            <a:lvl2pPr algn="l">
              <a:defRPr sz="1275" b="1">
                <a:solidFill>
                  <a:srgbClr val="0F172A"/>
                </a:solidFill>
                <a:latin typeface="Montserrat"/>
                <a:ea typeface="Montserrat"/>
                <a:cs typeface="Montserrat"/>
              </a:defRPr>
            </a:lvl2pPr>
            <a:lvl3pPr algn="l">
              <a:defRPr sz="1275" b="1">
                <a:solidFill>
                  <a:srgbClr val="0F172A"/>
                </a:solidFill>
                <a:latin typeface="Montserrat"/>
                <a:ea typeface="Montserrat"/>
                <a:cs typeface="Montserrat"/>
              </a:defRPr>
            </a:lvl3pPr>
            <a:lvl4pPr algn="l">
              <a:defRPr sz="1275" b="1">
                <a:solidFill>
                  <a:srgbClr val="0F172A"/>
                </a:solidFill>
                <a:latin typeface="Montserrat"/>
                <a:ea typeface="Montserrat"/>
                <a:cs typeface="Montserrat"/>
              </a:defRPr>
            </a:lvl4pPr>
            <a:lvl5pPr algn="l">
              <a:defRPr sz="1275" b="1">
                <a:solidFill>
                  <a:srgbClr val="0F172A"/>
                </a:solidFill>
                <a:latin typeface="Montserrat"/>
                <a:ea typeface="Montserrat"/>
                <a:cs typeface="Montserrat"/>
              </a:defRPr>
            </a:lvl5pPr>
            <a:lvl6pPr algn="l">
              <a:defRPr sz="1275" b="1">
                <a:solidFill>
                  <a:srgbClr val="0F172A"/>
                </a:solidFill>
                <a:latin typeface="Montserrat"/>
                <a:ea typeface="Montserrat"/>
                <a:cs typeface="Montserrat"/>
              </a:defRPr>
            </a:lvl6pPr>
            <a:lvl7pPr algn="l">
              <a:defRPr sz="1275" b="1">
                <a:solidFill>
                  <a:srgbClr val="0F172A"/>
                </a:solidFill>
                <a:latin typeface="Montserrat"/>
                <a:ea typeface="Montserrat"/>
                <a:cs typeface="Montserrat"/>
              </a:defRPr>
            </a:lvl7pPr>
            <a:lvl8pPr algn="l">
              <a:defRPr sz="1275" b="1">
                <a:solidFill>
                  <a:srgbClr val="0F172A"/>
                </a:solidFill>
                <a:latin typeface="Montserrat"/>
                <a:ea typeface="Montserrat"/>
                <a:cs typeface="Montserrat"/>
              </a:defRPr>
            </a:lvl8pPr>
            <a:lvl9pPr algn="l">
              <a:defRPr sz="1275" b="1">
                <a:solidFill>
                  <a:srgbClr val="0F172A"/>
                </a:solidFill>
                <a:latin typeface="Montserrat"/>
                <a:ea typeface="Montserrat"/>
                <a:cs typeface="Montserrat"/>
              </a:defRPr>
            </a:lvl9pPr>
          </a:lstStyle>
          <a:p xmlns:a="http://schemas.openxmlformats.org/drawingml/2006/main">
            <a:pPr algn="l">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Design</a:t>
            </a:r>
          </a:p>
        </p:txBody>
      </p:sp>
      <p:sp>
        <p:nvSpPr>
          <p:cNvPr id="117" name="">
            <a:extLst xmlns:a="http://schemas.openxmlformats.org/drawingml/2006/main">
              <a:ext uri="{FF2B5EF4-FFF2-40B4-BE49-F238E27FC236}">
                <a16:creationId xmlns:a16="http://schemas.microsoft.com/office/drawing/2014/main" id="{4E02DDB2-6783-46E2-AA28-3FC0BFB0BE4A}"/>
              </a:ext>
            </a:extLst>
          </p:cNvPr>
          <p:cNvSpPr>
            <a:spLocks xmlns:a="http://schemas.openxmlformats.org/drawingml/2006/main" noGrp="1"/>
          </p:cNvSpPr>
          <p:nvPr/>
        </p:nvSpPr>
        <p:spPr>
          <a:xfrm xmlns:a="http://schemas.openxmlformats.org/drawingml/2006/main">
            <a:off x="4324350" y="2495550"/>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0">
                <a:solidFill>
                  <a:srgbClr val="475569"/>
                </a:solidFill>
                <a:latin typeface="Montserrat"/>
                <a:ea typeface="Montserrat"/>
                <a:cs typeface="Montserrat"/>
              </a:defRPr>
            </a:defPPr>
            <a:lvl1pPr algn="l">
              <a:defRPr sz="1050" b="0">
                <a:solidFill>
                  <a:srgbClr val="475569"/>
                </a:solidFill>
                <a:latin typeface="Montserrat"/>
                <a:ea typeface="Montserrat"/>
                <a:cs typeface="Montserrat"/>
              </a:defRPr>
            </a:lvl1pPr>
            <a:lvl2pPr algn="l">
              <a:defRPr sz="1050" b="0">
                <a:solidFill>
                  <a:srgbClr val="475569"/>
                </a:solidFill>
                <a:latin typeface="Montserrat"/>
                <a:ea typeface="Montserrat"/>
                <a:cs typeface="Montserrat"/>
              </a:defRPr>
            </a:lvl2pPr>
            <a:lvl3pPr algn="l">
              <a:defRPr sz="1050" b="0">
                <a:solidFill>
                  <a:srgbClr val="475569"/>
                </a:solidFill>
                <a:latin typeface="Montserrat"/>
                <a:ea typeface="Montserrat"/>
                <a:cs typeface="Montserrat"/>
              </a:defRPr>
            </a:lvl3pPr>
            <a:lvl4pPr algn="l">
              <a:defRPr sz="1050" b="0">
                <a:solidFill>
                  <a:srgbClr val="475569"/>
                </a:solidFill>
                <a:latin typeface="Montserrat"/>
                <a:ea typeface="Montserrat"/>
                <a:cs typeface="Montserrat"/>
              </a:defRPr>
            </a:lvl4pPr>
            <a:lvl5pPr algn="l">
              <a:defRPr sz="1050" b="0">
                <a:solidFill>
                  <a:srgbClr val="475569"/>
                </a:solidFill>
                <a:latin typeface="Montserrat"/>
                <a:ea typeface="Montserrat"/>
                <a:cs typeface="Montserrat"/>
              </a:defRPr>
            </a:lvl5pPr>
            <a:lvl6pPr algn="l">
              <a:defRPr sz="1050" b="0">
                <a:solidFill>
                  <a:srgbClr val="475569"/>
                </a:solidFill>
                <a:latin typeface="Montserrat"/>
                <a:ea typeface="Montserrat"/>
                <a:cs typeface="Montserrat"/>
              </a:defRPr>
            </a:lvl6pPr>
            <a:lvl7pPr algn="l">
              <a:defRPr sz="1050" b="0">
                <a:solidFill>
                  <a:srgbClr val="475569"/>
                </a:solidFill>
                <a:latin typeface="Montserrat"/>
                <a:ea typeface="Montserrat"/>
                <a:cs typeface="Montserrat"/>
              </a:defRPr>
            </a:lvl7pPr>
            <a:lvl8pPr algn="l">
              <a:defRPr sz="1050" b="0">
                <a:solidFill>
                  <a:srgbClr val="475569"/>
                </a:solidFill>
                <a:latin typeface="Montserrat"/>
                <a:ea typeface="Montserrat"/>
                <a:cs typeface="Montserrat"/>
              </a:defRPr>
            </a:lvl8pPr>
            <a:lvl9pPr algn="l">
              <a:defRPr sz="1050" b="0">
                <a:solidFill>
                  <a:srgbClr val="475569"/>
                </a:solidFill>
                <a:latin typeface="Montserrat"/>
                <a:ea typeface="Montserrat"/>
                <a:cs typeface="Montserrat"/>
              </a:defRPr>
            </a:lvl9pPr>
          </a:lstStyle>
          <a:p xmlns:a="http://schemas.openxmlformats.org/drawingml/2006/main">
            <a:pPr algn="l">
              <a:defRPr sz="1050" b="0">
                <a:solidFill>
                  <a:srgbClr val="475569"/>
                </a:solidFill>
                <a:latin typeface="Montserrat"/>
                <a:ea typeface="Montserrat"/>
                <a:cs typeface="Montserrat"/>
              </a:defRPr>
            </a:pPr>
            <a:r>
              <a:rPr sz="1050" b="0">
                <a:solidFill>
                  <a:srgbClr val="475569"/>
                </a:solidFill>
                <a:latin typeface="Montserrat"/>
                <a:ea typeface="Montserrat"/>
                <a:cs typeface="Montserrat"/>
              </a:rPr>
              <a:t>Sketch the result and boundary.</a:t>
            </a:r>
          </a:p>
        </p:txBody>
      </p:sp>
      <p:sp>
        <p:nvSpPr>
          <p:cNvPr id="118" name="">
            <a:extLst xmlns:a="http://schemas.openxmlformats.org/drawingml/2006/main">
              <a:ext uri="{FF2B5EF4-FFF2-40B4-BE49-F238E27FC236}">
                <a16:creationId xmlns:a16="http://schemas.microsoft.com/office/drawing/2014/main" id="{F227D516-8253-4B88-AB4C-8D25B1A312BF}"/>
              </a:ext>
            </a:extLst>
          </p:cNvPr>
          <p:cNvSpPr>
            <a:spLocks xmlns:a="http://schemas.openxmlformats.org/drawingml/2006/main" noGrp="1"/>
          </p:cNvSpPr>
          <p:nvPr/>
        </p:nvSpPr>
        <p:spPr>
          <a:xfrm xmlns:a="http://schemas.openxmlformats.org/drawingml/2006/main">
            <a:off x="742950" y="30861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0">
                <a:solidFill>
                  <a:srgbClr val="307FE2"/>
                </a:solidFill>
                <a:latin typeface="Courier New"/>
                <a:ea typeface="Courier New"/>
                <a:cs typeface="Courier New"/>
              </a:defRPr>
            </a:defPPr>
            <a:lvl1pPr algn="l">
              <a:defRPr sz="825" b="0">
                <a:solidFill>
                  <a:srgbClr val="307FE2"/>
                </a:solidFill>
                <a:latin typeface="Courier New"/>
                <a:ea typeface="Courier New"/>
                <a:cs typeface="Courier New"/>
              </a:defRPr>
            </a:lvl1pPr>
            <a:lvl2pPr algn="l">
              <a:defRPr sz="825" b="0">
                <a:solidFill>
                  <a:srgbClr val="307FE2"/>
                </a:solidFill>
                <a:latin typeface="Courier New"/>
                <a:ea typeface="Courier New"/>
                <a:cs typeface="Courier New"/>
              </a:defRPr>
            </a:lvl2pPr>
            <a:lvl3pPr algn="l">
              <a:defRPr sz="825" b="0">
                <a:solidFill>
                  <a:srgbClr val="307FE2"/>
                </a:solidFill>
                <a:latin typeface="Courier New"/>
                <a:ea typeface="Courier New"/>
                <a:cs typeface="Courier New"/>
              </a:defRPr>
            </a:lvl3pPr>
            <a:lvl4pPr algn="l">
              <a:defRPr sz="825" b="0">
                <a:solidFill>
                  <a:srgbClr val="307FE2"/>
                </a:solidFill>
                <a:latin typeface="Courier New"/>
                <a:ea typeface="Courier New"/>
                <a:cs typeface="Courier New"/>
              </a:defRPr>
            </a:lvl4pPr>
            <a:lvl5pPr algn="l">
              <a:defRPr sz="825" b="0">
                <a:solidFill>
                  <a:srgbClr val="307FE2"/>
                </a:solidFill>
                <a:latin typeface="Courier New"/>
                <a:ea typeface="Courier New"/>
                <a:cs typeface="Courier New"/>
              </a:defRPr>
            </a:lvl5pPr>
            <a:lvl6pPr algn="l">
              <a:defRPr sz="825" b="0">
                <a:solidFill>
                  <a:srgbClr val="307FE2"/>
                </a:solidFill>
                <a:latin typeface="Courier New"/>
                <a:ea typeface="Courier New"/>
                <a:cs typeface="Courier New"/>
              </a:defRPr>
            </a:lvl6pPr>
            <a:lvl7pPr algn="l">
              <a:defRPr sz="825" b="0">
                <a:solidFill>
                  <a:srgbClr val="307FE2"/>
                </a:solidFill>
                <a:latin typeface="Courier New"/>
                <a:ea typeface="Courier New"/>
                <a:cs typeface="Courier New"/>
              </a:defRPr>
            </a:lvl7pPr>
            <a:lvl8pPr algn="l">
              <a:defRPr sz="825" b="0">
                <a:solidFill>
                  <a:srgbClr val="307FE2"/>
                </a:solidFill>
                <a:latin typeface="Courier New"/>
                <a:ea typeface="Courier New"/>
                <a:cs typeface="Courier New"/>
              </a:defRPr>
            </a:lvl8pPr>
            <a:lvl9pPr algn="l">
              <a:defRPr sz="825" b="0">
                <a:solidFill>
                  <a:srgbClr val="307FE2"/>
                </a:solidFill>
                <a:latin typeface="Courier New"/>
                <a:ea typeface="Courier New"/>
                <a:cs typeface="Courier New"/>
              </a:defRPr>
            </a:lvl9pPr>
          </a:lstStyle>
          <a:p xmlns:a="http://schemas.openxmlformats.org/drawingml/2006/main">
            <a:pPr algn="l">
              <a:defRPr sz="825" b="0">
                <a:solidFill>
                  <a:srgbClr val="307FE2"/>
                </a:solidFill>
                <a:latin typeface="Courier New"/>
                <a:ea typeface="Courier New"/>
                <a:cs typeface="Courier New"/>
              </a:defRPr>
            </a:pPr>
            <a:r>
              <a:rPr sz="825" b="0">
                <a:solidFill>
                  <a:srgbClr val="307FE2"/>
                </a:solidFill>
                <a:latin typeface="Courier New"/>
                <a:ea typeface="Courier New"/>
                <a:cs typeface="Courier New"/>
              </a:rPr>
              <a:t>03</a:t>
            </a:r>
          </a:p>
        </p:txBody>
      </p:sp>
      <p:sp>
        <p:nvSpPr>
          <p:cNvPr id="119" name="">
            <a:extLst xmlns:a="http://schemas.openxmlformats.org/drawingml/2006/main">
              <a:ext uri="{FF2B5EF4-FFF2-40B4-BE49-F238E27FC236}">
                <a16:creationId xmlns:a16="http://schemas.microsoft.com/office/drawing/2014/main" id="{B77C9572-E4BC-4993-AEB2-11C31CB4854F}"/>
              </a:ext>
            </a:extLst>
          </p:cNvPr>
          <p:cNvSpPr>
            <a:spLocks xmlns:a="http://schemas.openxmlformats.org/drawingml/2006/main" noGrp="1"/>
          </p:cNvSpPr>
          <p:nvPr/>
        </p:nvSpPr>
        <p:spPr>
          <a:xfrm xmlns:a="http://schemas.openxmlformats.org/drawingml/2006/main">
            <a:off x="1181100" y="306705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0F172A"/>
                </a:solidFill>
                <a:latin typeface="Montserrat"/>
                <a:ea typeface="Montserrat"/>
                <a:cs typeface="Montserrat"/>
              </a:defRPr>
            </a:defPPr>
            <a:lvl1pPr algn="l">
              <a:defRPr sz="1275" b="1">
                <a:solidFill>
                  <a:srgbClr val="0F172A"/>
                </a:solidFill>
                <a:latin typeface="Montserrat"/>
                <a:ea typeface="Montserrat"/>
                <a:cs typeface="Montserrat"/>
              </a:defRPr>
            </a:lvl1pPr>
            <a:lvl2pPr algn="l">
              <a:defRPr sz="1275" b="1">
                <a:solidFill>
                  <a:srgbClr val="0F172A"/>
                </a:solidFill>
                <a:latin typeface="Montserrat"/>
                <a:ea typeface="Montserrat"/>
                <a:cs typeface="Montserrat"/>
              </a:defRPr>
            </a:lvl2pPr>
            <a:lvl3pPr algn="l">
              <a:defRPr sz="1275" b="1">
                <a:solidFill>
                  <a:srgbClr val="0F172A"/>
                </a:solidFill>
                <a:latin typeface="Montserrat"/>
                <a:ea typeface="Montserrat"/>
                <a:cs typeface="Montserrat"/>
              </a:defRPr>
            </a:lvl3pPr>
            <a:lvl4pPr algn="l">
              <a:defRPr sz="1275" b="1">
                <a:solidFill>
                  <a:srgbClr val="0F172A"/>
                </a:solidFill>
                <a:latin typeface="Montserrat"/>
                <a:ea typeface="Montserrat"/>
                <a:cs typeface="Montserrat"/>
              </a:defRPr>
            </a:lvl4pPr>
            <a:lvl5pPr algn="l">
              <a:defRPr sz="1275" b="1">
                <a:solidFill>
                  <a:srgbClr val="0F172A"/>
                </a:solidFill>
                <a:latin typeface="Montserrat"/>
                <a:ea typeface="Montserrat"/>
                <a:cs typeface="Montserrat"/>
              </a:defRPr>
            </a:lvl5pPr>
            <a:lvl6pPr algn="l">
              <a:defRPr sz="1275" b="1">
                <a:solidFill>
                  <a:srgbClr val="0F172A"/>
                </a:solidFill>
                <a:latin typeface="Montserrat"/>
                <a:ea typeface="Montserrat"/>
                <a:cs typeface="Montserrat"/>
              </a:defRPr>
            </a:lvl6pPr>
            <a:lvl7pPr algn="l">
              <a:defRPr sz="1275" b="1">
                <a:solidFill>
                  <a:srgbClr val="0F172A"/>
                </a:solidFill>
                <a:latin typeface="Montserrat"/>
                <a:ea typeface="Montserrat"/>
                <a:cs typeface="Montserrat"/>
              </a:defRPr>
            </a:lvl7pPr>
            <a:lvl8pPr algn="l">
              <a:defRPr sz="1275" b="1">
                <a:solidFill>
                  <a:srgbClr val="0F172A"/>
                </a:solidFill>
                <a:latin typeface="Montserrat"/>
                <a:ea typeface="Montserrat"/>
                <a:cs typeface="Montserrat"/>
              </a:defRPr>
            </a:lvl8pPr>
            <a:lvl9pPr algn="l">
              <a:defRPr sz="1275" b="1">
                <a:solidFill>
                  <a:srgbClr val="0F172A"/>
                </a:solidFill>
                <a:latin typeface="Montserrat"/>
                <a:ea typeface="Montserrat"/>
                <a:cs typeface="Montserrat"/>
              </a:defRPr>
            </a:lvl9pPr>
          </a:lstStyle>
          <a:p xmlns:a="http://schemas.openxmlformats.org/drawingml/2006/main">
            <a:pPr algn="l">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Build</a:t>
            </a:r>
          </a:p>
        </p:txBody>
      </p:sp>
      <p:sp>
        <p:nvSpPr>
          <p:cNvPr id="120" name="">
            <a:extLst xmlns:a="http://schemas.openxmlformats.org/drawingml/2006/main">
              <a:ext uri="{FF2B5EF4-FFF2-40B4-BE49-F238E27FC236}">
                <a16:creationId xmlns:a16="http://schemas.microsoft.com/office/drawing/2014/main" id="{9653A39D-E328-48AC-B2AD-63DE19009FD2}"/>
              </a:ext>
            </a:extLst>
          </p:cNvPr>
          <p:cNvSpPr>
            <a:spLocks xmlns:a="http://schemas.openxmlformats.org/drawingml/2006/main" noGrp="1"/>
          </p:cNvSpPr>
          <p:nvPr/>
        </p:nvSpPr>
        <p:spPr>
          <a:xfrm xmlns:a="http://schemas.openxmlformats.org/drawingml/2006/main">
            <a:off x="1181100" y="3371850"/>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0">
                <a:solidFill>
                  <a:srgbClr val="475569"/>
                </a:solidFill>
                <a:latin typeface="Montserrat"/>
                <a:ea typeface="Montserrat"/>
                <a:cs typeface="Montserrat"/>
              </a:defRPr>
            </a:defPPr>
            <a:lvl1pPr algn="l">
              <a:defRPr sz="1050" b="0">
                <a:solidFill>
                  <a:srgbClr val="475569"/>
                </a:solidFill>
                <a:latin typeface="Montserrat"/>
                <a:ea typeface="Montserrat"/>
                <a:cs typeface="Montserrat"/>
              </a:defRPr>
            </a:lvl1pPr>
            <a:lvl2pPr algn="l">
              <a:defRPr sz="1050" b="0">
                <a:solidFill>
                  <a:srgbClr val="475569"/>
                </a:solidFill>
                <a:latin typeface="Montserrat"/>
                <a:ea typeface="Montserrat"/>
                <a:cs typeface="Montserrat"/>
              </a:defRPr>
            </a:lvl2pPr>
            <a:lvl3pPr algn="l">
              <a:defRPr sz="1050" b="0">
                <a:solidFill>
                  <a:srgbClr val="475569"/>
                </a:solidFill>
                <a:latin typeface="Montserrat"/>
                <a:ea typeface="Montserrat"/>
                <a:cs typeface="Montserrat"/>
              </a:defRPr>
            </a:lvl3pPr>
            <a:lvl4pPr algn="l">
              <a:defRPr sz="1050" b="0">
                <a:solidFill>
                  <a:srgbClr val="475569"/>
                </a:solidFill>
                <a:latin typeface="Montserrat"/>
                <a:ea typeface="Montserrat"/>
                <a:cs typeface="Montserrat"/>
              </a:defRPr>
            </a:lvl4pPr>
            <a:lvl5pPr algn="l">
              <a:defRPr sz="1050" b="0">
                <a:solidFill>
                  <a:srgbClr val="475569"/>
                </a:solidFill>
                <a:latin typeface="Montserrat"/>
                <a:ea typeface="Montserrat"/>
                <a:cs typeface="Montserrat"/>
              </a:defRPr>
            </a:lvl5pPr>
            <a:lvl6pPr algn="l">
              <a:defRPr sz="1050" b="0">
                <a:solidFill>
                  <a:srgbClr val="475569"/>
                </a:solidFill>
                <a:latin typeface="Montserrat"/>
                <a:ea typeface="Montserrat"/>
                <a:cs typeface="Montserrat"/>
              </a:defRPr>
            </a:lvl6pPr>
            <a:lvl7pPr algn="l">
              <a:defRPr sz="1050" b="0">
                <a:solidFill>
                  <a:srgbClr val="475569"/>
                </a:solidFill>
                <a:latin typeface="Montserrat"/>
                <a:ea typeface="Montserrat"/>
                <a:cs typeface="Montserrat"/>
              </a:defRPr>
            </a:lvl7pPr>
            <a:lvl8pPr algn="l">
              <a:defRPr sz="1050" b="0">
                <a:solidFill>
                  <a:srgbClr val="475569"/>
                </a:solidFill>
                <a:latin typeface="Montserrat"/>
                <a:ea typeface="Montserrat"/>
                <a:cs typeface="Montserrat"/>
              </a:defRPr>
            </a:lvl8pPr>
            <a:lvl9pPr algn="l">
              <a:defRPr sz="1050" b="0">
                <a:solidFill>
                  <a:srgbClr val="475569"/>
                </a:solidFill>
                <a:latin typeface="Montserrat"/>
                <a:ea typeface="Montserrat"/>
                <a:cs typeface="Montserrat"/>
              </a:defRPr>
            </a:lvl9pPr>
          </a:lstStyle>
          <a:p xmlns:a="http://schemas.openxmlformats.org/drawingml/2006/main">
            <a:pPr algn="l">
              <a:defRPr sz="1050" b="0">
                <a:solidFill>
                  <a:srgbClr val="475569"/>
                </a:solidFill>
                <a:latin typeface="Montserrat"/>
                <a:ea typeface="Montserrat"/>
                <a:cs typeface="Montserrat"/>
              </a:defRPr>
            </a:pPr>
            <a:r>
              <a:rPr sz="1050" b="0">
                <a:solidFill>
                  <a:srgbClr val="475569"/>
                </a:solidFill>
                <a:latin typeface="Montserrat"/>
                <a:ea typeface="Montserrat"/>
                <a:cs typeface="Montserrat"/>
              </a:rPr>
              <a:t>Change a safe copy.</a:t>
            </a:r>
          </a:p>
        </p:txBody>
      </p:sp>
      <p:sp>
        <p:nvSpPr>
          <p:cNvPr id="121" name="">
            <a:extLst xmlns:a="http://schemas.openxmlformats.org/drawingml/2006/main">
              <a:ext uri="{FF2B5EF4-FFF2-40B4-BE49-F238E27FC236}">
                <a16:creationId xmlns:a16="http://schemas.microsoft.com/office/drawing/2014/main" id="{66C8218F-EB5B-44A9-A205-1E59ADC2460C}"/>
              </a:ext>
            </a:extLst>
          </p:cNvPr>
          <p:cNvSpPr>
            <a:spLocks xmlns:a="http://schemas.openxmlformats.org/drawingml/2006/main" noGrp="1"/>
          </p:cNvSpPr>
          <p:nvPr/>
        </p:nvSpPr>
        <p:spPr>
          <a:xfrm xmlns:a="http://schemas.openxmlformats.org/drawingml/2006/main">
            <a:off x="3886200" y="30861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0">
                <a:solidFill>
                  <a:srgbClr val="307FE2"/>
                </a:solidFill>
                <a:latin typeface="Courier New"/>
                <a:ea typeface="Courier New"/>
                <a:cs typeface="Courier New"/>
              </a:defRPr>
            </a:defPPr>
            <a:lvl1pPr algn="l">
              <a:defRPr sz="825" b="0">
                <a:solidFill>
                  <a:srgbClr val="307FE2"/>
                </a:solidFill>
                <a:latin typeface="Courier New"/>
                <a:ea typeface="Courier New"/>
                <a:cs typeface="Courier New"/>
              </a:defRPr>
            </a:lvl1pPr>
            <a:lvl2pPr algn="l">
              <a:defRPr sz="825" b="0">
                <a:solidFill>
                  <a:srgbClr val="307FE2"/>
                </a:solidFill>
                <a:latin typeface="Courier New"/>
                <a:ea typeface="Courier New"/>
                <a:cs typeface="Courier New"/>
              </a:defRPr>
            </a:lvl2pPr>
            <a:lvl3pPr algn="l">
              <a:defRPr sz="825" b="0">
                <a:solidFill>
                  <a:srgbClr val="307FE2"/>
                </a:solidFill>
                <a:latin typeface="Courier New"/>
                <a:ea typeface="Courier New"/>
                <a:cs typeface="Courier New"/>
              </a:defRPr>
            </a:lvl3pPr>
            <a:lvl4pPr algn="l">
              <a:defRPr sz="825" b="0">
                <a:solidFill>
                  <a:srgbClr val="307FE2"/>
                </a:solidFill>
                <a:latin typeface="Courier New"/>
                <a:ea typeface="Courier New"/>
                <a:cs typeface="Courier New"/>
              </a:defRPr>
            </a:lvl4pPr>
            <a:lvl5pPr algn="l">
              <a:defRPr sz="825" b="0">
                <a:solidFill>
                  <a:srgbClr val="307FE2"/>
                </a:solidFill>
                <a:latin typeface="Courier New"/>
                <a:ea typeface="Courier New"/>
                <a:cs typeface="Courier New"/>
              </a:defRPr>
            </a:lvl5pPr>
            <a:lvl6pPr algn="l">
              <a:defRPr sz="825" b="0">
                <a:solidFill>
                  <a:srgbClr val="307FE2"/>
                </a:solidFill>
                <a:latin typeface="Courier New"/>
                <a:ea typeface="Courier New"/>
                <a:cs typeface="Courier New"/>
              </a:defRPr>
            </a:lvl6pPr>
            <a:lvl7pPr algn="l">
              <a:defRPr sz="825" b="0">
                <a:solidFill>
                  <a:srgbClr val="307FE2"/>
                </a:solidFill>
                <a:latin typeface="Courier New"/>
                <a:ea typeface="Courier New"/>
                <a:cs typeface="Courier New"/>
              </a:defRPr>
            </a:lvl7pPr>
            <a:lvl8pPr algn="l">
              <a:defRPr sz="825" b="0">
                <a:solidFill>
                  <a:srgbClr val="307FE2"/>
                </a:solidFill>
                <a:latin typeface="Courier New"/>
                <a:ea typeface="Courier New"/>
                <a:cs typeface="Courier New"/>
              </a:defRPr>
            </a:lvl8pPr>
            <a:lvl9pPr algn="l">
              <a:defRPr sz="825" b="0">
                <a:solidFill>
                  <a:srgbClr val="307FE2"/>
                </a:solidFill>
                <a:latin typeface="Courier New"/>
                <a:ea typeface="Courier New"/>
                <a:cs typeface="Courier New"/>
              </a:defRPr>
            </a:lvl9pPr>
          </a:lstStyle>
          <a:p xmlns:a="http://schemas.openxmlformats.org/drawingml/2006/main">
            <a:pPr algn="l">
              <a:defRPr sz="825" b="0">
                <a:solidFill>
                  <a:srgbClr val="307FE2"/>
                </a:solidFill>
                <a:latin typeface="Courier New"/>
                <a:ea typeface="Courier New"/>
                <a:cs typeface="Courier New"/>
              </a:defRPr>
            </a:pPr>
            <a:r>
              <a:rPr sz="825" b="0">
                <a:solidFill>
                  <a:srgbClr val="307FE2"/>
                </a:solidFill>
                <a:latin typeface="Courier New"/>
                <a:ea typeface="Courier New"/>
                <a:cs typeface="Courier New"/>
              </a:rPr>
              <a:t>04</a:t>
            </a:r>
          </a:p>
        </p:txBody>
      </p:sp>
      <p:sp>
        <p:nvSpPr>
          <p:cNvPr id="122" name="">
            <a:extLst xmlns:a="http://schemas.openxmlformats.org/drawingml/2006/main">
              <a:ext uri="{FF2B5EF4-FFF2-40B4-BE49-F238E27FC236}">
                <a16:creationId xmlns:a16="http://schemas.microsoft.com/office/drawing/2014/main" id="{AC8210EF-05B0-4AF4-9092-4D3E86AD8B92}"/>
              </a:ext>
            </a:extLst>
          </p:cNvPr>
          <p:cNvSpPr>
            <a:spLocks xmlns:a="http://schemas.openxmlformats.org/drawingml/2006/main" noGrp="1"/>
          </p:cNvSpPr>
          <p:nvPr/>
        </p:nvSpPr>
        <p:spPr>
          <a:xfrm xmlns:a="http://schemas.openxmlformats.org/drawingml/2006/main">
            <a:off x="4324350" y="306705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0F172A"/>
                </a:solidFill>
                <a:latin typeface="Montserrat"/>
                <a:ea typeface="Montserrat"/>
                <a:cs typeface="Montserrat"/>
              </a:defRPr>
            </a:defPPr>
            <a:lvl1pPr algn="l">
              <a:defRPr sz="1275" b="1">
                <a:solidFill>
                  <a:srgbClr val="0F172A"/>
                </a:solidFill>
                <a:latin typeface="Montserrat"/>
                <a:ea typeface="Montserrat"/>
                <a:cs typeface="Montserrat"/>
              </a:defRPr>
            </a:lvl1pPr>
            <a:lvl2pPr algn="l">
              <a:defRPr sz="1275" b="1">
                <a:solidFill>
                  <a:srgbClr val="0F172A"/>
                </a:solidFill>
                <a:latin typeface="Montserrat"/>
                <a:ea typeface="Montserrat"/>
                <a:cs typeface="Montserrat"/>
              </a:defRPr>
            </a:lvl2pPr>
            <a:lvl3pPr algn="l">
              <a:defRPr sz="1275" b="1">
                <a:solidFill>
                  <a:srgbClr val="0F172A"/>
                </a:solidFill>
                <a:latin typeface="Montserrat"/>
                <a:ea typeface="Montserrat"/>
                <a:cs typeface="Montserrat"/>
              </a:defRPr>
            </a:lvl3pPr>
            <a:lvl4pPr algn="l">
              <a:defRPr sz="1275" b="1">
                <a:solidFill>
                  <a:srgbClr val="0F172A"/>
                </a:solidFill>
                <a:latin typeface="Montserrat"/>
                <a:ea typeface="Montserrat"/>
                <a:cs typeface="Montserrat"/>
              </a:defRPr>
            </a:lvl4pPr>
            <a:lvl5pPr algn="l">
              <a:defRPr sz="1275" b="1">
                <a:solidFill>
                  <a:srgbClr val="0F172A"/>
                </a:solidFill>
                <a:latin typeface="Montserrat"/>
                <a:ea typeface="Montserrat"/>
                <a:cs typeface="Montserrat"/>
              </a:defRPr>
            </a:lvl5pPr>
            <a:lvl6pPr algn="l">
              <a:defRPr sz="1275" b="1">
                <a:solidFill>
                  <a:srgbClr val="0F172A"/>
                </a:solidFill>
                <a:latin typeface="Montserrat"/>
                <a:ea typeface="Montserrat"/>
                <a:cs typeface="Montserrat"/>
              </a:defRPr>
            </a:lvl6pPr>
            <a:lvl7pPr algn="l">
              <a:defRPr sz="1275" b="1">
                <a:solidFill>
                  <a:srgbClr val="0F172A"/>
                </a:solidFill>
                <a:latin typeface="Montserrat"/>
                <a:ea typeface="Montserrat"/>
                <a:cs typeface="Montserrat"/>
              </a:defRPr>
            </a:lvl7pPr>
            <a:lvl8pPr algn="l">
              <a:defRPr sz="1275" b="1">
                <a:solidFill>
                  <a:srgbClr val="0F172A"/>
                </a:solidFill>
                <a:latin typeface="Montserrat"/>
                <a:ea typeface="Montserrat"/>
                <a:cs typeface="Montserrat"/>
              </a:defRPr>
            </a:lvl8pPr>
            <a:lvl9pPr algn="l">
              <a:defRPr sz="1275" b="1">
                <a:solidFill>
                  <a:srgbClr val="0F172A"/>
                </a:solidFill>
                <a:latin typeface="Montserrat"/>
                <a:ea typeface="Montserrat"/>
                <a:cs typeface="Montserrat"/>
              </a:defRPr>
            </a:lvl9pPr>
          </a:lstStyle>
          <a:p xmlns:a="http://schemas.openxmlformats.org/drawingml/2006/main">
            <a:pPr algn="l">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Test</a:t>
            </a:r>
          </a:p>
        </p:txBody>
      </p:sp>
      <p:sp>
        <p:nvSpPr>
          <p:cNvPr id="123" name="">
            <a:extLst xmlns:a="http://schemas.openxmlformats.org/drawingml/2006/main">
              <a:ext uri="{FF2B5EF4-FFF2-40B4-BE49-F238E27FC236}">
                <a16:creationId xmlns:a16="http://schemas.microsoft.com/office/drawing/2014/main" id="{B4022B70-6A23-46DD-8E05-249F9B3F226B}"/>
              </a:ext>
            </a:extLst>
          </p:cNvPr>
          <p:cNvSpPr>
            <a:spLocks xmlns:a="http://schemas.openxmlformats.org/drawingml/2006/main" noGrp="1"/>
          </p:cNvSpPr>
          <p:nvPr/>
        </p:nvSpPr>
        <p:spPr>
          <a:xfrm xmlns:a="http://schemas.openxmlformats.org/drawingml/2006/main">
            <a:off x="4324350" y="3371850"/>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0">
                <a:solidFill>
                  <a:srgbClr val="475569"/>
                </a:solidFill>
                <a:latin typeface="Montserrat"/>
                <a:ea typeface="Montserrat"/>
                <a:cs typeface="Montserrat"/>
              </a:defRPr>
            </a:defPPr>
            <a:lvl1pPr algn="l">
              <a:defRPr sz="1050" b="0">
                <a:solidFill>
                  <a:srgbClr val="475569"/>
                </a:solidFill>
                <a:latin typeface="Montserrat"/>
                <a:ea typeface="Montserrat"/>
                <a:cs typeface="Montserrat"/>
              </a:defRPr>
            </a:lvl1pPr>
            <a:lvl2pPr algn="l">
              <a:defRPr sz="1050" b="0">
                <a:solidFill>
                  <a:srgbClr val="475569"/>
                </a:solidFill>
                <a:latin typeface="Montserrat"/>
                <a:ea typeface="Montserrat"/>
                <a:cs typeface="Montserrat"/>
              </a:defRPr>
            </a:lvl2pPr>
            <a:lvl3pPr algn="l">
              <a:defRPr sz="1050" b="0">
                <a:solidFill>
                  <a:srgbClr val="475569"/>
                </a:solidFill>
                <a:latin typeface="Montserrat"/>
                <a:ea typeface="Montserrat"/>
                <a:cs typeface="Montserrat"/>
              </a:defRPr>
            </a:lvl3pPr>
            <a:lvl4pPr algn="l">
              <a:defRPr sz="1050" b="0">
                <a:solidFill>
                  <a:srgbClr val="475569"/>
                </a:solidFill>
                <a:latin typeface="Montserrat"/>
                <a:ea typeface="Montserrat"/>
                <a:cs typeface="Montserrat"/>
              </a:defRPr>
            </a:lvl4pPr>
            <a:lvl5pPr algn="l">
              <a:defRPr sz="1050" b="0">
                <a:solidFill>
                  <a:srgbClr val="475569"/>
                </a:solidFill>
                <a:latin typeface="Montserrat"/>
                <a:ea typeface="Montserrat"/>
                <a:cs typeface="Montserrat"/>
              </a:defRPr>
            </a:lvl5pPr>
            <a:lvl6pPr algn="l">
              <a:defRPr sz="1050" b="0">
                <a:solidFill>
                  <a:srgbClr val="475569"/>
                </a:solidFill>
                <a:latin typeface="Montserrat"/>
                <a:ea typeface="Montserrat"/>
                <a:cs typeface="Montserrat"/>
              </a:defRPr>
            </a:lvl6pPr>
            <a:lvl7pPr algn="l">
              <a:defRPr sz="1050" b="0">
                <a:solidFill>
                  <a:srgbClr val="475569"/>
                </a:solidFill>
                <a:latin typeface="Montserrat"/>
                <a:ea typeface="Montserrat"/>
                <a:cs typeface="Montserrat"/>
              </a:defRPr>
            </a:lvl7pPr>
            <a:lvl8pPr algn="l">
              <a:defRPr sz="1050" b="0">
                <a:solidFill>
                  <a:srgbClr val="475569"/>
                </a:solidFill>
                <a:latin typeface="Montserrat"/>
                <a:ea typeface="Montserrat"/>
                <a:cs typeface="Montserrat"/>
              </a:defRPr>
            </a:lvl8pPr>
            <a:lvl9pPr algn="l">
              <a:defRPr sz="1050" b="0">
                <a:solidFill>
                  <a:srgbClr val="475569"/>
                </a:solidFill>
                <a:latin typeface="Montserrat"/>
                <a:ea typeface="Montserrat"/>
                <a:cs typeface="Montserrat"/>
              </a:defRPr>
            </a:lvl9pPr>
          </a:lstStyle>
          <a:p xmlns:a="http://schemas.openxmlformats.org/drawingml/2006/main">
            <a:pPr algn="l">
              <a:defRPr sz="1050" b="0">
                <a:solidFill>
                  <a:srgbClr val="475569"/>
                </a:solidFill>
                <a:latin typeface="Montserrat"/>
                <a:ea typeface="Montserrat"/>
                <a:cs typeface="Montserrat"/>
              </a:defRPr>
            </a:pPr>
            <a:r>
              <a:rPr sz="1050" b="0">
                <a:solidFill>
                  <a:srgbClr val="475569"/>
                </a:solidFill>
                <a:latin typeface="Montserrat"/>
                <a:ea typeface="Montserrat"/>
                <a:cs typeface="Montserrat"/>
              </a:rPr>
              <a:t>Try it. Give someone the preview.</a:t>
            </a:r>
          </a:p>
        </p:txBody>
      </p:sp>
      <p:sp>
        <p:nvSpPr>
          <p:cNvPr id="124" name="">
            <a:extLst xmlns:a="http://schemas.openxmlformats.org/drawingml/2006/main">
              <a:ext uri="{FF2B5EF4-FFF2-40B4-BE49-F238E27FC236}">
                <a16:creationId xmlns:a16="http://schemas.microsoft.com/office/drawing/2014/main" id="{8B1564AC-6341-4B65-AF4D-F019F500F279}"/>
              </a:ext>
            </a:extLst>
          </p:cNvPr>
          <p:cNvSpPr>
            <a:spLocks xmlns:a="http://schemas.openxmlformats.org/drawingml/2006/main" noGrp="1"/>
          </p:cNvSpPr>
          <p:nvPr/>
        </p:nvSpPr>
        <p:spPr>
          <a:xfrm xmlns:a="http://schemas.openxmlformats.org/drawingml/2006/main">
            <a:off x="742950" y="39624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0">
                <a:solidFill>
                  <a:srgbClr val="307FE2"/>
                </a:solidFill>
                <a:latin typeface="Courier New"/>
                <a:ea typeface="Courier New"/>
                <a:cs typeface="Courier New"/>
              </a:defRPr>
            </a:defPPr>
            <a:lvl1pPr algn="l">
              <a:defRPr sz="825" b="0">
                <a:solidFill>
                  <a:srgbClr val="307FE2"/>
                </a:solidFill>
                <a:latin typeface="Courier New"/>
                <a:ea typeface="Courier New"/>
                <a:cs typeface="Courier New"/>
              </a:defRPr>
            </a:lvl1pPr>
            <a:lvl2pPr algn="l">
              <a:defRPr sz="825" b="0">
                <a:solidFill>
                  <a:srgbClr val="307FE2"/>
                </a:solidFill>
                <a:latin typeface="Courier New"/>
                <a:ea typeface="Courier New"/>
                <a:cs typeface="Courier New"/>
              </a:defRPr>
            </a:lvl2pPr>
            <a:lvl3pPr algn="l">
              <a:defRPr sz="825" b="0">
                <a:solidFill>
                  <a:srgbClr val="307FE2"/>
                </a:solidFill>
                <a:latin typeface="Courier New"/>
                <a:ea typeface="Courier New"/>
                <a:cs typeface="Courier New"/>
              </a:defRPr>
            </a:lvl3pPr>
            <a:lvl4pPr algn="l">
              <a:defRPr sz="825" b="0">
                <a:solidFill>
                  <a:srgbClr val="307FE2"/>
                </a:solidFill>
                <a:latin typeface="Courier New"/>
                <a:ea typeface="Courier New"/>
                <a:cs typeface="Courier New"/>
              </a:defRPr>
            </a:lvl4pPr>
            <a:lvl5pPr algn="l">
              <a:defRPr sz="825" b="0">
                <a:solidFill>
                  <a:srgbClr val="307FE2"/>
                </a:solidFill>
                <a:latin typeface="Courier New"/>
                <a:ea typeface="Courier New"/>
                <a:cs typeface="Courier New"/>
              </a:defRPr>
            </a:lvl5pPr>
            <a:lvl6pPr algn="l">
              <a:defRPr sz="825" b="0">
                <a:solidFill>
                  <a:srgbClr val="307FE2"/>
                </a:solidFill>
                <a:latin typeface="Courier New"/>
                <a:ea typeface="Courier New"/>
                <a:cs typeface="Courier New"/>
              </a:defRPr>
            </a:lvl6pPr>
            <a:lvl7pPr algn="l">
              <a:defRPr sz="825" b="0">
                <a:solidFill>
                  <a:srgbClr val="307FE2"/>
                </a:solidFill>
                <a:latin typeface="Courier New"/>
                <a:ea typeface="Courier New"/>
                <a:cs typeface="Courier New"/>
              </a:defRPr>
            </a:lvl7pPr>
            <a:lvl8pPr algn="l">
              <a:defRPr sz="825" b="0">
                <a:solidFill>
                  <a:srgbClr val="307FE2"/>
                </a:solidFill>
                <a:latin typeface="Courier New"/>
                <a:ea typeface="Courier New"/>
                <a:cs typeface="Courier New"/>
              </a:defRPr>
            </a:lvl8pPr>
            <a:lvl9pPr algn="l">
              <a:defRPr sz="825" b="0">
                <a:solidFill>
                  <a:srgbClr val="307FE2"/>
                </a:solidFill>
                <a:latin typeface="Courier New"/>
                <a:ea typeface="Courier New"/>
                <a:cs typeface="Courier New"/>
              </a:defRPr>
            </a:lvl9pPr>
          </a:lstStyle>
          <a:p xmlns:a="http://schemas.openxmlformats.org/drawingml/2006/main">
            <a:pPr algn="l">
              <a:defRPr sz="825" b="0">
                <a:solidFill>
                  <a:srgbClr val="307FE2"/>
                </a:solidFill>
                <a:latin typeface="Courier New"/>
                <a:ea typeface="Courier New"/>
                <a:cs typeface="Courier New"/>
              </a:defRPr>
            </a:pPr>
            <a:r>
              <a:rPr sz="825" b="0">
                <a:solidFill>
                  <a:srgbClr val="307FE2"/>
                </a:solidFill>
                <a:latin typeface="Courier New"/>
                <a:ea typeface="Courier New"/>
                <a:cs typeface="Courier New"/>
              </a:rPr>
              <a:t>05</a:t>
            </a:r>
          </a:p>
        </p:txBody>
      </p:sp>
      <p:sp>
        <p:nvSpPr>
          <p:cNvPr id="125" name="">
            <a:extLst xmlns:a="http://schemas.openxmlformats.org/drawingml/2006/main">
              <a:ext uri="{FF2B5EF4-FFF2-40B4-BE49-F238E27FC236}">
                <a16:creationId xmlns:a16="http://schemas.microsoft.com/office/drawing/2014/main" id="{1807996B-194B-4E1D-B070-232BC2248375}"/>
              </a:ext>
            </a:extLst>
          </p:cNvPr>
          <p:cNvSpPr>
            <a:spLocks xmlns:a="http://schemas.openxmlformats.org/drawingml/2006/main" noGrp="1"/>
          </p:cNvSpPr>
          <p:nvPr/>
        </p:nvSpPr>
        <p:spPr>
          <a:xfrm xmlns:a="http://schemas.openxmlformats.org/drawingml/2006/main">
            <a:off x="1181100" y="394335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0F172A"/>
                </a:solidFill>
                <a:latin typeface="Montserrat"/>
                <a:ea typeface="Montserrat"/>
                <a:cs typeface="Montserrat"/>
              </a:defRPr>
            </a:defPPr>
            <a:lvl1pPr algn="l">
              <a:defRPr sz="1275" b="1">
                <a:solidFill>
                  <a:srgbClr val="0F172A"/>
                </a:solidFill>
                <a:latin typeface="Montserrat"/>
                <a:ea typeface="Montserrat"/>
                <a:cs typeface="Montserrat"/>
              </a:defRPr>
            </a:lvl1pPr>
            <a:lvl2pPr algn="l">
              <a:defRPr sz="1275" b="1">
                <a:solidFill>
                  <a:srgbClr val="0F172A"/>
                </a:solidFill>
                <a:latin typeface="Montserrat"/>
                <a:ea typeface="Montserrat"/>
                <a:cs typeface="Montserrat"/>
              </a:defRPr>
            </a:lvl2pPr>
            <a:lvl3pPr algn="l">
              <a:defRPr sz="1275" b="1">
                <a:solidFill>
                  <a:srgbClr val="0F172A"/>
                </a:solidFill>
                <a:latin typeface="Montserrat"/>
                <a:ea typeface="Montserrat"/>
                <a:cs typeface="Montserrat"/>
              </a:defRPr>
            </a:lvl3pPr>
            <a:lvl4pPr algn="l">
              <a:defRPr sz="1275" b="1">
                <a:solidFill>
                  <a:srgbClr val="0F172A"/>
                </a:solidFill>
                <a:latin typeface="Montserrat"/>
                <a:ea typeface="Montserrat"/>
                <a:cs typeface="Montserrat"/>
              </a:defRPr>
            </a:lvl4pPr>
            <a:lvl5pPr algn="l">
              <a:defRPr sz="1275" b="1">
                <a:solidFill>
                  <a:srgbClr val="0F172A"/>
                </a:solidFill>
                <a:latin typeface="Montserrat"/>
                <a:ea typeface="Montserrat"/>
                <a:cs typeface="Montserrat"/>
              </a:defRPr>
            </a:lvl5pPr>
            <a:lvl6pPr algn="l">
              <a:defRPr sz="1275" b="1">
                <a:solidFill>
                  <a:srgbClr val="0F172A"/>
                </a:solidFill>
                <a:latin typeface="Montserrat"/>
                <a:ea typeface="Montserrat"/>
                <a:cs typeface="Montserrat"/>
              </a:defRPr>
            </a:lvl6pPr>
            <a:lvl7pPr algn="l">
              <a:defRPr sz="1275" b="1">
                <a:solidFill>
                  <a:srgbClr val="0F172A"/>
                </a:solidFill>
                <a:latin typeface="Montserrat"/>
                <a:ea typeface="Montserrat"/>
                <a:cs typeface="Montserrat"/>
              </a:defRPr>
            </a:lvl7pPr>
            <a:lvl8pPr algn="l">
              <a:defRPr sz="1275" b="1">
                <a:solidFill>
                  <a:srgbClr val="0F172A"/>
                </a:solidFill>
                <a:latin typeface="Montserrat"/>
                <a:ea typeface="Montserrat"/>
                <a:cs typeface="Montserrat"/>
              </a:defRPr>
            </a:lvl8pPr>
            <a:lvl9pPr algn="l">
              <a:defRPr sz="1275" b="1">
                <a:solidFill>
                  <a:srgbClr val="0F172A"/>
                </a:solidFill>
                <a:latin typeface="Montserrat"/>
                <a:ea typeface="Montserrat"/>
                <a:cs typeface="Montserrat"/>
              </a:defRPr>
            </a:lvl9pPr>
          </a:lstStyle>
          <a:p xmlns:a="http://schemas.openxmlformats.org/drawingml/2006/main">
            <a:pPr algn="l">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Deploy</a:t>
            </a:r>
          </a:p>
        </p:txBody>
      </p:sp>
      <p:sp>
        <p:nvSpPr>
          <p:cNvPr id="126" name="">
            <a:extLst xmlns:a="http://schemas.openxmlformats.org/drawingml/2006/main">
              <a:ext uri="{FF2B5EF4-FFF2-40B4-BE49-F238E27FC236}">
                <a16:creationId xmlns:a16="http://schemas.microsoft.com/office/drawing/2014/main" id="{26E19285-AB3C-4258-A7A1-BEA7679B73E7}"/>
              </a:ext>
            </a:extLst>
          </p:cNvPr>
          <p:cNvSpPr>
            <a:spLocks xmlns:a="http://schemas.openxmlformats.org/drawingml/2006/main" noGrp="1"/>
          </p:cNvSpPr>
          <p:nvPr/>
        </p:nvSpPr>
        <p:spPr>
          <a:xfrm xmlns:a="http://schemas.openxmlformats.org/drawingml/2006/main">
            <a:off x="1181100" y="4248150"/>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0">
                <a:solidFill>
                  <a:srgbClr val="475569"/>
                </a:solidFill>
                <a:latin typeface="Montserrat"/>
                <a:ea typeface="Montserrat"/>
                <a:cs typeface="Montserrat"/>
              </a:defRPr>
            </a:defPPr>
            <a:lvl1pPr algn="l">
              <a:defRPr sz="1050" b="0">
                <a:solidFill>
                  <a:srgbClr val="475569"/>
                </a:solidFill>
                <a:latin typeface="Montserrat"/>
                <a:ea typeface="Montserrat"/>
                <a:cs typeface="Montserrat"/>
              </a:defRPr>
            </a:lvl1pPr>
            <a:lvl2pPr algn="l">
              <a:defRPr sz="1050" b="0">
                <a:solidFill>
                  <a:srgbClr val="475569"/>
                </a:solidFill>
                <a:latin typeface="Montserrat"/>
                <a:ea typeface="Montserrat"/>
                <a:cs typeface="Montserrat"/>
              </a:defRPr>
            </a:lvl2pPr>
            <a:lvl3pPr algn="l">
              <a:defRPr sz="1050" b="0">
                <a:solidFill>
                  <a:srgbClr val="475569"/>
                </a:solidFill>
                <a:latin typeface="Montserrat"/>
                <a:ea typeface="Montserrat"/>
                <a:cs typeface="Montserrat"/>
              </a:defRPr>
            </a:lvl3pPr>
            <a:lvl4pPr algn="l">
              <a:defRPr sz="1050" b="0">
                <a:solidFill>
                  <a:srgbClr val="475569"/>
                </a:solidFill>
                <a:latin typeface="Montserrat"/>
                <a:ea typeface="Montserrat"/>
                <a:cs typeface="Montserrat"/>
              </a:defRPr>
            </a:lvl4pPr>
            <a:lvl5pPr algn="l">
              <a:defRPr sz="1050" b="0">
                <a:solidFill>
                  <a:srgbClr val="475569"/>
                </a:solidFill>
                <a:latin typeface="Montserrat"/>
                <a:ea typeface="Montserrat"/>
                <a:cs typeface="Montserrat"/>
              </a:defRPr>
            </a:lvl5pPr>
            <a:lvl6pPr algn="l">
              <a:defRPr sz="1050" b="0">
                <a:solidFill>
                  <a:srgbClr val="475569"/>
                </a:solidFill>
                <a:latin typeface="Montserrat"/>
                <a:ea typeface="Montserrat"/>
                <a:cs typeface="Montserrat"/>
              </a:defRPr>
            </a:lvl6pPr>
            <a:lvl7pPr algn="l">
              <a:defRPr sz="1050" b="0">
                <a:solidFill>
                  <a:srgbClr val="475569"/>
                </a:solidFill>
                <a:latin typeface="Montserrat"/>
                <a:ea typeface="Montserrat"/>
                <a:cs typeface="Montserrat"/>
              </a:defRPr>
            </a:lvl7pPr>
            <a:lvl8pPr algn="l">
              <a:defRPr sz="1050" b="0">
                <a:solidFill>
                  <a:srgbClr val="475569"/>
                </a:solidFill>
                <a:latin typeface="Montserrat"/>
                <a:ea typeface="Montserrat"/>
                <a:cs typeface="Montserrat"/>
              </a:defRPr>
            </a:lvl8pPr>
            <a:lvl9pPr algn="l">
              <a:defRPr sz="1050" b="0">
                <a:solidFill>
                  <a:srgbClr val="475569"/>
                </a:solidFill>
                <a:latin typeface="Montserrat"/>
                <a:ea typeface="Montserrat"/>
                <a:cs typeface="Montserrat"/>
              </a:defRPr>
            </a:lvl9pPr>
          </a:lstStyle>
          <a:p xmlns:a="http://schemas.openxmlformats.org/drawingml/2006/main">
            <a:pPr algn="l">
              <a:defRPr sz="1050" b="0">
                <a:solidFill>
                  <a:srgbClr val="475569"/>
                </a:solidFill>
                <a:latin typeface="Montserrat"/>
                <a:ea typeface="Montserrat"/>
                <a:cs typeface="Montserrat"/>
              </a:defRPr>
            </a:pPr>
            <a:r>
              <a:rPr sz="1050" b="0">
                <a:solidFill>
                  <a:srgbClr val="475569"/>
                </a:solidFill>
                <a:latin typeface="Montserrat"/>
                <a:ea typeface="Montserrat"/>
                <a:cs typeface="Montserrat"/>
              </a:rPr>
              <a:t>Approve the tested version.</a:t>
            </a:r>
          </a:p>
        </p:txBody>
      </p:sp>
      <p:sp>
        <p:nvSpPr>
          <p:cNvPr id="127" name="">
            <a:extLst xmlns:a="http://schemas.openxmlformats.org/drawingml/2006/main">
              <a:ext uri="{FF2B5EF4-FFF2-40B4-BE49-F238E27FC236}">
                <a16:creationId xmlns:a16="http://schemas.microsoft.com/office/drawing/2014/main" id="{00422A73-040A-40F0-8048-6F374BD99CEA}"/>
              </a:ext>
            </a:extLst>
          </p:cNvPr>
          <p:cNvSpPr>
            <a:spLocks xmlns:a="http://schemas.openxmlformats.org/drawingml/2006/main" noGrp="1"/>
          </p:cNvSpPr>
          <p:nvPr/>
        </p:nvSpPr>
        <p:spPr>
          <a:xfrm xmlns:a="http://schemas.openxmlformats.org/drawingml/2006/main">
            <a:off x="3886200" y="39624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0">
                <a:solidFill>
                  <a:srgbClr val="307FE2"/>
                </a:solidFill>
                <a:latin typeface="Courier New"/>
                <a:ea typeface="Courier New"/>
                <a:cs typeface="Courier New"/>
              </a:defRPr>
            </a:defPPr>
            <a:lvl1pPr algn="l">
              <a:defRPr sz="825" b="0">
                <a:solidFill>
                  <a:srgbClr val="307FE2"/>
                </a:solidFill>
                <a:latin typeface="Courier New"/>
                <a:ea typeface="Courier New"/>
                <a:cs typeface="Courier New"/>
              </a:defRPr>
            </a:lvl1pPr>
            <a:lvl2pPr algn="l">
              <a:defRPr sz="825" b="0">
                <a:solidFill>
                  <a:srgbClr val="307FE2"/>
                </a:solidFill>
                <a:latin typeface="Courier New"/>
                <a:ea typeface="Courier New"/>
                <a:cs typeface="Courier New"/>
              </a:defRPr>
            </a:lvl2pPr>
            <a:lvl3pPr algn="l">
              <a:defRPr sz="825" b="0">
                <a:solidFill>
                  <a:srgbClr val="307FE2"/>
                </a:solidFill>
                <a:latin typeface="Courier New"/>
                <a:ea typeface="Courier New"/>
                <a:cs typeface="Courier New"/>
              </a:defRPr>
            </a:lvl3pPr>
            <a:lvl4pPr algn="l">
              <a:defRPr sz="825" b="0">
                <a:solidFill>
                  <a:srgbClr val="307FE2"/>
                </a:solidFill>
                <a:latin typeface="Courier New"/>
                <a:ea typeface="Courier New"/>
                <a:cs typeface="Courier New"/>
              </a:defRPr>
            </a:lvl4pPr>
            <a:lvl5pPr algn="l">
              <a:defRPr sz="825" b="0">
                <a:solidFill>
                  <a:srgbClr val="307FE2"/>
                </a:solidFill>
                <a:latin typeface="Courier New"/>
                <a:ea typeface="Courier New"/>
                <a:cs typeface="Courier New"/>
              </a:defRPr>
            </a:lvl5pPr>
            <a:lvl6pPr algn="l">
              <a:defRPr sz="825" b="0">
                <a:solidFill>
                  <a:srgbClr val="307FE2"/>
                </a:solidFill>
                <a:latin typeface="Courier New"/>
                <a:ea typeface="Courier New"/>
                <a:cs typeface="Courier New"/>
              </a:defRPr>
            </a:lvl6pPr>
            <a:lvl7pPr algn="l">
              <a:defRPr sz="825" b="0">
                <a:solidFill>
                  <a:srgbClr val="307FE2"/>
                </a:solidFill>
                <a:latin typeface="Courier New"/>
                <a:ea typeface="Courier New"/>
                <a:cs typeface="Courier New"/>
              </a:defRPr>
            </a:lvl7pPr>
            <a:lvl8pPr algn="l">
              <a:defRPr sz="825" b="0">
                <a:solidFill>
                  <a:srgbClr val="307FE2"/>
                </a:solidFill>
                <a:latin typeface="Courier New"/>
                <a:ea typeface="Courier New"/>
                <a:cs typeface="Courier New"/>
              </a:defRPr>
            </a:lvl8pPr>
            <a:lvl9pPr algn="l">
              <a:defRPr sz="825" b="0">
                <a:solidFill>
                  <a:srgbClr val="307FE2"/>
                </a:solidFill>
                <a:latin typeface="Courier New"/>
                <a:ea typeface="Courier New"/>
                <a:cs typeface="Courier New"/>
              </a:defRPr>
            </a:lvl9pPr>
          </a:lstStyle>
          <a:p xmlns:a="http://schemas.openxmlformats.org/drawingml/2006/main">
            <a:pPr algn="l">
              <a:defRPr sz="825" b="0">
                <a:solidFill>
                  <a:srgbClr val="307FE2"/>
                </a:solidFill>
                <a:latin typeface="Courier New"/>
                <a:ea typeface="Courier New"/>
                <a:cs typeface="Courier New"/>
              </a:defRPr>
            </a:pPr>
            <a:r>
              <a:rPr sz="825" b="0">
                <a:solidFill>
                  <a:srgbClr val="307FE2"/>
                </a:solidFill>
                <a:latin typeface="Courier New"/>
                <a:ea typeface="Courier New"/>
                <a:cs typeface="Courier New"/>
              </a:rPr>
              <a:t>06</a:t>
            </a:r>
          </a:p>
        </p:txBody>
      </p:sp>
      <p:sp>
        <p:nvSpPr>
          <p:cNvPr id="128" name="">
            <a:extLst xmlns:a="http://schemas.openxmlformats.org/drawingml/2006/main">
              <a:ext uri="{FF2B5EF4-FFF2-40B4-BE49-F238E27FC236}">
                <a16:creationId xmlns:a16="http://schemas.microsoft.com/office/drawing/2014/main" id="{522EB859-A2C6-44FE-977C-D2CDD95656EC}"/>
              </a:ext>
            </a:extLst>
          </p:cNvPr>
          <p:cNvSpPr>
            <a:spLocks xmlns:a="http://schemas.openxmlformats.org/drawingml/2006/main" noGrp="1"/>
          </p:cNvSpPr>
          <p:nvPr/>
        </p:nvSpPr>
        <p:spPr>
          <a:xfrm xmlns:a="http://schemas.openxmlformats.org/drawingml/2006/main">
            <a:off x="4324350" y="394335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0F172A"/>
                </a:solidFill>
                <a:latin typeface="Montserrat"/>
                <a:ea typeface="Montserrat"/>
                <a:cs typeface="Montserrat"/>
              </a:defRPr>
            </a:defPPr>
            <a:lvl1pPr algn="l">
              <a:defRPr sz="1275" b="1">
                <a:solidFill>
                  <a:srgbClr val="0F172A"/>
                </a:solidFill>
                <a:latin typeface="Montserrat"/>
                <a:ea typeface="Montserrat"/>
                <a:cs typeface="Montserrat"/>
              </a:defRPr>
            </a:lvl1pPr>
            <a:lvl2pPr algn="l">
              <a:defRPr sz="1275" b="1">
                <a:solidFill>
                  <a:srgbClr val="0F172A"/>
                </a:solidFill>
                <a:latin typeface="Montserrat"/>
                <a:ea typeface="Montserrat"/>
                <a:cs typeface="Montserrat"/>
              </a:defRPr>
            </a:lvl2pPr>
            <a:lvl3pPr algn="l">
              <a:defRPr sz="1275" b="1">
                <a:solidFill>
                  <a:srgbClr val="0F172A"/>
                </a:solidFill>
                <a:latin typeface="Montserrat"/>
                <a:ea typeface="Montserrat"/>
                <a:cs typeface="Montserrat"/>
              </a:defRPr>
            </a:lvl3pPr>
            <a:lvl4pPr algn="l">
              <a:defRPr sz="1275" b="1">
                <a:solidFill>
                  <a:srgbClr val="0F172A"/>
                </a:solidFill>
                <a:latin typeface="Montserrat"/>
                <a:ea typeface="Montserrat"/>
                <a:cs typeface="Montserrat"/>
              </a:defRPr>
            </a:lvl4pPr>
            <a:lvl5pPr algn="l">
              <a:defRPr sz="1275" b="1">
                <a:solidFill>
                  <a:srgbClr val="0F172A"/>
                </a:solidFill>
                <a:latin typeface="Montserrat"/>
                <a:ea typeface="Montserrat"/>
                <a:cs typeface="Montserrat"/>
              </a:defRPr>
            </a:lvl5pPr>
            <a:lvl6pPr algn="l">
              <a:defRPr sz="1275" b="1">
                <a:solidFill>
                  <a:srgbClr val="0F172A"/>
                </a:solidFill>
                <a:latin typeface="Montserrat"/>
                <a:ea typeface="Montserrat"/>
                <a:cs typeface="Montserrat"/>
              </a:defRPr>
            </a:lvl6pPr>
            <a:lvl7pPr algn="l">
              <a:defRPr sz="1275" b="1">
                <a:solidFill>
                  <a:srgbClr val="0F172A"/>
                </a:solidFill>
                <a:latin typeface="Montserrat"/>
                <a:ea typeface="Montserrat"/>
                <a:cs typeface="Montserrat"/>
              </a:defRPr>
            </a:lvl7pPr>
            <a:lvl8pPr algn="l">
              <a:defRPr sz="1275" b="1">
                <a:solidFill>
                  <a:srgbClr val="0F172A"/>
                </a:solidFill>
                <a:latin typeface="Montserrat"/>
                <a:ea typeface="Montserrat"/>
                <a:cs typeface="Montserrat"/>
              </a:defRPr>
            </a:lvl8pPr>
            <a:lvl9pPr algn="l">
              <a:defRPr sz="1275" b="1">
                <a:solidFill>
                  <a:srgbClr val="0F172A"/>
                </a:solidFill>
                <a:latin typeface="Montserrat"/>
                <a:ea typeface="Montserrat"/>
                <a:cs typeface="Montserrat"/>
              </a:defRPr>
            </a:lvl9pPr>
          </a:lstStyle>
          <a:p xmlns:a="http://schemas.openxmlformats.org/drawingml/2006/main">
            <a:pPr algn="l">
              <a:defRPr sz="1275" b="1">
                <a:solidFill>
                  <a:srgbClr val="0F172A"/>
                </a:solidFill>
                <a:latin typeface="Montserrat"/>
                <a:ea typeface="Montserrat"/>
                <a:cs typeface="Montserrat"/>
              </a:defRPr>
            </a:pPr>
            <a:r>
              <a:rPr sz="1275" b="1">
                <a:solidFill>
                  <a:srgbClr val="0F172A"/>
                </a:solidFill>
                <a:latin typeface="Montserrat"/>
                <a:ea typeface="Montserrat"/>
                <a:cs typeface="Montserrat"/>
              </a:rPr>
              <a:t>Maintain</a:t>
            </a:r>
          </a:p>
        </p:txBody>
      </p:sp>
      <p:sp>
        <p:nvSpPr>
          <p:cNvPr id="129" name="">
            <a:extLst xmlns:a="http://schemas.openxmlformats.org/drawingml/2006/main">
              <a:ext uri="{FF2B5EF4-FFF2-40B4-BE49-F238E27FC236}">
                <a16:creationId xmlns:a16="http://schemas.microsoft.com/office/drawing/2014/main" id="{C4293224-831A-476E-B391-DAF8CA404BF6}"/>
              </a:ext>
            </a:extLst>
          </p:cNvPr>
          <p:cNvSpPr>
            <a:spLocks xmlns:a="http://schemas.openxmlformats.org/drawingml/2006/main" noGrp="1"/>
          </p:cNvSpPr>
          <p:nvPr/>
        </p:nvSpPr>
        <p:spPr>
          <a:xfrm xmlns:a="http://schemas.openxmlformats.org/drawingml/2006/main">
            <a:off x="4324350" y="4248150"/>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0">
                <a:solidFill>
                  <a:srgbClr val="475569"/>
                </a:solidFill>
                <a:latin typeface="Montserrat"/>
                <a:ea typeface="Montserrat"/>
                <a:cs typeface="Montserrat"/>
              </a:defRPr>
            </a:defPPr>
            <a:lvl1pPr algn="l">
              <a:defRPr sz="1050" b="0">
                <a:solidFill>
                  <a:srgbClr val="475569"/>
                </a:solidFill>
                <a:latin typeface="Montserrat"/>
                <a:ea typeface="Montserrat"/>
                <a:cs typeface="Montserrat"/>
              </a:defRPr>
            </a:lvl1pPr>
            <a:lvl2pPr algn="l">
              <a:defRPr sz="1050" b="0">
                <a:solidFill>
                  <a:srgbClr val="475569"/>
                </a:solidFill>
                <a:latin typeface="Montserrat"/>
                <a:ea typeface="Montserrat"/>
                <a:cs typeface="Montserrat"/>
              </a:defRPr>
            </a:lvl2pPr>
            <a:lvl3pPr algn="l">
              <a:defRPr sz="1050" b="0">
                <a:solidFill>
                  <a:srgbClr val="475569"/>
                </a:solidFill>
                <a:latin typeface="Montserrat"/>
                <a:ea typeface="Montserrat"/>
                <a:cs typeface="Montserrat"/>
              </a:defRPr>
            </a:lvl3pPr>
            <a:lvl4pPr algn="l">
              <a:defRPr sz="1050" b="0">
                <a:solidFill>
                  <a:srgbClr val="475569"/>
                </a:solidFill>
                <a:latin typeface="Montserrat"/>
                <a:ea typeface="Montserrat"/>
                <a:cs typeface="Montserrat"/>
              </a:defRPr>
            </a:lvl4pPr>
            <a:lvl5pPr algn="l">
              <a:defRPr sz="1050" b="0">
                <a:solidFill>
                  <a:srgbClr val="475569"/>
                </a:solidFill>
                <a:latin typeface="Montserrat"/>
                <a:ea typeface="Montserrat"/>
                <a:cs typeface="Montserrat"/>
              </a:defRPr>
            </a:lvl5pPr>
            <a:lvl6pPr algn="l">
              <a:defRPr sz="1050" b="0">
                <a:solidFill>
                  <a:srgbClr val="475569"/>
                </a:solidFill>
                <a:latin typeface="Montserrat"/>
                <a:ea typeface="Montserrat"/>
                <a:cs typeface="Montserrat"/>
              </a:defRPr>
            </a:lvl6pPr>
            <a:lvl7pPr algn="l">
              <a:defRPr sz="1050" b="0">
                <a:solidFill>
                  <a:srgbClr val="475569"/>
                </a:solidFill>
                <a:latin typeface="Montserrat"/>
                <a:ea typeface="Montserrat"/>
                <a:cs typeface="Montserrat"/>
              </a:defRPr>
            </a:lvl7pPr>
            <a:lvl8pPr algn="l">
              <a:defRPr sz="1050" b="0">
                <a:solidFill>
                  <a:srgbClr val="475569"/>
                </a:solidFill>
                <a:latin typeface="Montserrat"/>
                <a:ea typeface="Montserrat"/>
                <a:cs typeface="Montserrat"/>
              </a:defRPr>
            </a:lvl8pPr>
            <a:lvl9pPr algn="l">
              <a:defRPr sz="1050" b="0">
                <a:solidFill>
                  <a:srgbClr val="475569"/>
                </a:solidFill>
                <a:latin typeface="Montserrat"/>
                <a:ea typeface="Montserrat"/>
                <a:cs typeface="Montserrat"/>
              </a:defRPr>
            </a:lvl9pPr>
          </a:lstStyle>
          <a:p xmlns:a="http://schemas.openxmlformats.org/drawingml/2006/main">
            <a:pPr algn="l">
              <a:defRPr sz="1050" b="0">
                <a:solidFill>
                  <a:srgbClr val="475569"/>
                </a:solidFill>
                <a:latin typeface="Montserrat"/>
                <a:ea typeface="Montserrat"/>
                <a:cs typeface="Montserrat"/>
              </a:defRPr>
            </a:pPr>
            <a:r>
              <a:rPr sz="1050" b="0">
                <a:solidFill>
                  <a:srgbClr val="475569"/>
                </a:solidFill>
                <a:latin typeface="Montserrat"/>
                <a:ea typeface="Montserrat"/>
                <a:cs typeface="Montserrat"/>
              </a:rPr>
              <a:t>Watch use and plan what is next.</a:t>
            </a:r>
          </a:p>
        </p:txBody>
      </p:sp>
      <p:sp>
        <p:nvSpPr>
          <p:cNvPr id="130" name="">
            <a:extLst xmlns:a="http://schemas.openxmlformats.org/drawingml/2006/main">
              <a:ext uri="{FF2B5EF4-FFF2-40B4-BE49-F238E27FC236}">
                <a16:creationId xmlns:a16="http://schemas.microsoft.com/office/drawing/2014/main" id="{BE9E5C2D-AD71-444C-9998-AD36E8334560}"/>
              </a:ext>
            </a:extLst>
          </p:cNvPr>
          <p:cNvSpPr>
            <a:spLocks xmlns:a="http://schemas.openxmlformats.org/drawingml/2006/main" noGrp="1"/>
          </p:cNvSpPr>
          <p:nvPr/>
        </p:nvSpPr>
        <p:spPr>
          <a:xfrm xmlns:a="http://schemas.openxmlformats.org/drawingml/2006/main">
            <a:off x="7505700" y="1981200"/>
            <a:ext cx="3467100" cy="2943225"/>
          </a:xfrm>
          <a:prstGeom xmlns:a="http://schemas.openxmlformats.org/drawingml/2006/main" prst="roundRect">
            <a:avLst>
              <a:gd name="adj" fmla="val 4531"/>
            </a:avLst>
          </a:prstGeom>
          <a:solidFill xmlns:a="http://schemas.openxmlformats.org/drawingml/2006/main">
            <a:srgbClr val="FFFFFF"/>
          </a:solidFill>
          <a:ln xmlns:a="http://schemas.openxmlformats.org/drawingml/2006/main" w="9525">
            <a:solidFill>
              <a:srgbClr val="D8E2EF"/>
            </a:solidFill>
            <a:prstDash val="solid"/>
          </a:ln>
        </p:spPr>
      </p:sp>
      <p:pic>
        <p:nvPicPr>
          <p:cNvPr id="131" name="">
            <a:extLst xmlns:a="http://schemas.openxmlformats.org/drawingml/2006/main">
              <a:ext uri="{FF2B5EF4-FFF2-40B4-BE49-F238E27FC236}">
                <a16:creationId xmlns:a16="http://schemas.microsoft.com/office/drawing/2014/main" id="{20B354E9-F3CD-4EBF-934D-822211382A79}"/>
              </a:ext>
            </a:extLst>
          </p:cNvPr>
          <p:cNvPicPr>
            <a:picLocks xmlns:a="http://schemas.openxmlformats.org/drawingml/2006/main" noChangeAspect="1"/>
          </p:cNvPicPr>
          <p:nvPr/>
        </p:nvPicPr>
        <p:blipFill>
          <a:blip xmlns:r="http://schemas.openxmlformats.org/officeDocument/2006/relationships" xmlns:a="http://schemas.openxmlformats.org/drawingml/2006/main" r:embed="R2bdb3645d59a48f8"/>
          <a:srcRect xmlns:a="http://schemas.openxmlformats.org/drawingml/2006/main" l="5738" t="0" r="5738" b="0"/>
          <a:stretch xmlns:a="http://schemas.openxmlformats.org/drawingml/2006/main">
            <a:fillRect l="0" t="0" r="0" b="0"/>
          </a:stretch>
        </p:blipFill>
        <p:spPr>
          <a:xfrm xmlns:a="http://schemas.openxmlformats.org/drawingml/2006/main">
            <a:off x="7524750" y="2000250"/>
            <a:ext cx="3429000" cy="2905125"/>
          </a:xfrm>
          <a:prstGeom xmlns:a="http://schemas.openxmlformats.org/drawingml/2006/main" prst="rect">
            <a:avLst/>
          </a:prstGeom>
        </p:spPr>
      </p:pic>
      <p:sp>
        <p:nvSpPr>
          <p:cNvPr id="132" name="">
            <a:extLst xmlns:a="http://schemas.openxmlformats.org/drawingml/2006/main">
              <a:ext uri="{FF2B5EF4-FFF2-40B4-BE49-F238E27FC236}">
                <a16:creationId xmlns:a16="http://schemas.microsoft.com/office/drawing/2014/main" id="{325B7A75-F24E-4C96-958F-8FC2DB8B6D89}"/>
              </a:ext>
            </a:extLst>
          </p:cNvPr>
          <p:cNvSpPr>
            <a:spLocks xmlns:a="http://schemas.openxmlformats.org/drawingml/2006/main" noGrp="1"/>
          </p:cNvSpPr>
          <p:nvPr/>
        </p:nvSpPr>
        <p:spPr>
          <a:xfrm xmlns:a="http://schemas.openxmlformats.org/drawingml/2006/main">
            <a:off x="647700" y="4943475"/>
            <a:ext cx="10896600" cy="0"/>
          </a:xfrm>
          <a:prstGeom xmlns:a="http://schemas.openxmlformats.org/drawingml/2006/main" prst="line">
            <a:avLst/>
          </a:prstGeom>
          <a:noFill xmlns:a="http://schemas.openxmlformats.org/drawingml/2006/main"/>
          <a:ln xmlns:a="http://schemas.openxmlformats.org/drawingml/2006/main" w="9525">
            <a:solidFill>
              <a:srgbClr val="D8E2EF"/>
            </a:solidFill>
            <a:prstDash val="solid"/>
          </a:ln>
        </p:spPr>
      </p:sp>
      <p:sp>
        <p:nvSpPr>
          <p:cNvPr id="133" name="">
            <a:extLst xmlns:a="http://schemas.openxmlformats.org/drawingml/2006/main">
              <a:ext uri="{FF2B5EF4-FFF2-40B4-BE49-F238E27FC236}">
                <a16:creationId xmlns:a16="http://schemas.microsoft.com/office/drawing/2014/main" id="{CFDBA8EC-6386-444F-8AF0-7246CF4A0C9E}"/>
              </a:ext>
            </a:extLst>
          </p:cNvPr>
          <p:cNvSpPr>
            <a:spLocks xmlns:a="http://schemas.openxmlformats.org/drawingml/2006/main" noGrp="1"/>
          </p:cNvSpPr>
          <p:nvPr/>
        </p:nvSpPr>
        <p:spPr>
          <a:xfrm xmlns:a="http://schemas.openxmlformats.org/drawingml/2006/main">
            <a:off x="742950" y="5191125"/>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0F172A"/>
                </a:solidFill>
                <a:latin typeface="Montserrat"/>
                <a:ea typeface="Montserrat"/>
                <a:cs typeface="Montserrat"/>
              </a:defRPr>
            </a:defPPr>
            <a:lvl1pPr algn="l">
              <a:defRPr sz="1350" b="1">
                <a:solidFill>
                  <a:srgbClr val="0F172A"/>
                </a:solidFill>
                <a:latin typeface="Montserrat"/>
                <a:ea typeface="Montserrat"/>
                <a:cs typeface="Montserrat"/>
              </a:defRPr>
            </a:lvl1pPr>
            <a:lvl2pPr algn="l">
              <a:defRPr sz="1350" b="1">
                <a:solidFill>
                  <a:srgbClr val="0F172A"/>
                </a:solidFill>
                <a:latin typeface="Montserrat"/>
                <a:ea typeface="Montserrat"/>
                <a:cs typeface="Montserrat"/>
              </a:defRPr>
            </a:lvl2pPr>
            <a:lvl3pPr algn="l">
              <a:defRPr sz="1350" b="1">
                <a:solidFill>
                  <a:srgbClr val="0F172A"/>
                </a:solidFill>
                <a:latin typeface="Montserrat"/>
                <a:ea typeface="Montserrat"/>
                <a:cs typeface="Montserrat"/>
              </a:defRPr>
            </a:lvl3pPr>
            <a:lvl4pPr algn="l">
              <a:defRPr sz="1350" b="1">
                <a:solidFill>
                  <a:srgbClr val="0F172A"/>
                </a:solidFill>
                <a:latin typeface="Montserrat"/>
                <a:ea typeface="Montserrat"/>
                <a:cs typeface="Montserrat"/>
              </a:defRPr>
            </a:lvl4pPr>
            <a:lvl5pPr algn="l">
              <a:defRPr sz="1350" b="1">
                <a:solidFill>
                  <a:srgbClr val="0F172A"/>
                </a:solidFill>
                <a:latin typeface="Montserrat"/>
                <a:ea typeface="Montserrat"/>
                <a:cs typeface="Montserrat"/>
              </a:defRPr>
            </a:lvl5pPr>
            <a:lvl6pPr algn="l">
              <a:defRPr sz="1350" b="1">
                <a:solidFill>
                  <a:srgbClr val="0F172A"/>
                </a:solidFill>
                <a:latin typeface="Montserrat"/>
                <a:ea typeface="Montserrat"/>
                <a:cs typeface="Montserrat"/>
              </a:defRPr>
            </a:lvl6pPr>
            <a:lvl7pPr algn="l">
              <a:defRPr sz="1350" b="1">
                <a:solidFill>
                  <a:srgbClr val="0F172A"/>
                </a:solidFill>
                <a:latin typeface="Montserrat"/>
                <a:ea typeface="Montserrat"/>
                <a:cs typeface="Montserrat"/>
              </a:defRPr>
            </a:lvl7pPr>
            <a:lvl8pPr algn="l">
              <a:defRPr sz="1350" b="1">
                <a:solidFill>
                  <a:srgbClr val="0F172A"/>
                </a:solidFill>
                <a:latin typeface="Montserrat"/>
                <a:ea typeface="Montserrat"/>
                <a:cs typeface="Montserrat"/>
              </a:defRPr>
            </a:lvl8pPr>
            <a:lvl9pPr algn="l">
              <a:defRPr sz="1350" b="1">
                <a:solidFill>
                  <a:srgbClr val="0F172A"/>
                </a:solidFill>
                <a:latin typeface="Montserrat"/>
                <a:ea typeface="Montserrat"/>
                <a:cs typeface="Montserrat"/>
              </a:defRPr>
            </a:lvl9pPr>
          </a:lstStyle>
          <a:p xmlns:a="http://schemas.openxmlformats.org/drawingml/2006/main">
            <a:pPr algn="l">
              <a:defRPr sz="1350" b="1">
                <a:solidFill>
                  <a:srgbClr val="0F172A"/>
                </a:solidFill>
                <a:latin typeface="Montserrat"/>
                <a:ea typeface="Montserrat"/>
                <a:cs typeface="Montserrat"/>
              </a:defRPr>
            </a:pPr>
            <a:r>
              <a:rPr sz="1350" b="1">
                <a:solidFill>
                  <a:srgbClr val="0F172A"/>
                </a:solidFill>
                <a:latin typeface="Montserrat"/>
                <a:ea typeface="Montserrat"/>
                <a:cs typeface="Montserrat"/>
              </a:rPr>
              <a:t>Choose the website or the game. Finish one loop before starting another.</a:t>
            </a:r>
          </a:p>
        </p:txBody>
      </p:sp>
      <p:sp>
        <p:nvSpPr>
          <p:cNvPr id="134" name="">
            <a:extLst xmlns:a="http://schemas.openxmlformats.org/drawingml/2006/main">
              <a:ext uri="{FF2B5EF4-FFF2-40B4-BE49-F238E27FC236}">
                <a16:creationId xmlns:a16="http://schemas.microsoft.com/office/drawing/2014/main" id="{76C88EB6-276B-430D-A51A-DDD458144F6C}"/>
              </a:ext>
            </a:extLst>
          </p:cNvPr>
          <p:cNvSpPr>
            <a:spLocks xmlns:a="http://schemas.openxmlformats.org/drawingml/2006/main" noGrp="1"/>
          </p:cNvSpPr>
          <p:nvPr/>
        </p:nvSpPr>
        <p:spPr>
          <a:xfrm xmlns:a="http://schemas.openxmlformats.org/drawingml/2006/main">
            <a:off x="3667125" y="6381750"/>
            <a:ext cx="4857750" cy="0"/>
          </a:xfrm>
          <a:prstGeom xmlns:a="http://schemas.openxmlformats.org/drawingml/2006/main" prst="line">
            <a:avLst/>
          </a:prstGeom>
          <a:noFill xmlns:a="http://schemas.openxmlformats.org/drawingml/2006/main"/>
          <a:ln xmlns:a="http://schemas.openxmlformats.org/drawingml/2006/main" w="5715">
            <a:solidFill>
              <a:srgbClr val="D8E2EF"/>
            </a:solidFill>
            <a:prstDash val="solid"/>
          </a:ln>
        </p:spPr>
      </p:sp>
      <p:sp>
        <p:nvSpPr>
          <p:cNvPr id="135" name="">
            <a:extLst xmlns:a="http://schemas.openxmlformats.org/drawingml/2006/main">
              <a:ext uri="{FF2B5EF4-FFF2-40B4-BE49-F238E27FC236}">
                <a16:creationId xmlns:a16="http://schemas.microsoft.com/office/drawing/2014/main" id="{0D456608-5F07-4C1E-9675-4D19EF354122}"/>
              </a:ext>
            </a:extLst>
          </p:cNvPr>
          <p:cNvSpPr>
            <a:spLocks xmlns:a="http://schemas.openxmlformats.org/drawingml/2006/main" noGrp="1"/>
          </p:cNvSpPr>
          <p:nvPr/>
        </p:nvSpPr>
        <p:spPr>
          <a:xfrm xmlns:a="http://schemas.openxmlformats.org/drawingml/2006/main">
            <a:off x="3667125" y="6381750"/>
            <a:ext cx="361950" cy="0"/>
          </a:xfrm>
          <a:prstGeom xmlns:a="http://schemas.openxmlformats.org/drawingml/2006/main" prst="line">
            <a:avLst/>
          </a:prstGeom>
          <a:noFill xmlns:a="http://schemas.openxmlformats.org/drawingml/2006/main"/>
          <a:ln xmlns:a="http://schemas.openxmlformats.org/drawingml/2006/main" w="28575">
            <a:solidFill>
              <a:srgbClr val="EF8B39"/>
            </a:solidFill>
            <a:prstDash val="solid"/>
          </a:ln>
        </p:spPr>
      </p:sp>
      <p:sp>
        <p:nvSpPr>
          <p:cNvPr id="136" name="">
            <a:extLst xmlns:a="http://schemas.openxmlformats.org/drawingml/2006/main">
              <a:ext uri="{FF2B5EF4-FFF2-40B4-BE49-F238E27FC236}">
                <a16:creationId xmlns:a16="http://schemas.microsoft.com/office/drawing/2014/main" id="{54B63918-89B1-4892-9394-50A72FAF8C41}"/>
              </a:ext>
            </a:extLst>
          </p:cNvPr>
          <p:cNvSpPr>
            <a:spLocks xmlns:a="http://schemas.openxmlformats.org/drawingml/2006/main" noGrp="1"/>
          </p:cNvSpPr>
          <p:nvPr/>
        </p:nvSpPr>
        <p:spPr>
          <a:xfrm xmlns:a="http://schemas.openxmlformats.org/drawingml/2006/main">
            <a:off x="3619500" y="6334125"/>
            <a:ext cx="95250" cy="95250"/>
          </a:xfrm>
          <a:prstGeom xmlns:a="http://schemas.openxmlformats.org/drawingml/2006/main" prst="ellipse">
            <a:avLst/>
          </a:prstGeom>
          <a:solidFill xmlns:a="http://schemas.openxmlformats.org/drawingml/2006/main">
            <a:srgbClr val="EF8B39"/>
          </a:solidFill>
          <a:ln xmlns:a="http://schemas.openxmlformats.org/drawingml/2006/main" w="9525">
            <a:solidFill>
              <a:srgbClr val="EF8B39"/>
            </a:solidFill>
            <a:prstDash val="solid"/>
          </a:ln>
        </p:spPr>
      </p:sp>
      <p:sp>
        <p:nvSpPr>
          <p:cNvPr id="137" name="">
            <a:extLst xmlns:a="http://schemas.openxmlformats.org/drawingml/2006/main">
              <a:ext uri="{FF2B5EF4-FFF2-40B4-BE49-F238E27FC236}">
                <a16:creationId xmlns:a16="http://schemas.microsoft.com/office/drawing/2014/main" id="{2862F84A-8027-455F-851A-EEF457588D80}"/>
              </a:ext>
            </a:extLst>
          </p:cNvPr>
          <p:cNvSpPr>
            <a:spLocks xmlns:a="http://schemas.openxmlformats.org/drawingml/2006/main" noGrp="1"/>
          </p:cNvSpPr>
          <p:nvPr/>
        </p:nvSpPr>
        <p:spPr>
          <a:xfrm xmlns:a="http://schemas.openxmlformats.org/drawingml/2006/main">
            <a:off x="32670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1">
                <a:solidFill>
                  <a:srgbClr val="B93800"/>
                </a:solidFill>
                <a:latin typeface="Montserrat"/>
                <a:ea typeface="Montserrat"/>
                <a:cs typeface="Montserrat"/>
              </a:defRPr>
            </a:defPPr>
            <a:lvl1pPr algn="ctr">
              <a:defRPr sz="675" b="1">
                <a:solidFill>
                  <a:srgbClr val="B93800"/>
                </a:solidFill>
                <a:latin typeface="Montserrat"/>
                <a:ea typeface="Montserrat"/>
                <a:cs typeface="Montserrat"/>
              </a:defRPr>
            </a:lvl1pPr>
            <a:lvl2pPr algn="ctr">
              <a:defRPr sz="675" b="1">
                <a:solidFill>
                  <a:srgbClr val="B93800"/>
                </a:solidFill>
                <a:latin typeface="Montserrat"/>
                <a:ea typeface="Montserrat"/>
                <a:cs typeface="Montserrat"/>
              </a:defRPr>
            </a:lvl2pPr>
            <a:lvl3pPr algn="ctr">
              <a:defRPr sz="675" b="1">
                <a:solidFill>
                  <a:srgbClr val="B93800"/>
                </a:solidFill>
                <a:latin typeface="Montserrat"/>
                <a:ea typeface="Montserrat"/>
                <a:cs typeface="Montserrat"/>
              </a:defRPr>
            </a:lvl3pPr>
            <a:lvl4pPr algn="ctr">
              <a:defRPr sz="675" b="1">
                <a:solidFill>
                  <a:srgbClr val="B93800"/>
                </a:solidFill>
                <a:latin typeface="Montserrat"/>
                <a:ea typeface="Montserrat"/>
                <a:cs typeface="Montserrat"/>
              </a:defRPr>
            </a:lvl4pPr>
            <a:lvl5pPr algn="ctr">
              <a:defRPr sz="675" b="1">
                <a:solidFill>
                  <a:srgbClr val="B93800"/>
                </a:solidFill>
                <a:latin typeface="Montserrat"/>
                <a:ea typeface="Montserrat"/>
                <a:cs typeface="Montserrat"/>
              </a:defRPr>
            </a:lvl5pPr>
            <a:lvl6pPr algn="ctr">
              <a:defRPr sz="675" b="1">
                <a:solidFill>
                  <a:srgbClr val="B93800"/>
                </a:solidFill>
                <a:latin typeface="Montserrat"/>
                <a:ea typeface="Montserrat"/>
                <a:cs typeface="Montserrat"/>
              </a:defRPr>
            </a:lvl6pPr>
            <a:lvl7pPr algn="ctr">
              <a:defRPr sz="675" b="1">
                <a:solidFill>
                  <a:srgbClr val="B93800"/>
                </a:solidFill>
                <a:latin typeface="Montserrat"/>
                <a:ea typeface="Montserrat"/>
                <a:cs typeface="Montserrat"/>
              </a:defRPr>
            </a:lvl7pPr>
            <a:lvl8pPr algn="ctr">
              <a:defRPr sz="675" b="1">
                <a:solidFill>
                  <a:srgbClr val="B93800"/>
                </a:solidFill>
                <a:latin typeface="Montserrat"/>
                <a:ea typeface="Montserrat"/>
                <a:cs typeface="Montserrat"/>
              </a:defRPr>
            </a:lvl8pPr>
            <a:lvl9pPr algn="ctr">
              <a:defRPr sz="675" b="1">
                <a:solidFill>
                  <a:srgbClr val="B93800"/>
                </a:solidFill>
                <a:latin typeface="Montserrat"/>
                <a:ea typeface="Montserrat"/>
                <a:cs typeface="Montserrat"/>
              </a:defRPr>
            </a:lvl9pPr>
          </a:lstStyle>
          <a:p xmlns:a="http://schemas.openxmlformats.org/drawingml/2006/main">
            <a:pPr algn="ctr">
              <a:defRPr sz="675" b="1">
                <a:solidFill>
                  <a:srgbClr val="B93800"/>
                </a:solidFill>
                <a:latin typeface="Montserrat"/>
                <a:ea typeface="Montserrat"/>
                <a:cs typeface="Montserrat"/>
              </a:defRPr>
            </a:pPr>
            <a:r>
              <a:rPr sz="675" b="1">
                <a:solidFill>
                  <a:srgbClr val="B93800"/>
                </a:solidFill>
                <a:latin typeface="Montserrat"/>
                <a:ea typeface="Montserrat"/>
                <a:cs typeface="Montserrat"/>
              </a:rPr>
              <a:t>PLAN</a:t>
            </a:r>
          </a:p>
        </p:txBody>
      </p:sp>
      <p:sp>
        <p:nvSpPr>
          <p:cNvPr id="138" name="">
            <a:extLst xmlns:a="http://schemas.openxmlformats.org/drawingml/2006/main">
              <a:ext uri="{FF2B5EF4-FFF2-40B4-BE49-F238E27FC236}">
                <a16:creationId xmlns:a16="http://schemas.microsoft.com/office/drawing/2014/main" id="{0332BFCE-6F96-41D1-9DF7-D29C176A01C1}"/>
              </a:ext>
            </a:extLst>
          </p:cNvPr>
          <p:cNvSpPr>
            <a:spLocks xmlns:a="http://schemas.openxmlformats.org/drawingml/2006/main" noGrp="1"/>
          </p:cNvSpPr>
          <p:nvPr/>
        </p:nvSpPr>
        <p:spPr>
          <a:xfrm xmlns:a="http://schemas.openxmlformats.org/drawingml/2006/main">
            <a:off x="46053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39" name="">
            <a:extLst xmlns:a="http://schemas.openxmlformats.org/drawingml/2006/main">
              <a:ext uri="{FF2B5EF4-FFF2-40B4-BE49-F238E27FC236}">
                <a16:creationId xmlns:a16="http://schemas.microsoft.com/office/drawing/2014/main" id="{5F66EB2D-422D-4352-8AEA-7BDE9E4E3ACF}"/>
              </a:ext>
            </a:extLst>
          </p:cNvPr>
          <p:cNvSpPr>
            <a:spLocks xmlns:a="http://schemas.openxmlformats.org/drawingml/2006/main" noGrp="1"/>
          </p:cNvSpPr>
          <p:nvPr/>
        </p:nvSpPr>
        <p:spPr>
          <a:xfrm xmlns:a="http://schemas.openxmlformats.org/drawingml/2006/main">
            <a:off x="42386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DESIGN</a:t>
            </a:r>
          </a:p>
        </p:txBody>
      </p:sp>
      <p:sp>
        <p:nvSpPr>
          <p:cNvPr id="140" name="">
            <a:extLst xmlns:a="http://schemas.openxmlformats.org/drawingml/2006/main">
              <a:ext uri="{FF2B5EF4-FFF2-40B4-BE49-F238E27FC236}">
                <a16:creationId xmlns:a16="http://schemas.microsoft.com/office/drawing/2014/main" id="{96D7C835-E78D-4241-8DF9-D9B28C3001AF}"/>
              </a:ext>
            </a:extLst>
          </p:cNvPr>
          <p:cNvSpPr>
            <a:spLocks xmlns:a="http://schemas.openxmlformats.org/drawingml/2006/main" noGrp="1"/>
          </p:cNvSpPr>
          <p:nvPr/>
        </p:nvSpPr>
        <p:spPr>
          <a:xfrm xmlns:a="http://schemas.openxmlformats.org/drawingml/2006/main">
            <a:off x="55768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41" name="">
            <a:extLst xmlns:a="http://schemas.openxmlformats.org/drawingml/2006/main">
              <a:ext uri="{FF2B5EF4-FFF2-40B4-BE49-F238E27FC236}">
                <a16:creationId xmlns:a16="http://schemas.microsoft.com/office/drawing/2014/main" id="{769AB0EF-FBCA-4363-A1E5-758354ADEE7B}"/>
              </a:ext>
            </a:extLst>
          </p:cNvPr>
          <p:cNvSpPr>
            <a:spLocks xmlns:a="http://schemas.openxmlformats.org/drawingml/2006/main" noGrp="1"/>
          </p:cNvSpPr>
          <p:nvPr/>
        </p:nvSpPr>
        <p:spPr>
          <a:xfrm xmlns:a="http://schemas.openxmlformats.org/drawingml/2006/main">
            <a:off x="52101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BUILD</a:t>
            </a:r>
          </a:p>
        </p:txBody>
      </p:sp>
      <p:sp>
        <p:nvSpPr>
          <p:cNvPr id="142" name="">
            <a:extLst xmlns:a="http://schemas.openxmlformats.org/drawingml/2006/main">
              <a:ext uri="{FF2B5EF4-FFF2-40B4-BE49-F238E27FC236}">
                <a16:creationId xmlns:a16="http://schemas.microsoft.com/office/drawing/2014/main" id="{02C3FE0A-0D73-4350-A73D-97F208229D7D}"/>
              </a:ext>
            </a:extLst>
          </p:cNvPr>
          <p:cNvSpPr>
            <a:spLocks xmlns:a="http://schemas.openxmlformats.org/drawingml/2006/main" noGrp="1"/>
          </p:cNvSpPr>
          <p:nvPr/>
        </p:nvSpPr>
        <p:spPr>
          <a:xfrm xmlns:a="http://schemas.openxmlformats.org/drawingml/2006/main">
            <a:off x="65484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43" name="">
            <a:extLst xmlns:a="http://schemas.openxmlformats.org/drawingml/2006/main">
              <a:ext uri="{FF2B5EF4-FFF2-40B4-BE49-F238E27FC236}">
                <a16:creationId xmlns:a16="http://schemas.microsoft.com/office/drawing/2014/main" id="{A9863FC2-D405-482B-8590-2D8F538618A5}"/>
              </a:ext>
            </a:extLst>
          </p:cNvPr>
          <p:cNvSpPr>
            <a:spLocks xmlns:a="http://schemas.openxmlformats.org/drawingml/2006/main" noGrp="1"/>
          </p:cNvSpPr>
          <p:nvPr/>
        </p:nvSpPr>
        <p:spPr>
          <a:xfrm xmlns:a="http://schemas.openxmlformats.org/drawingml/2006/main">
            <a:off x="61817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TEST</a:t>
            </a:r>
          </a:p>
        </p:txBody>
      </p:sp>
      <p:sp>
        <p:nvSpPr>
          <p:cNvPr id="144" name="">
            <a:extLst xmlns:a="http://schemas.openxmlformats.org/drawingml/2006/main">
              <a:ext uri="{FF2B5EF4-FFF2-40B4-BE49-F238E27FC236}">
                <a16:creationId xmlns:a16="http://schemas.microsoft.com/office/drawing/2014/main" id="{08C9CCB3-FE23-4EFD-8991-77E764CA2E69}"/>
              </a:ext>
            </a:extLst>
          </p:cNvPr>
          <p:cNvSpPr>
            <a:spLocks xmlns:a="http://schemas.openxmlformats.org/drawingml/2006/main" noGrp="1"/>
          </p:cNvSpPr>
          <p:nvPr/>
        </p:nvSpPr>
        <p:spPr>
          <a:xfrm xmlns:a="http://schemas.openxmlformats.org/drawingml/2006/main">
            <a:off x="751998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45" name="">
            <a:extLst xmlns:a="http://schemas.openxmlformats.org/drawingml/2006/main">
              <a:ext uri="{FF2B5EF4-FFF2-40B4-BE49-F238E27FC236}">
                <a16:creationId xmlns:a16="http://schemas.microsoft.com/office/drawing/2014/main" id="{8C51208D-6661-4E66-9E42-0607C19A6650}"/>
              </a:ext>
            </a:extLst>
          </p:cNvPr>
          <p:cNvSpPr>
            <a:spLocks xmlns:a="http://schemas.openxmlformats.org/drawingml/2006/main" noGrp="1"/>
          </p:cNvSpPr>
          <p:nvPr/>
        </p:nvSpPr>
        <p:spPr>
          <a:xfrm xmlns:a="http://schemas.openxmlformats.org/drawingml/2006/main">
            <a:off x="715327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DEPLOY</a:t>
            </a:r>
          </a:p>
        </p:txBody>
      </p:sp>
      <p:sp>
        <p:nvSpPr>
          <p:cNvPr id="146" name="">
            <a:extLst xmlns:a="http://schemas.openxmlformats.org/drawingml/2006/main">
              <a:ext uri="{FF2B5EF4-FFF2-40B4-BE49-F238E27FC236}">
                <a16:creationId xmlns:a16="http://schemas.microsoft.com/office/drawing/2014/main" id="{81BD4B31-A7E3-48A8-B8FE-E03E00726FE9}"/>
              </a:ext>
            </a:extLst>
          </p:cNvPr>
          <p:cNvSpPr>
            <a:spLocks xmlns:a="http://schemas.openxmlformats.org/drawingml/2006/main" noGrp="1"/>
          </p:cNvSpPr>
          <p:nvPr/>
        </p:nvSpPr>
        <p:spPr>
          <a:xfrm xmlns:a="http://schemas.openxmlformats.org/drawingml/2006/main">
            <a:off x="8491538" y="6348413"/>
            <a:ext cx="66675" cy="66675"/>
          </a:xfrm>
          <a:prstGeom xmlns:a="http://schemas.openxmlformats.org/drawingml/2006/main" prst="ellipse">
            <a:avLst/>
          </a:prstGeom>
          <a:solidFill xmlns:a="http://schemas.openxmlformats.org/drawingml/2006/main">
            <a:srgbClr val="FFFFFF"/>
          </a:solidFill>
          <a:ln xmlns:a="http://schemas.openxmlformats.org/drawingml/2006/main" w="9525">
            <a:solidFill>
              <a:srgbClr val="94A3B8"/>
            </a:solidFill>
            <a:prstDash val="solid"/>
          </a:ln>
        </p:spPr>
      </p:sp>
      <p:sp>
        <p:nvSpPr>
          <p:cNvPr id="147" name="">
            <a:extLst xmlns:a="http://schemas.openxmlformats.org/drawingml/2006/main">
              <a:ext uri="{FF2B5EF4-FFF2-40B4-BE49-F238E27FC236}">
                <a16:creationId xmlns:a16="http://schemas.microsoft.com/office/drawing/2014/main" id="{B8FBAEC7-88EB-4B07-862A-AC7276069D96}"/>
              </a:ext>
            </a:extLst>
          </p:cNvPr>
          <p:cNvSpPr>
            <a:spLocks xmlns:a="http://schemas.openxmlformats.org/drawingml/2006/main" noGrp="1"/>
          </p:cNvSpPr>
          <p:nvPr/>
        </p:nvSpPr>
        <p:spPr>
          <a:xfrm xmlns:a="http://schemas.openxmlformats.org/drawingml/2006/main">
            <a:off x="8124825" y="6486525"/>
            <a:ext cx="800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75" b="0">
                <a:solidFill>
                  <a:srgbClr val="94A3B8"/>
                </a:solidFill>
                <a:latin typeface="Montserrat"/>
                <a:ea typeface="Montserrat"/>
                <a:cs typeface="Montserrat"/>
              </a:defRPr>
            </a:defPPr>
            <a:lvl1pPr algn="ctr">
              <a:defRPr sz="675" b="0">
                <a:solidFill>
                  <a:srgbClr val="94A3B8"/>
                </a:solidFill>
                <a:latin typeface="Montserrat"/>
                <a:ea typeface="Montserrat"/>
                <a:cs typeface="Montserrat"/>
              </a:defRPr>
            </a:lvl1pPr>
            <a:lvl2pPr algn="ctr">
              <a:defRPr sz="675" b="0">
                <a:solidFill>
                  <a:srgbClr val="94A3B8"/>
                </a:solidFill>
                <a:latin typeface="Montserrat"/>
                <a:ea typeface="Montserrat"/>
                <a:cs typeface="Montserrat"/>
              </a:defRPr>
            </a:lvl2pPr>
            <a:lvl3pPr algn="ctr">
              <a:defRPr sz="675" b="0">
                <a:solidFill>
                  <a:srgbClr val="94A3B8"/>
                </a:solidFill>
                <a:latin typeface="Montserrat"/>
                <a:ea typeface="Montserrat"/>
                <a:cs typeface="Montserrat"/>
              </a:defRPr>
            </a:lvl3pPr>
            <a:lvl4pPr algn="ctr">
              <a:defRPr sz="675" b="0">
                <a:solidFill>
                  <a:srgbClr val="94A3B8"/>
                </a:solidFill>
                <a:latin typeface="Montserrat"/>
                <a:ea typeface="Montserrat"/>
                <a:cs typeface="Montserrat"/>
              </a:defRPr>
            </a:lvl4pPr>
            <a:lvl5pPr algn="ctr">
              <a:defRPr sz="675" b="0">
                <a:solidFill>
                  <a:srgbClr val="94A3B8"/>
                </a:solidFill>
                <a:latin typeface="Montserrat"/>
                <a:ea typeface="Montserrat"/>
                <a:cs typeface="Montserrat"/>
              </a:defRPr>
            </a:lvl5pPr>
            <a:lvl6pPr algn="ctr">
              <a:defRPr sz="675" b="0">
                <a:solidFill>
                  <a:srgbClr val="94A3B8"/>
                </a:solidFill>
                <a:latin typeface="Montserrat"/>
                <a:ea typeface="Montserrat"/>
                <a:cs typeface="Montserrat"/>
              </a:defRPr>
            </a:lvl6pPr>
            <a:lvl7pPr algn="ctr">
              <a:defRPr sz="675" b="0">
                <a:solidFill>
                  <a:srgbClr val="94A3B8"/>
                </a:solidFill>
                <a:latin typeface="Montserrat"/>
                <a:ea typeface="Montserrat"/>
                <a:cs typeface="Montserrat"/>
              </a:defRPr>
            </a:lvl7pPr>
            <a:lvl8pPr algn="ctr">
              <a:defRPr sz="675" b="0">
                <a:solidFill>
                  <a:srgbClr val="94A3B8"/>
                </a:solidFill>
                <a:latin typeface="Montserrat"/>
                <a:ea typeface="Montserrat"/>
                <a:cs typeface="Montserrat"/>
              </a:defRPr>
            </a:lvl8pPr>
            <a:lvl9pPr algn="ctr">
              <a:defRPr sz="675" b="0">
                <a:solidFill>
                  <a:srgbClr val="94A3B8"/>
                </a:solidFill>
                <a:latin typeface="Montserrat"/>
                <a:ea typeface="Montserrat"/>
                <a:cs typeface="Montserrat"/>
              </a:defRPr>
            </a:lvl9pPr>
          </a:lstStyle>
          <a:p xmlns:a="http://schemas.openxmlformats.org/drawingml/2006/main">
            <a:pPr algn="ctr">
              <a:defRPr sz="675" b="0">
                <a:solidFill>
                  <a:srgbClr val="94A3B8"/>
                </a:solidFill>
                <a:latin typeface="Montserrat"/>
                <a:ea typeface="Montserrat"/>
                <a:cs typeface="Montserrat"/>
              </a:defRPr>
            </a:pPr>
            <a:r>
              <a:rPr sz="675" b="0">
                <a:solidFill>
                  <a:srgbClr val="94A3B8"/>
                </a:solidFill>
                <a:latin typeface="Montserrat"/>
                <a:ea typeface="Montserrat"/>
                <a:cs typeface="Montserrat"/>
              </a:rPr>
              <a:t>MAINTAIN</a:t>
            </a:r>
          </a:p>
        </p:txBody>
      </p:sp>
    </p:spTree>
    <p:extLst>
      <p:ext uri="{BB962C8B-B14F-4D97-AF65-F5344CB8AC3E}">
        <p14:creationId xmlns:p14="http://schemas.microsoft.com/office/powerpoint/2010/main" val="1041541522"/>
      </p:ext>
    </p:extLst>
  </p:cSld>
</p:sld>
</file>

<file path=ppt/slides/slide62.xml><?xml version="1.0" encoding="utf-8"?>
<p:sld xmlns:p="http://schemas.openxmlformats.org/presentationml/2006/main">
  <p:cSld>
    <p:bg>
      <p:bgPr>
        <a:solidFill xmlns:a="http://schemas.openxmlformats.org/drawingml/2006/main">
          <a:srgbClr val="0D1219"/>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7DDF9396-5178-4137-976C-340B9C543328}"/>
              </a:ext>
            </a:extLst>
          </p:cNvPr>
          <p:cNvPicPr>
            <a:picLocks xmlns:a="http://schemas.openxmlformats.org/drawingml/2006/main" noChangeAspect="1"/>
          </p:cNvPicPr>
          <p:nvPr/>
        </p:nvPicPr>
        <p:blipFill>
          <a:blip xmlns:r="http://schemas.openxmlformats.org/officeDocument/2006/relationships" xmlns:a="http://schemas.openxmlformats.org/drawingml/2006/main" r:embed="R43b8cf2ef0644e55"/>
          <a:stretch xmlns:a="http://schemas.openxmlformats.org/drawingml/2006/main"/>
        </p:blipFill>
        <p:spPr>
          <a:xfrm xmlns:a="http://schemas.openxmlformats.org/drawingml/2006/main">
            <a:off x="8058150" y="342900"/>
            <a:ext cx="3886200" cy="5829300"/>
          </a:xfrm>
          <a:prstGeom xmlns:a="http://schemas.openxmlformats.org/drawingml/2006/main" prst="rect">
            <a:avLst/>
          </a:prstGeom>
        </p:spPr>
      </p:pic>
      <p:sp>
        <p:nvSpPr>
          <p:cNvPr id="2" name="advance-release-eyebrow">
            <a:extLst xmlns:a="http://schemas.openxmlformats.org/drawingml/2006/main">
              <a:ext uri="{FF2B5EF4-FFF2-40B4-BE49-F238E27FC236}">
                <a16:creationId xmlns:a16="http://schemas.microsoft.com/office/drawing/2014/main" id="{F4ADAFAA-D570-43F7-BBF3-E75C0D196046}"/>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1">
                <a:solidFill>
                  <a:srgbClr val="EF8B39"/>
                </a:solidFill>
                <a:latin typeface="Montserrat"/>
                <a:ea typeface="Montserrat"/>
                <a:cs typeface="Montserrat"/>
              </a:defRPr>
            </a:defPPr>
            <a:lvl1pPr algn="l">
              <a:buNone/>
              <a:defRPr sz="1050" b="1">
                <a:solidFill>
                  <a:srgbClr val="EF8B39"/>
                </a:solidFill>
                <a:latin typeface="Montserrat"/>
                <a:ea typeface="Montserrat"/>
                <a:cs typeface="Montserrat"/>
              </a:defRPr>
            </a:lvl1pPr>
            <a:lvl2pPr algn="l">
              <a:buNone/>
              <a:defRPr sz="1050" b="1">
                <a:solidFill>
                  <a:srgbClr val="EF8B39"/>
                </a:solidFill>
                <a:latin typeface="Montserrat"/>
                <a:ea typeface="Montserrat"/>
                <a:cs typeface="Montserrat"/>
              </a:defRPr>
            </a:lvl2pPr>
            <a:lvl3pPr algn="l">
              <a:buNone/>
              <a:defRPr sz="1050" b="1">
                <a:solidFill>
                  <a:srgbClr val="EF8B39"/>
                </a:solidFill>
                <a:latin typeface="Montserrat"/>
                <a:ea typeface="Montserrat"/>
                <a:cs typeface="Montserrat"/>
              </a:defRPr>
            </a:lvl3pPr>
            <a:lvl4pPr algn="l">
              <a:buNone/>
              <a:defRPr sz="1050" b="1">
                <a:solidFill>
                  <a:srgbClr val="EF8B39"/>
                </a:solidFill>
                <a:latin typeface="Montserrat"/>
                <a:ea typeface="Montserrat"/>
                <a:cs typeface="Montserrat"/>
              </a:defRPr>
            </a:lvl4pPr>
            <a:lvl5pPr algn="l">
              <a:buNone/>
              <a:defRPr sz="1050" b="1">
                <a:solidFill>
                  <a:srgbClr val="EF8B39"/>
                </a:solidFill>
                <a:latin typeface="Montserrat"/>
                <a:ea typeface="Montserrat"/>
                <a:cs typeface="Montserrat"/>
              </a:defRPr>
            </a:lvl5pPr>
            <a:lvl6pPr algn="l">
              <a:buNone/>
              <a:defRPr sz="1050" b="1">
                <a:solidFill>
                  <a:srgbClr val="EF8B39"/>
                </a:solidFill>
                <a:latin typeface="Montserrat"/>
                <a:ea typeface="Montserrat"/>
                <a:cs typeface="Montserrat"/>
              </a:defRPr>
            </a:lvl6pPr>
            <a:lvl7pPr algn="l">
              <a:buNone/>
              <a:defRPr sz="1050" b="1">
                <a:solidFill>
                  <a:srgbClr val="EF8B39"/>
                </a:solidFill>
                <a:latin typeface="Montserrat"/>
                <a:ea typeface="Montserrat"/>
                <a:cs typeface="Montserrat"/>
              </a:defRPr>
            </a:lvl7pPr>
            <a:lvl8pPr algn="l">
              <a:buNone/>
              <a:defRPr sz="1050" b="1">
                <a:solidFill>
                  <a:srgbClr val="EF8B39"/>
                </a:solidFill>
                <a:latin typeface="Montserrat"/>
                <a:ea typeface="Montserrat"/>
                <a:cs typeface="Montserrat"/>
              </a:defRPr>
            </a:lvl8pPr>
            <a:lvl9pPr algn="l">
              <a:buNone/>
              <a:defRPr sz="1050" b="1">
                <a:solidFill>
                  <a:srgbClr val="EF8B39"/>
                </a:solidFill>
                <a:latin typeface="Montserrat"/>
                <a:ea typeface="Montserrat"/>
                <a:cs typeface="Montserrat"/>
              </a:defRPr>
            </a:lvl9pPr>
          </a:lstStyle>
          <a:p xmlns:a="http://schemas.openxmlformats.org/drawingml/2006/main">
            <a:pPr algn="l">
              <a:buNone/>
              <a:defRPr sz="1050" b="1">
                <a:solidFill>
                  <a:srgbClr val="EF8B39"/>
                </a:solidFill>
                <a:latin typeface="Montserrat"/>
                <a:ea typeface="Montserrat"/>
                <a:cs typeface="Montserrat"/>
              </a:defRPr>
            </a:pPr>
            <a:r>
              <a:rPr sz="1050" b="1">
                <a:solidFill>
                  <a:srgbClr val="EF8B39"/>
                </a:solidFill>
                <a:latin typeface="Montserrat"/>
                <a:ea typeface="Montserrat"/>
                <a:cs typeface="Montserrat"/>
              </a:rPr>
              <a:t>// BONUS · ADVANCE COPY</a:t>
            </a:r>
          </a:p>
        </p:txBody>
      </p:sp>
      <p:sp>
        <p:nvSpPr>
          <p:cNvPr id="3" name="advance-release-time">
            <a:extLst xmlns:a="http://schemas.openxmlformats.org/drawingml/2006/main">
              <a:ext uri="{FF2B5EF4-FFF2-40B4-BE49-F238E27FC236}">
                <a16:creationId xmlns:a16="http://schemas.microsoft.com/office/drawing/2014/main" id="{677BB290-B1B5-4B52-ADBE-EFFC0BF3895B}"/>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00" b="0">
                <a:solidFill>
                  <a:srgbClr val="EF8B39"/>
                </a:solidFill>
                <a:latin typeface="Montserrat"/>
                <a:ea typeface="Montserrat"/>
                <a:cs typeface="Montserrat"/>
              </a:defRPr>
            </a:defPPr>
            <a:lvl1pPr algn="r">
              <a:buNone/>
              <a:defRPr sz="900" b="0">
                <a:solidFill>
                  <a:srgbClr val="EF8B39"/>
                </a:solidFill>
                <a:latin typeface="Montserrat"/>
                <a:ea typeface="Montserrat"/>
                <a:cs typeface="Montserrat"/>
              </a:defRPr>
            </a:lvl1pPr>
            <a:lvl2pPr algn="r">
              <a:buNone/>
              <a:defRPr sz="900" b="0">
                <a:solidFill>
                  <a:srgbClr val="EF8B39"/>
                </a:solidFill>
                <a:latin typeface="Montserrat"/>
                <a:ea typeface="Montserrat"/>
                <a:cs typeface="Montserrat"/>
              </a:defRPr>
            </a:lvl2pPr>
            <a:lvl3pPr algn="r">
              <a:buNone/>
              <a:defRPr sz="900" b="0">
                <a:solidFill>
                  <a:srgbClr val="EF8B39"/>
                </a:solidFill>
                <a:latin typeface="Montserrat"/>
                <a:ea typeface="Montserrat"/>
                <a:cs typeface="Montserrat"/>
              </a:defRPr>
            </a:lvl3pPr>
            <a:lvl4pPr algn="r">
              <a:buNone/>
              <a:defRPr sz="900" b="0">
                <a:solidFill>
                  <a:srgbClr val="EF8B39"/>
                </a:solidFill>
                <a:latin typeface="Montserrat"/>
                <a:ea typeface="Montserrat"/>
                <a:cs typeface="Montserrat"/>
              </a:defRPr>
            </a:lvl4pPr>
            <a:lvl5pPr algn="r">
              <a:buNone/>
              <a:defRPr sz="900" b="0">
                <a:solidFill>
                  <a:srgbClr val="EF8B39"/>
                </a:solidFill>
                <a:latin typeface="Montserrat"/>
                <a:ea typeface="Montserrat"/>
                <a:cs typeface="Montserrat"/>
              </a:defRPr>
            </a:lvl5pPr>
            <a:lvl6pPr algn="r">
              <a:buNone/>
              <a:defRPr sz="900" b="0">
                <a:solidFill>
                  <a:srgbClr val="EF8B39"/>
                </a:solidFill>
                <a:latin typeface="Montserrat"/>
                <a:ea typeface="Montserrat"/>
                <a:cs typeface="Montserrat"/>
              </a:defRPr>
            </a:lvl6pPr>
            <a:lvl7pPr algn="r">
              <a:buNone/>
              <a:defRPr sz="900" b="0">
                <a:solidFill>
                  <a:srgbClr val="EF8B39"/>
                </a:solidFill>
                <a:latin typeface="Montserrat"/>
                <a:ea typeface="Montserrat"/>
                <a:cs typeface="Montserrat"/>
              </a:defRPr>
            </a:lvl7pPr>
            <a:lvl8pPr algn="r">
              <a:buNone/>
              <a:defRPr sz="900" b="0">
                <a:solidFill>
                  <a:srgbClr val="EF8B39"/>
                </a:solidFill>
                <a:latin typeface="Montserrat"/>
                <a:ea typeface="Montserrat"/>
                <a:cs typeface="Montserrat"/>
              </a:defRPr>
            </a:lvl8pPr>
            <a:lvl9pPr algn="r">
              <a:buNone/>
              <a:defRPr sz="900" b="0">
                <a:solidFill>
                  <a:srgbClr val="EF8B39"/>
                </a:solidFill>
                <a:latin typeface="Montserrat"/>
                <a:ea typeface="Montserrat"/>
                <a:cs typeface="Montserrat"/>
              </a:defRPr>
            </a:lvl9pPr>
          </a:lstStyle>
          <a:p xmlns:a="http://schemas.openxmlformats.org/drawingml/2006/main">
            <a:pPr algn="r">
              <a:buNone/>
              <a:defRPr sz="900" b="0">
                <a:solidFill>
                  <a:srgbClr val="EF8B39"/>
                </a:solidFill>
                <a:latin typeface="Montserrat"/>
                <a:ea typeface="Montserrat"/>
                <a:cs typeface="Montserrat"/>
              </a:defRPr>
            </a:pPr>
            <a:r>
              <a:rPr sz="900" b="0">
                <a:solidFill>
                  <a:srgbClr val="EF8B39"/>
                </a:solidFill>
                <a:latin typeface="Montserrat"/>
                <a:ea typeface="Montserrat"/>
                <a:cs typeface="Montserrat"/>
              </a:rPr>
              <a:t>5:50–6:00</a:t>
            </a:r>
          </a:p>
        </p:txBody>
      </p:sp>
      <p:sp>
        <p:nvSpPr>
          <p:cNvPr id="4" name="book-offer-title">
            <a:extLst xmlns:a="http://schemas.openxmlformats.org/drawingml/2006/main">
              <a:ext uri="{FF2B5EF4-FFF2-40B4-BE49-F238E27FC236}">
                <a16:creationId xmlns:a16="http://schemas.microsoft.com/office/drawing/2014/main" id="{FAF9CDDD-9158-4C03-B7D9-AF43EB6F19D8}"/>
              </a:ext>
            </a:extLst>
          </p:cNvPr>
          <p:cNvSpPr>
            <a:spLocks xmlns:a="http://schemas.openxmlformats.org/drawingml/2006/main" noGrp="1"/>
          </p:cNvSpPr>
          <p:nvPr/>
        </p:nvSpPr>
        <p:spPr>
          <a:xfrm xmlns:a="http://schemas.openxmlformats.org/drawingml/2006/main">
            <a:off x="685800" y="1028700"/>
            <a:ext cx="6572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900" b="1">
                <a:solidFill>
                  <a:srgbClr val="FFFFFF"/>
                </a:solidFill>
                <a:latin typeface="Verdana"/>
                <a:ea typeface="Verdana"/>
                <a:cs typeface="Verdana"/>
              </a:defRPr>
            </a:defPPr>
            <a:lvl1pPr algn="l">
              <a:buNone/>
              <a:defRPr sz="3900" b="1">
                <a:solidFill>
                  <a:srgbClr val="FFFFFF"/>
                </a:solidFill>
                <a:latin typeface="Verdana"/>
                <a:ea typeface="Verdana"/>
                <a:cs typeface="Verdana"/>
              </a:defRPr>
            </a:lvl1pPr>
            <a:lvl2pPr algn="l">
              <a:buNone/>
              <a:defRPr sz="3900" b="1">
                <a:solidFill>
                  <a:srgbClr val="FFFFFF"/>
                </a:solidFill>
                <a:latin typeface="Verdana"/>
                <a:ea typeface="Verdana"/>
                <a:cs typeface="Verdana"/>
              </a:defRPr>
            </a:lvl2pPr>
            <a:lvl3pPr algn="l">
              <a:buNone/>
              <a:defRPr sz="3900" b="1">
                <a:solidFill>
                  <a:srgbClr val="FFFFFF"/>
                </a:solidFill>
                <a:latin typeface="Verdana"/>
                <a:ea typeface="Verdana"/>
                <a:cs typeface="Verdana"/>
              </a:defRPr>
            </a:lvl3pPr>
            <a:lvl4pPr algn="l">
              <a:buNone/>
              <a:defRPr sz="3900" b="1">
                <a:solidFill>
                  <a:srgbClr val="FFFFFF"/>
                </a:solidFill>
                <a:latin typeface="Verdana"/>
                <a:ea typeface="Verdana"/>
                <a:cs typeface="Verdana"/>
              </a:defRPr>
            </a:lvl4pPr>
            <a:lvl5pPr algn="l">
              <a:buNone/>
              <a:defRPr sz="3900" b="1">
                <a:solidFill>
                  <a:srgbClr val="FFFFFF"/>
                </a:solidFill>
                <a:latin typeface="Verdana"/>
                <a:ea typeface="Verdana"/>
                <a:cs typeface="Verdana"/>
              </a:defRPr>
            </a:lvl5pPr>
            <a:lvl6pPr algn="l">
              <a:buNone/>
              <a:defRPr sz="3900" b="1">
                <a:solidFill>
                  <a:srgbClr val="FFFFFF"/>
                </a:solidFill>
                <a:latin typeface="Verdana"/>
                <a:ea typeface="Verdana"/>
                <a:cs typeface="Verdana"/>
              </a:defRPr>
            </a:lvl6pPr>
            <a:lvl7pPr algn="l">
              <a:buNone/>
              <a:defRPr sz="3900" b="1">
                <a:solidFill>
                  <a:srgbClr val="FFFFFF"/>
                </a:solidFill>
                <a:latin typeface="Verdana"/>
                <a:ea typeface="Verdana"/>
                <a:cs typeface="Verdana"/>
              </a:defRPr>
            </a:lvl7pPr>
            <a:lvl8pPr algn="l">
              <a:buNone/>
              <a:defRPr sz="3900" b="1">
                <a:solidFill>
                  <a:srgbClr val="FFFFFF"/>
                </a:solidFill>
                <a:latin typeface="Verdana"/>
                <a:ea typeface="Verdana"/>
                <a:cs typeface="Verdana"/>
              </a:defRPr>
            </a:lvl8pPr>
            <a:lvl9pPr algn="l">
              <a:buNone/>
              <a:defRPr sz="3900" b="1">
                <a:solidFill>
                  <a:srgbClr val="FFFFFF"/>
                </a:solidFill>
                <a:latin typeface="Verdana"/>
                <a:ea typeface="Verdana"/>
                <a:cs typeface="Verdana"/>
              </a:defRPr>
            </a:lvl9pPr>
          </a:lstStyle>
          <a:p xmlns:a="http://schemas.openxmlformats.org/drawingml/2006/main">
            <a:pPr algn="l">
              <a:buNone/>
              <a:defRPr sz="3900" b="1">
                <a:solidFill>
                  <a:srgbClr val="FFFFFF"/>
                </a:solidFill>
                <a:latin typeface="Verdana"/>
                <a:ea typeface="Verdana"/>
                <a:cs typeface="Verdana"/>
              </a:defRPr>
            </a:pPr>
            <a:r>
              <a:rPr sz="3900" b="1">
                <a:solidFill>
                  <a:srgbClr val="FFFFFF"/>
                </a:solidFill>
                <a:latin typeface="Verdana"/>
                <a:ea typeface="Verdana"/>
                <a:cs typeface="Verdana"/>
              </a:rPr>
              <a:t>Make the book better</a:t>
            </a:r>
          </a:p>
        </p:txBody>
      </p:sp>
      <p:sp>
        <p:nvSpPr>
          <p:cNvPr id="5" name="book-offer-body">
            <a:extLst xmlns:a="http://schemas.openxmlformats.org/drawingml/2006/main">
              <a:ext uri="{FF2B5EF4-FFF2-40B4-BE49-F238E27FC236}">
                <a16:creationId xmlns:a16="http://schemas.microsoft.com/office/drawing/2014/main" id="{16723523-C21B-41FE-8E93-DFB948A59AEF}"/>
              </a:ext>
            </a:extLst>
          </p:cNvPr>
          <p:cNvSpPr>
            <a:spLocks xmlns:a="http://schemas.openxmlformats.org/drawingml/2006/main" noGrp="1"/>
          </p:cNvSpPr>
          <p:nvPr/>
        </p:nvSpPr>
        <p:spPr>
          <a:xfrm xmlns:a="http://schemas.openxmlformats.org/drawingml/2006/main">
            <a:off x="685800" y="2238375"/>
            <a:ext cx="6286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0">
                <a:solidFill>
                  <a:srgbClr val="D6DEEA"/>
                </a:solidFill>
                <a:latin typeface="Montserrat"/>
                <a:ea typeface="Montserrat"/>
                <a:cs typeface="Montserrat"/>
              </a:defRPr>
            </a:defPPr>
            <a:lvl1pPr algn="l">
              <a:buNone/>
              <a:defRPr sz="1950" b="0">
                <a:solidFill>
                  <a:srgbClr val="D6DEEA"/>
                </a:solidFill>
                <a:latin typeface="Montserrat"/>
                <a:ea typeface="Montserrat"/>
                <a:cs typeface="Montserrat"/>
              </a:defRPr>
            </a:lvl1pPr>
            <a:lvl2pPr algn="l">
              <a:buNone/>
              <a:defRPr sz="1950" b="0">
                <a:solidFill>
                  <a:srgbClr val="D6DEEA"/>
                </a:solidFill>
                <a:latin typeface="Montserrat"/>
                <a:ea typeface="Montserrat"/>
                <a:cs typeface="Montserrat"/>
              </a:defRPr>
            </a:lvl2pPr>
            <a:lvl3pPr algn="l">
              <a:buNone/>
              <a:defRPr sz="1950" b="0">
                <a:solidFill>
                  <a:srgbClr val="D6DEEA"/>
                </a:solidFill>
                <a:latin typeface="Montserrat"/>
                <a:ea typeface="Montserrat"/>
                <a:cs typeface="Montserrat"/>
              </a:defRPr>
            </a:lvl3pPr>
            <a:lvl4pPr algn="l">
              <a:buNone/>
              <a:defRPr sz="1950" b="0">
                <a:solidFill>
                  <a:srgbClr val="D6DEEA"/>
                </a:solidFill>
                <a:latin typeface="Montserrat"/>
                <a:ea typeface="Montserrat"/>
                <a:cs typeface="Montserrat"/>
              </a:defRPr>
            </a:lvl4pPr>
            <a:lvl5pPr algn="l">
              <a:buNone/>
              <a:defRPr sz="1950" b="0">
                <a:solidFill>
                  <a:srgbClr val="D6DEEA"/>
                </a:solidFill>
                <a:latin typeface="Montserrat"/>
                <a:ea typeface="Montserrat"/>
                <a:cs typeface="Montserrat"/>
              </a:defRPr>
            </a:lvl5pPr>
            <a:lvl6pPr algn="l">
              <a:buNone/>
              <a:defRPr sz="1950" b="0">
                <a:solidFill>
                  <a:srgbClr val="D6DEEA"/>
                </a:solidFill>
                <a:latin typeface="Montserrat"/>
                <a:ea typeface="Montserrat"/>
                <a:cs typeface="Montserrat"/>
              </a:defRPr>
            </a:lvl6pPr>
            <a:lvl7pPr algn="l">
              <a:buNone/>
              <a:defRPr sz="1950" b="0">
                <a:solidFill>
                  <a:srgbClr val="D6DEEA"/>
                </a:solidFill>
                <a:latin typeface="Montserrat"/>
                <a:ea typeface="Montserrat"/>
                <a:cs typeface="Montserrat"/>
              </a:defRPr>
            </a:lvl7pPr>
            <a:lvl8pPr algn="l">
              <a:buNone/>
              <a:defRPr sz="1950" b="0">
                <a:solidFill>
                  <a:srgbClr val="D6DEEA"/>
                </a:solidFill>
                <a:latin typeface="Montserrat"/>
                <a:ea typeface="Montserrat"/>
                <a:cs typeface="Montserrat"/>
              </a:defRPr>
            </a:lvl8pPr>
            <a:lvl9pPr algn="l">
              <a:buNone/>
              <a:defRPr sz="1950" b="0">
                <a:solidFill>
                  <a:srgbClr val="D6DEEA"/>
                </a:solidFill>
                <a:latin typeface="Montserrat"/>
                <a:ea typeface="Montserrat"/>
                <a:cs typeface="Montserrat"/>
              </a:defRPr>
            </a:lvl9pPr>
          </a:lstStyle>
          <a:p xmlns:a="http://schemas.openxmlformats.org/drawingml/2006/main">
            <a:pPr algn="l">
              <a:buNone/>
              <a:defRPr sz="1950" b="0">
                <a:solidFill>
                  <a:srgbClr val="D6DEEA"/>
                </a:solidFill>
                <a:latin typeface="Montserrat"/>
                <a:ea typeface="Montserrat"/>
                <a:cs typeface="Montserrat"/>
              </a:defRPr>
            </a:pPr>
            <a:r>
              <a:rPr sz="1950" b="0">
                <a:solidFill>
                  <a:srgbClr val="D6DEEA"/>
                </a:solidFill>
                <a:latin typeface="Montserrat"/>
                <a:ea typeface="Montserrat"/>
                <a:cs typeface="Montserrat"/>
              </a:rPr>
              <a:t>Take an advance copy of Software Development for Non-Programmers.</a:t>
            </a:r>
          </a:p>
        </p:txBody>
      </p:sp>
      <p:sp>
        <p:nvSpPr>
          <p:cNvPr id="6" name="book-offer-review">
            <a:extLst xmlns:a="http://schemas.openxmlformats.org/drawingml/2006/main">
              <a:ext uri="{FF2B5EF4-FFF2-40B4-BE49-F238E27FC236}">
                <a16:creationId xmlns:a16="http://schemas.microsoft.com/office/drawing/2014/main" id="{87BCF9A5-172E-4A6A-9325-55E80651CEA0}"/>
              </a:ext>
            </a:extLst>
          </p:cNvPr>
          <p:cNvSpPr>
            <a:spLocks xmlns:a="http://schemas.openxmlformats.org/drawingml/2006/main" noGrp="1"/>
          </p:cNvSpPr>
          <p:nvPr/>
        </p:nvSpPr>
        <p:spPr>
          <a:xfrm xmlns:a="http://schemas.openxmlformats.org/drawingml/2006/main">
            <a:off x="685800" y="3371850"/>
            <a:ext cx="628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a:solidFill>
                  <a:srgbClr val="EF8B39"/>
                </a:solidFill>
                <a:latin typeface="Montserrat"/>
                <a:ea typeface="Montserrat"/>
                <a:cs typeface="Montserrat"/>
              </a:defRPr>
            </a:defPPr>
            <a:lvl1pPr algn="l">
              <a:buNone/>
              <a:defRPr sz="2025" b="1">
                <a:solidFill>
                  <a:srgbClr val="EF8B39"/>
                </a:solidFill>
                <a:latin typeface="Montserrat"/>
                <a:ea typeface="Montserrat"/>
                <a:cs typeface="Montserrat"/>
              </a:defRPr>
            </a:lvl1pPr>
            <a:lvl2pPr algn="l">
              <a:buNone/>
              <a:defRPr sz="2025" b="1">
                <a:solidFill>
                  <a:srgbClr val="EF8B39"/>
                </a:solidFill>
                <a:latin typeface="Montserrat"/>
                <a:ea typeface="Montserrat"/>
                <a:cs typeface="Montserrat"/>
              </a:defRPr>
            </a:lvl2pPr>
            <a:lvl3pPr algn="l">
              <a:buNone/>
              <a:defRPr sz="2025" b="1">
                <a:solidFill>
                  <a:srgbClr val="EF8B39"/>
                </a:solidFill>
                <a:latin typeface="Montserrat"/>
                <a:ea typeface="Montserrat"/>
                <a:cs typeface="Montserrat"/>
              </a:defRPr>
            </a:lvl3pPr>
            <a:lvl4pPr algn="l">
              <a:buNone/>
              <a:defRPr sz="2025" b="1">
                <a:solidFill>
                  <a:srgbClr val="EF8B39"/>
                </a:solidFill>
                <a:latin typeface="Montserrat"/>
                <a:ea typeface="Montserrat"/>
                <a:cs typeface="Montserrat"/>
              </a:defRPr>
            </a:lvl4pPr>
            <a:lvl5pPr algn="l">
              <a:buNone/>
              <a:defRPr sz="2025" b="1">
                <a:solidFill>
                  <a:srgbClr val="EF8B39"/>
                </a:solidFill>
                <a:latin typeface="Montserrat"/>
                <a:ea typeface="Montserrat"/>
                <a:cs typeface="Montserrat"/>
              </a:defRPr>
            </a:lvl5pPr>
            <a:lvl6pPr algn="l">
              <a:buNone/>
              <a:defRPr sz="2025" b="1">
                <a:solidFill>
                  <a:srgbClr val="EF8B39"/>
                </a:solidFill>
                <a:latin typeface="Montserrat"/>
                <a:ea typeface="Montserrat"/>
                <a:cs typeface="Montserrat"/>
              </a:defRPr>
            </a:lvl6pPr>
            <a:lvl7pPr algn="l">
              <a:buNone/>
              <a:defRPr sz="2025" b="1">
                <a:solidFill>
                  <a:srgbClr val="EF8B39"/>
                </a:solidFill>
                <a:latin typeface="Montserrat"/>
                <a:ea typeface="Montserrat"/>
                <a:cs typeface="Montserrat"/>
              </a:defRPr>
            </a:lvl7pPr>
            <a:lvl8pPr algn="l">
              <a:buNone/>
              <a:defRPr sz="2025" b="1">
                <a:solidFill>
                  <a:srgbClr val="EF8B39"/>
                </a:solidFill>
                <a:latin typeface="Montserrat"/>
                <a:ea typeface="Montserrat"/>
                <a:cs typeface="Montserrat"/>
              </a:defRPr>
            </a:lvl8pPr>
            <a:lvl9pPr algn="l">
              <a:buNone/>
              <a:defRPr sz="2025" b="1">
                <a:solidFill>
                  <a:srgbClr val="EF8B39"/>
                </a:solidFill>
                <a:latin typeface="Montserrat"/>
                <a:ea typeface="Montserrat"/>
                <a:cs typeface="Montserrat"/>
              </a:defRPr>
            </a:lvl9pPr>
          </a:lstStyle>
          <a:p xmlns:a="http://schemas.openxmlformats.org/drawingml/2006/main">
            <a:pPr algn="l">
              <a:buNone/>
              <a:defRPr sz="2025" b="1">
                <a:solidFill>
                  <a:srgbClr val="EF8B39"/>
                </a:solidFill>
                <a:latin typeface="Montserrat"/>
                <a:ea typeface="Montserrat"/>
                <a:cs typeface="Montserrat"/>
              </a:defRPr>
            </a:pPr>
            <a:r>
              <a:rPr sz="2025" b="1">
                <a:solidFill>
                  <a:srgbClr val="EF8B39"/>
                </a:solidFill>
                <a:latin typeface="Montserrat"/>
                <a:ea typeface="Montserrat"/>
                <a:cs typeface="Montserrat"/>
              </a:rPr>
              <a:t>Read it. Mark it up. Tell me where I lost you.</a:t>
            </a:r>
          </a:p>
        </p:txBody>
      </p:sp>
      <p:sp>
        <p:nvSpPr>
          <p:cNvPr id="7" name="book-offer-integrity">
            <a:extLst xmlns:a="http://schemas.openxmlformats.org/drawingml/2006/main">
              <a:ext uri="{FF2B5EF4-FFF2-40B4-BE49-F238E27FC236}">
                <a16:creationId xmlns:a16="http://schemas.microsoft.com/office/drawing/2014/main" id="{02C532A9-F120-40B4-A3F9-C542966A27FB}"/>
              </a:ext>
            </a:extLst>
          </p:cNvPr>
          <p:cNvSpPr>
            <a:spLocks xmlns:a="http://schemas.openxmlformats.org/drawingml/2006/main" noGrp="1"/>
          </p:cNvSpPr>
          <p:nvPr/>
        </p:nvSpPr>
        <p:spPr>
          <a:xfrm xmlns:a="http://schemas.openxmlformats.org/drawingml/2006/main">
            <a:off x="685800" y="4010025"/>
            <a:ext cx="628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a:solidFill>
                  <a:srgbClr val="B9C3D1"/>
                </a:solidFill>
                <a:latin typeface="Montserrat"/>
                <a:ea typeface="Montserrat"/>
                <a:cs typeface="Montserrat"/>
              </a:defRPr>
            </a:defPPr>
            <a:lvl1pPr algn="l">
              <a:buNone/>
              <a:defRPr sz="1425" b="0">
                <a:solidFill>
                  <a:srgbClr val="B9C3D1"/>
                </a:solidFill>
                <a:latin typeface="Montserrat"/>
                <a:ea typeface="Montserrat"/>
                <a:cs typeface="Montserrat"/>
              </a:defRPr>
            </a:lvl1pPr>
            <a:lvl2pPr algn="l">
              <a:buNone/>
              <a:defRPr sz="1425" b="0">
                <a:solidFill>
                  <a:srgbClr val="B9C3D1"/>
                </a:solidFill>
                <a:latin typeface="Montserrat"/>
                <a:ea typeface="Montserrat"/>
                <a:cs typeface="Montserrat"/>
              </a:defRPr>
            </a:lvl2pPr>
            <a:lvl3pPr algn="l">
              <a:buNone/>
              <a:defRPr sz="1425" b="0">
                <a:solidFill>
                  <a:srgbClr val="B9C3D1"/>
                </a:solidFill>
                <a:latin typeface="Montserrat"/>
                <a:ea typeface="Montserrat"/>
                <a:cs typeface="Montserrat"/>
              </a:defRPr>
            </a:lvl3pPr>
            <a:lvl4pPr algn="l">
              <a:buNone/>
              <a:defRPr sz="1425" b="0">
                <a:solidFill>
                  <a:srgbClr val="B9C3D1"/>
                </a:solidFill>
                <a:latin typeface="Montserrat"/>
                <a:ea typeface="Montserrat"/>
                <a:cs typeface="Montserrat"/>
              </a:defRPr>
            </a:lvl4pPr>
            <a:lvl5pPr algn="l">
              <a:buNone/>
              <a:defRPr sz="1425" b="0">
                <a:solidFill>
                  <a:srgbClr val="B9C3D1"/>
                </a:solidFill>
                <a:latin typeface="Montserrat"/>
                <a:ea typeface="Montserrat"/>
                <a:cs typeface="Montserrat"/>
              </a:defRPr>
            </a:lvl5pPr>
            <a:lvl6pPr algn="l">
              <a:buNone/>
              <a:defRPr sz="1425" b="0">
                <a:solidFill>
                  <a:srgbClr val="B9C3D1"/>
                </a:solidFill>
                <a:latin typeface="Montserrat"/>
                <a:ea typeface="Montserrat"/>
                <a:cs typeface="Montserrat"/>
              </a:defRPr>
            </a:lvl6pPr>
            <a:lvl7pPr algn="l">
              <a:buNone/>
              <a:defRPr sz="1425" b="0">
                <a:solidFill>
                  <a:srgbClr val="B9C3D1"/>
                </a:solidFill>
                <a:latin typeface="Montserrat"/>
                <a:ea typeface="Montserrat"/>
                <a:cs typeface="Montserrat"/>
              </a:defRPr>
            </a:lvl7pPr>
            <a:lvl8pPr algn="l">
              <a:buNone/>
              <a:defRPr sz="1425" b="0">
                <a:solidFill>
                  <a:srgbClr val="B9C3D1"/>
                </a:solidFill>
                <a:latin typeface="Montserrat"/>
                <a:ea typeface="Montserrat"/>
                <a:cs typeface="Montserrat"/>
              </a:defRPr>
            </a:lvl8pPr>
            <a:lvl9pPr algn="l">
              <a:buNone/>
              <a:defRPr sz="1425" b="0">
                <a:solidFill>
                  <a:srgbClr val="B9C3D1"/>
                </a:solidFill>
                <a:latin typeface="Montserrat"/>
                <a:ea typeface="Montserrat"/>
                <a:cs typeface="Montserrat"/>
              </a:defRPr>
            </a:lvl9pPr>
          </a:lstStyle>
          <a:p xmlns:a="http://schemas.openxmlformats.org/drawingml/2006/main">
            <a:pPr algn="l">
              <a:buNone/>
              <a:defRPr sz="1425" b="0">
                <a:solidFill>
                  <a:srgbClr val="B9C3D1"/>
                </a:solidFill>
                <a:latin typeface="Montserrat"/>
                <a:ea typeface="Montserrat"/>
                <a:cs typeface="Montserrat"/>
              </a:defRPr>
            </a:pPr>
            <a:r>
              <a:rPr sz="1425" b="0">
                <a:solidFill>
                  <a:srgbClr val="B9C3D1"/>
                </a:solidFill>
                <a:latin typeface="Montserrat"/>
                <a:ea typeface="Montserrat"/>
                <a:cs typeface="Montserrat"/>
              </a:rPr>
              <a:t>A useful review beats a polite one. Positive, critical, and mixed reviews are welcome.</a:t>
            </a:r>
          </a:p>
        </p:txBody>
      </p:sp>
      <p:sp>
        <p:nvSpPr>
          <p:cNvPr id="8" name="book-offer-cta">
            <a:extLst xmlns:a="http://schemas.openxmlformats.org/drawingml/2006/main">
              <a:ext uri="{FF2B5EF4-FFF2-40B4-BE49-F238E27FC236}">
                <a16:creationId xmlns:a16="http://schemas.microsoft.com/office/drawing/2014/main" id="{E01F0FEB-5AF7-48FE-9FC3-081B25623479}"/>
              </a:ext>
            </a:extLst>
          </p:cNvPr>
          <p:cNvSpPr>
            <a:spLocks xmlns:a="http://schemas.openxmlformats.org/drawingml/2006/main" noGrp="1"/>
          </p:cNvSpPr>
          <p:nvPr/>
        </p:nvSpPr>
        <p:spPr>
          <a:xfrm xmlns:a="http://schemas.openxmlformats.org/drawingml/2006/main">
            <a:off x="685800" y="5000625"/>
            <a:ext cx="628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FFFFFF"/>
                </a:solidFill>
                <a:latin typeface="Montserrat"/>
                <a:ea typeface="Montserrat"/>
                <a:cs typeface="Montserrat"/>
              </a:defRPr>
            </a:defPPr>
            <a:lvl1pPr algn="l">
              <a:buNone/>
              <a:defRPr sz="1950" b="1">
                <a:solidFill>
                  <a:srgbClr val="FFFFFF"/>
                </a:solidFill>
                <a:latin typeface="Montserrat"/>
                <a:ea typeface="Montserrat"/>
                <a:cs typeface="Montserrat"/>
              </a:defRPr>
            </a:lvl1pPr>
            <a:lvl2pPr algn="l">
              <a:buNone/>
              <a:defRPr sz="1950" b="1">
                <a:solidFill>
                  <a:srgbClr val="FFFFFF"/>
                </a:solidFill>
                <a:latin typeface="Montserrat"/>
                <a:ea typeface="Montserrat"/>
                <a:cs typeface="Montserrat"/>
              </a:defRPr>
            </a:lvl2pPr>
            <a:lvl3pPr algn="l">
              <a:buNone/>
              <a:defRPr sz="1950" b="1">
                <a:solidFill>
                  <a:srgbClr val="FFFFFF"/>
                </a:solidFill>
                <a:latin typeface="Montserrat"/>
                <a:ea typeface="Montserrat"/>
                <a:cs typeface="Montserrat"/>
              </a:defRPr>
            </a:lvl3pPr>
            <a:lvl4pPr algn="l">
              <a:buNone/>
              <a:defRPr sz="1950" b="1">
                <a:solidFill>
                  <a:srgbClr val="FFFFFF"/>
                </a:solidFill>
                <a:latin typeface="Montserrat"/>
                <a:ea typeface="Montserrat"/>
                <a:cs typeface="Montserrat"/>
              </a:defRPr>
            </a:lvl4pPr>
            <a:lvl5pPr algn="l">
              <a:buNone/>
              <a:defRPr sz="1950" b="1">
                <a:solidFill>
                  <a:srgbClr val="FFFFFF"/>
                </a:solidFill>
                <a:latin typeface="Montserrat"/>
                <a:ea typeface="Montserrat"/>
                <a:cs typeface="Montserrat"/>
              </a:defRPr>
            </a:lvl5pPr>
            <a:lvl6pPr algn="l">
              <a:buNone/>
              <a:defRPr sz="1950" b="1">
                <a:solidFill>
                  <a:srgbClr val="FFFFFF"/>
                </a:solidFill>
                <a:latin typeface="Montserrat"/>
                <a:ea typeface="Montserrat"/>
                <a:cs typeface="Montserrat"/>
              </a:defRPr>
            </a:lvl6pPr>
            <a:lvl7pPr algn="l">
              <a:buNone/>
              <a:defRPr sz="1950" b="1">
                <a:solidFill>
                  <a:srgbClr val="FFFFFF"/>
                </a:solidFill>
                <a:latin typeface="Montserrat"/>
                <a:ea typeface="Montserrat"/>
                <a:cs typeface="Montserrat"/>
              </a:defRPr>
            </a:lvl7pPr>
            <a:lvl8pPr algn="l">
              <a:buNone/>
              <a:defRPr sz="1950" b="1">
                <a:solidFill>
                  <a:srgbClr val="FFFFFF"/>
                </a:solidFill>
                <a:latin typeface="Montserrat"/>
                <a:ea typeface="Montserrat"/>
                <a:cs typeface="Montserrat"/>
              </a:defRPr>
            </a:lvl8pPr>
            <a:lvl9pPr algn="l">
              <a:buNone/>
              <a:defRPr sz="1950" b="1">
                <a:solidFill>
                  <a:srgbClr val="FFFFFF"/>
                </a:solidFill>
                <a:latin typeface="Montserrat"/>
                <a:ea typeface="Montserrat"/>
                <a:cs typeface="Montserrat"/>
              </a:defRPr>
            </a:lvl9pPr>
          </a:lstStyle>
          <a:p xmlns:a="http://schemas.openxmlformats.org/drawingml/2006/main">
            <a:pPr algn="l">
              <a:buNone/>
              <a:defRPr sz="1950" b="1">
                <a:solidFill>
                  <a:srgbClr val="FFFFFF"/>
                </a:solidFill>
                <a:latin typeface="Montserrat"/>
                <a:ea typeface="Montserrat"/>
                <a:cs typeface="Montserrat"/>
              </a:defRPr>
            </a:pPr>
            <a:r>
              <a:rPr sz="1950" b="1">
                <a:solidFill>
                  <a:srgbClr val="FFFFFF"/>
                </a:solidFill>
                <a:latin typeface="Montserrat"/>
                <a:ea typeface="Montserrat"/>
                <a:cs typeface="Montserrat"/>
              </a:rPr>
              <a:t>Ask me for the advance copy.</a:t>
            </a:r>
          </a:p>
        </p:txBody>
      </p:sp>
      <p:pic>
        <p:nvPicPr>
          <p:cNvPr id="9" name="">
            <a:extLst xmlns:a="http://schemas.openxmlformats.org/drawingml/2006/main">
              <a:ext uri="{FF2B5EF4-FFF2-40B4-BE49-F238E27FC236}">
                <a16:creationId xmlns:a16="http://schemas.microsoft.com/office/drawing/2014/main" id="{B168E24B-7536-41F8-A8C3-916880E6A95F}"/>
              </a:ext>
            </a:extLst>
          </p:cNvPr>
          <p:cNvPicPr>
            <a:picLocks xmlns:a="http://schemas.openxmlformats.org/drawingml/2006/main" noChangeAspect="1"/>
          </p:cNvPicPr>
          <p:nvPr/>
        </p:nvPicPr>
        <p:blipFill>
          <a:blip xmlns:r="http://schemas.openxmlformats.org/officeDocument/2006/relationships" xmlns:a="http://schemas.openxmlformats.org/drawingml/2006/main" r:embed="Rea18ad79b9a74011"/>
          <a:stretch xmlns:a="http://schemas.openxmlformats.org/drawingml/2006/main"/>
        </p:blipFill>
        <p:spPr>
          <a:xfrm xmlns:a="http://schemas.openxmlformats.org/drawingml/2006/main">
            <a:off x="685800" y="6117227"/>
            <a:ext cx="2857500" cy="309972"/>
          </a:xfrm>
          <a:prstGeom xmlns:a="http://schemas.openxmlformats.org/drawingml/2006/main" prst="rect">
            <a:avLst/>
          </a:prstGeom>
        </p:spPr>
      </p:pic>
      <p:sp>
        <p:nvSpPr>
          <p:cNvPr id="10" name="book-slide-number">
            <a:extLst xmlns:a="http://schemas.openxmlformats.org/drawingml/2006/main">
              <a:ext uri="{FF2B5EF4-FFF2-40B4-BE49-F238E27FC236}">
                <a16:creationId xmlns:a16="http://schemas.microsoft.com/office/drawing/2014/main" id="{0943D4CB-F8F1-489F-8206-48765A505139}"/>
              </a:ext>
            </a:extLst>
          </p:cNvPr>
          <p:cNvSpPr>
            <a:spLocks xmlns:a="http://schemas.openxmlformats.org/drawingml/2006/main" noGrp="1"/>
          </p:cNvSpPr>
          <p:nvPr/>
        </p:nvSpPr>
        <p:spPr>
          <a:xfrm xmlns:a="http://schemas.openxmlformats.org/drawingml/2006/main">
            <a:off x="10858500" y="638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00" b="0">
                <a:solidFill>
                  <a:srgbClr val="7B8594"/>
                </a:solidFill>
                <a:latin typeface="Courier New"/>
                <a:ea typeface="Courier New"/>
                <a:cs typeface="Courier New"/>
              </a:defRPr>
            </a:defPPr>
            <a:lvl1pPr algn="l">
              <a:buNone/>
              <a:defRPr sz="900" b="0">
                <a:solidFill>
                  <a:srgbClr val="7B8594"/>
                </a:solidFill>
                <a:latin typeface="Courier New"/>
                <a:ea typeface="Courier New"/>
                <a:cs typeface="Courier New"/>
              </a:defRPr>
            </a:lvl1pPr>
            <a:lvl2pPr algn="l">
              <a:buNone/>
              <a:defRPr sz="900" b="0">
                <a:solidFill>
                  <a:srgbClr val="7B8594"/>
                </a:solidFill>
                <a:latin typeface="Courier New"/>
                <a:ea typeface="Courier New"/>
                <a:cs typeface="Courier New"/>
              </a:defRPr>
            </a:lvl2pPr>
            <a:lvl3pPr algn="l">
              <a:buNone/>
              <a:defRPr sz="900" b="0">
                <a:solidFill>
                  <a:srgbClr val="7B8594"/>
                </a:solidFill>
                <a:latin typeface="Courier New"/>
                <a:ea typeface="Courier New"/>
                <a:cs typeface="Courier New"/>
              </a:defRPr>
            </a:lvl3pPr>
            <a:lvl4pPr algn="l">
              <a:buNone/>
              <a:defRPr sz="900" b="0">
                <a:solidFill>
                  <a:srgbClr val="7B8594"/>
                </a:solidFill>
                <a:latin typeface="Courier New"/>
                <a:ea typeface="Courier New"/>
                <a:cs typeface="Courier New"/>
              </a:defRPr>
            </a:lvl4pPr>
            <a:lvl5pPr algn="l">
              <a:buNone/>
              <a:defRPr sz="900" b="0">
                <a:solidFill>
                  <a:srgbClr val="7B8594"/>
                </a:solidFill>
                <a:latin typeface="Courier New"/>
                <a:ea typeface="Courier New"/>
                <a:cs typeface="Courier New"/>
              </a:defRPr>
            </a:lvl5pPr>
            <a:lvl6pPr algn="l">
              <a:buNone/>
              <a:defRPr sz="900" b="0">
                <a:solidFill>
                  <a:srgbClr val="7B8594"/>
                </a:solidFill>
                <a:latin typeface="Courier New"/>
                <a:ea typeface="Courier New"/>
                <a:cs typeface="Courier New"/>
              </a:defRPr>
            </a:lvl6pPr>
            <a:lvl7pPr algn="l">
              <a:buNone/>
              <a:defRPr sz="900" b="0">
                <a:solidFill>
                  <a:srgbClr val="7B8594"/>
                </a:solidFill>
                <a:latin typeface="Courier New"/>
                <a:ea typeface="Courier New"/>
                <a:cs typeface="Courier New"/>
              </a:defRPr>
            </a:lvl7pPr>
            <a:lvl8pPr algn="l">
              <a:buNone/>
              <a:defRPr sz="900" b="0">
                <a:solidFill>
                  <a:srgbClr val="7B8594"/>
                </a:solidFill>
                <a:latin typeface="Courier New"/>
                <a:ea typeface="Courier New"/>
                <a:cs typeface="Courier New"/>
              </a:defRPr>
            </a:lvl8pPr>
            <a:lvl9pPr algn="l">
              <a:buNone/>
              <a:defRPr sz="900" b="0">
                <a:solidFill>
                  <a:srgbClr val="7B8594"/>
                </a:solidFill>
                <a:latin typeface="Courier New"/>
                <a:ea typeface="Courier New"/>
                <a:cs typeface="Courier New"/>
              </a:defRPr>
            </a:lvl9pPr>
          </a:lstStyle>
          <a:p xmlns:a="http://schemas.openxmlformats.org/drawingml/2006/main">
            <a:pPr algn="l">
              <a:buNone/>
              <a:defRPr sz="900" b="0">
                <a:solidFill>
                  <a:srgbClr val="7B8594"/>
                </a:solidFill>
                <a:latin typeface="Courier New"/>
                <a:ea typeface="Courier New"/>
                <a:cs typeface="Courier New"/>
              </a:defRPr>
            </a:pPr>
            <a:r>
              <a:rPr sz="900" b="0">
                <a:solidFill>
                  <a:srgbClr val="7B8594"/>
                </a:solidFill>
                <a:latin typeface="Courier New"/>
                <a:ea typeface="Courier New"/>
                <a:cs typeface="Courier New"/>
              </a:rPr>
              <a:t>62 / 63</a:t>
            </a:r>
          </a:p>
        </p:txBody>
      </p:sp>
    </p:spTree>
    <p:extLst>
      <p:ext uri="{BB962C8B-B14F-4D97-AF65-F5344CB8AC3E}">
        <p14:creationId xmlns:p14="http://schemas.microsoft.com/office/powerpoint/2010/main" val="159861291"/>
      </p:ext>
    </p:extLst>
  </p:cSld>
</p:sld>
</file>

<file path=ppt/slides/slide63.xml><?xml version="1.0" encoding="utf-8"?>
<p:sld xmlns:p="http://schemas.openxmlformats.org/presentationml/2006/main">
  <p:cSld>
    <p:bg>
      <p:bgPr>
        <a:blipFill xmlns:a="http://schemas.openxmlformats.org/drawingml/2006/main" rotWithShape="1">
          <a:blip xmlns:r="http://schemas.openxmlformats.org/officeDocument/2006/relationships" r:embed="R57d63852e1594fc7">
            <a:lum/>
          </a:blip>
          <a:srcRect l="0" t="0" r="0" b="0"/>
          <a:stretch>
            <a:fillRect l="0" t="0" r="0" b="0"/>
          </a:stretch>
        </a:blip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D7086582-AB85-49C4-923B-A5D7A4FFC60D}"/>
              </a:ext>
            </a:extLst>
          </p:cNvPr>
          <p:cNvPicPr>
            <a:picLocks xmlns:a="http://schemas.openxmlformats.org/drawingml/2006/main" noChangeAspect="1"/>
          </p:cNvPicPr>
          <p:nvPr/>
        </p:nvPicPr>
        <p:blipFill>
          <a:blip xmlns:r="http://schemas.openxmlformats.org/officeDocument/2006/relationships" xmlns:a="http://schemas.openxmlformats.org/drawingml/2006/main" r:embed="R33fc0ca4e6e04d9f"/>
          <a:stretch xmlns:a="http://schemas.openxmlformats.org/drawingml/2006/main">
            <a:fillRect l="0" t="0" r="0" b="0"/>
          </a:stretch>
        </p:blipFill>
        <p:spPr>
          <a:xfrm xmlns:a="http://schemas.openxmlformats.org/drawingml/2006/main">
            <a:off x="640080" y="6355080"/>
            <a:ext cx="1426464" cy="18288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66341CE9-FB6A-4B74-939E-E5CA4654B3E1}"/>
              </a:ext>
            </a:extLst>
          </p:cNvPr>
          <p:cNvSpPr>
            <a:spLocks xmlns:a="http://schemas.openxmlformats.org/drawingml/2006/main" noGrp="1"/>
          </p:cNvSpPr>
          <p:nvPr/>
        </p:nvSpPr>
        <p:spPr>
          <a:xfrm xmlns:a="http://schemas.openxmlformats.org/drawingml/2006/main">
            <a:off x="10268712" y="6309360"/>
            <a:ext cx="12801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64748B"/>
                </a:solidFill>
                <a:latin typeface="Courier New"/>
                <a:ea typeface="Courier New"/>
                <a:cs typeface="Courier New"/>
              </a:defRPr>
            </a:defPPr>
            <a:lvl1pPr algn="r">
              <a:buNone/>
              <a:defRPr sz="900">
                <a:solidFill>
                  <a:srgbClr val="64748B"/>
                </a:solidFill>
                <a:latin typeface="Courier New"/>
                <a:ea typeface="Courier New"/>
                <a:cs typeface="Courier New"/>
              </a:defRPr>
            </a:lvl1pPr>
            <a:lvl2pPr algn="r">
              <a:buNone/>
              <a:defRPr sz="900">
                <a:solidFill>
                  <a:srgbClr val="64748B"/>
                </a:solidFill>
                <a:latin typeface="Courier New"/>
                <a:ea typeface="Courier New"/>
                <a:cs typeface="Courier New"/>
              </a:defRPr>
            </a:lvl2pPr>
            <a:lvl3pPr algn="r">
              <a:buNone/>
              <a:defRPr sz="900">
                <a:solidFill>
                  <a:srgbClr val="64748B"/>
                </a:solidFill>
                <a:latin typeface="Courier New"/>
                <a:ea typeface="Courier New"/>
                <a:cs typeface="Courier New"/>
              </a:defRPr>
            </a:lvl3pPr>
            <a:lvl4pPr algn="r">
              <a:buNone/>
              <a:defRPr sz="900">
                <a:solidFill>
                  <a:srgbClr val="64748B"/>
                </a:solidFill>
                <a:latin typeface="Courier New"/>
                <a:ea typeface="Courier New"/>
                <a:cs typeface="Courier New"/>
              </a:defRPr>
            </a:lvl4pPr>
            <a:lvl5pPr algn="r">
              <a:buNone/>
              <a:defRPr sz="900">
                <a:solidFill>
                  <a:srgbClr val="64748B"/>
                </a:solidFill>
                <a:latin typeface="Courier New"/>
                <a:ea typeface="Courier New"/>
                <a:cs typeface="Courier New"/>
              </a:defRPr>
            </a:lvl5pPr>
            <a:lvl6pPr algn="r">
              <a:buNone/>
              <a:defRPr sz="900">
                <a:solidFill>
                  <a:srgbClr val="64748B"/>
                </a:solidFill>
                <a:latin typeface="Courier New"/>
                <a:ea typeface="Courier New"/>
                <a:cs typeface="Courier New"/>
              </a:defRPr>
            </a:lvl6pPr>
            <a:lvl7pPr algn="r">
              <a:buNone/>
              <a:defRPr sz="900">
                <a:solidFill>
                  <a:srgbClr val="64748B"/>
                </a:solidFill>
                <a:latin typeface="Courier New"/>
                <a:ea typeface="Courier New"/>
                <a:cs typeface="Courier New"/>
              </a:defRPr>
            </a:lvl7pPr>
            <a:lvl8pPr algn="r">
              <a:buNone/>
              <a:defRPr sz="900">
                <a:solidFill>
                  <a:srgbClr val="64748B"/>
                </a:solidFill>
                <a:latin typeface="Courier New"/>
                <a:ea typeface="Courier New"/>
                <a:cs typeface="Courier New"/>
              </a:defRPr>
            </a:lvl8pPr>
            <a:lvl9pPr algn="r">
              <a:buNone/>
              <a:defRPr sz="900">
                <a:solidFill>
                  <a:srgbClr val="64748B"/>
                </a:solidFill>
                <a:latin typeface="Courier New"/>
                <a:ea typeface="Courier New"/>
                <a:cs typeface="Courier New"/>
              </a:defRPr>
            </a:lvl9pPr>
          </a:lstStyle>
          <a:p xmlns:a="http://schemas.openxmlformats.org/drawingml/2006/main">
            <a:pPr marL="0" indent="0" algn="r">
              <a:buNone/>
              <a:defRPr sz="900">
                <a:solidFill>
                  <a:srgbClr val="64748B"/>
                </a:solidFill>
                <a:latin typeface="Courier New"/>
                <a:ea typeface="Courier New"/>
                <a:cs typeface="Courier New"/>
              </a:defRPr>
            </a:pPr>
            <a:r>
              <a:rPr sz="900">
                <a:solidFill>
                  <a:srgbClr val="64748B"/>
                </a:solidFill>
                <a:latin typeface="Courier New"/>
                <a:ea typeface="Courier New"/>
                <a:cs typeface="Courier New"/>
              </a:rPr>
              <a:t>63 / 63</a:t>
            </a:r>
            <a:endParaRPr sz="900"/>
          </a:p>
        </p:txBody>
      </p:sp>
      <p:pic>
        <p:nvPicPr>
          <p:cNvPr id="5" name="Image 1">
            <a:extLst xmlns:a="http://schemas.openxmlformats.org/drawingml/2006/main">
              <a:ext uri="{FF2B5EF4-FFF2-40B4-BE49-F238E27FC236}">
                <a16:creationId xmlns:a16="http://schemas.microsoft.com/office/drawing/2014/main" id="{84527A63-3D47-4307-B7EE-0B216693CCFA}"/>
              </a:ext>
            </a:extLst>
          </p:cNvPr>
          <p:cNvPicPr>
            <a:picLocks xmlns:a="http://schemas.openxmlformats.org/drawingml/2006/main" noChangeAspect="1"/>
          </p:cNvPicPr>
          <p:nvPr/>
        </p:nvPicPr>
        <p:blipFill>
          <a:blip xmlns:r="http://schemas.openxmlformats.org/officeDocument/2006/relationships" xmlns:a="http://schemas.openxmlformats.org/drawingml/2006/main" r:embed="Rc9dee2e3a2b24311"/>
          <a:srcRect xmlns:a="http://schemas.openxmlformats.org/drawingml/2006/main" l="0" t="0" r="0" b="0"/>
          <a:stretch xmlns:a="http://schemas.openxmlformats.org/drawingml/2006/main"/>
        </p:blipFill>
        <p:spPr>
          <a:xfrm xmlns:a="http://schemas.openxmlformats.org/drawingml/2006/main">
            <a:off x="6309360" y="0"/>
            <a:ext cx="5879592" cy="6858000"/>
          </a:xfrm>
          <a:prstGeom xmlns:a="http://schemas.openxmlformats.org/drawingml/2006/main" prst="rect">
            <a:avLst/>
          </a:prstGeom>
        </p:spPr>
      </p:pic>
      <p:sp>
        <p:nvSpPr>
          <p:cNvPr id="6" name="Shape 1">
            <a:extLst xmlns:a="http://schemas.openxmlformats.org/drawingml/2006/main">
              <a:ext uri="{FF2B5EF4-FFF2-40B4-BE49-F238E27FC236}">
                <a16:creationId xmlns:a16="http://schemas.microsoft.com/office/drawing/2014/main" id="{51DE587B-5117-456C-9F5C-A44E79835592}"/>
              </a:ext>
            </a:extLst>
          </p:cNvPr>
          <p:cNvSpPr>
            <a:spLocks xmlns:a="http://schemas.openxmlformats.org/drawingml/2006/main" noGrp="1"/>
          </p:cNvSpPr>
          <p:nvPr/>
        </p:nvSpPr>
        <p:spPr>
          <a:xfrm xmlns:a="http://schemas.openxmlformats.org/drawingml/2006/main">
            <a:off x="6309360" y="0"/>
            <a:ext cx="5879592" cy="6858000"/>
          </a:xfrm>
          <a:prstGeom xmlns:a="http://schemas.openxmlformats.org/drawingml/2006/main" prst="rect">
            <a:avLst/>
          </a:prstGeom>
          <a:solidFill xmlns:a="http://schemas.openxmlformats.org/drawingml/2006/main">
            <a:srgbClr val="0D1219">
              <a:alpha val="65000"/>
            </a:srgbClr>
          </a:solidFill>
          <a:ln xmlns:a="http://schemas.openxmlformats.org/drawingml/2006/main" w="12700">
            <a:solidFill>
              <a:srgbClr val="0D1219"/>
            </a:solidFill>
            <a:prstDash val="solid"/>
          </a:ln>
        </p:spPr>
      </p:sp>
      <p:sp>
        <p:nvSpPr>
          <p:cNvPr id="9" name="Text 4">
            <a:extLst xmlns:a="http://schemas.openxmlformats.org/drawingml/2006/main">
              <a:ext uri="{FF2B5EF4-FFF2-40B4-BE49-F238E27FC236}">
                <a16:creationId xmlns:a16="http://schemas.microsoft.com/office/drawing/2014/main" id="{B1B7D574-A4B5-4BC6-859C-8AD3048FD67E}"/>
              </a:ext>
            </a:extLst>
          </p:cNvPr>
          <p:cNvSpPr>
            <a:spLocks xmlns:a="http://schemas.openxmlformats.org/drawingml/2006/main" noGrp="1"/>
          </p:cNvSpPr>
          <p:nvPr/>
        </p:nvSpPr>
        <p:spPr>
          <a:xfrm xmlns:a="http://schemas.openxmlformats.org/drawingml/2006/main">
            <a:off x="640080" y="2011680"/>
            <a:ext cx="5394960" cy="2468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lgn="l">
              <a:defRPr sz="1350">
                <a:solidFill>
                  <a:srgbClr val="D6DEEA"/>
                </a:solidFill>
                <a:latin typeface="Montserrat"/>
                <a:ea typeface="Montserrat"/>
                <a:cs typeface="Montserrat"/>
              </a:defRPr>
            </a:defPPr>
            <a:lvl1pPr algn="l">
              <a:buNone/>
              <a:defRPr sz="1350">
                <a:solidFill>
                  <a:srgbClr val="D6DEEA"/>
                </a:solidFill>
                <a:latin typeface="Montserrat"/>
                <a:ea typeface="Montserrat"/>
                <a:cs typeface="Montserrat"/>
              </a:defRPr>
            </a:lvl1pPr>
            <a:lvl2pPr algn="l">
              <a:buNone/>
              <a:defRPr sz="1350">
                <a:solidFill>
                  <a:srgbClr val="D6DEEA"/>
                </a:solidFill>
                <a:latin typeface="Montserrat"/>
                <a:ea typeface="Montserrat"/>
                <a:cs typeface="Montserrat"/>
              </a:defRPr>
            </a:lvl2pPr>
            <a:lvl3pPr algn="l">
              <a:buNone/>
              <a:defRPr sz="1350">
                <a:solidFill>
                  <a:srgbClr val="D6DEEA"/>
                </a:solidFill>
                <a:latin typeface="Montserrat"/>
                <a:ea typeface="Montserrat"/>
                <a:cs typeface="Montserrat"/>
              </a:defRPr>
            </a:lvl3pPr>
            <a:lvl4pPr algn="l">
              <a:buNone/>
              <a:defRPr sz="1350">
                <a:solidFill>
                  <a:srgbClr val="D6DEEA"/>
                </a:solidFill>
                <a:latin typeface="Montserrat"/>
                <a:ea typeface="Montserrat"/>
                <a:cs typeface="Montserrat"/>
              </a:defRPr>
            </a:lvl4pPr>
            <a:lvl5pPr algn="l">
              <a:buNone/>
              <a:defRPr sz="1350">
                <a:solidFill>
                  <a:srgbClr val="D6DEEA"/>
                </a:solidFill>
                <a:latin typeface="Montserrat"/>
                <a:ea typeface="Montserrat"/>
                <a:cs typeface="Montserrat"/>
              </a:defRPr>
            </a:lvl5pPr>
            <a:lvl6pPr algn="l">
              <a:buNone/>
              <a:defRPr sz="1350">
                <a:solidFill>
                  <a:srgbClr val="D6DEEA"/>
                </a:solidFill>
                <a:latin typeface="Montserrat"/>
                <a:ea typeface="Montserrat"/>
                <a:cs typeface="Montserrat"/>
              </a:defRPr>
            </a:lvl6pPr>
            <a:lvl7pPr algn="l">
              <a:buNone/>
              <a:defRPr sz="1350">
                <a:solidFill>
                  <a:srgbClr val="D6DEEA"/>
                </a:solidFill>
                <a:latin typeface="Montserrat"/>
                <a:ea typeface="Montserrat"/>
                <a:cs typeface="Montserrat"/>
              </a:defRPr>
            </a:lvl7pPr>
            <a:lvl8pPr algn="l">
              <a:buNone/>
              <a:defRPr sz="1350">
                <a:solidFill>
                  <a:srgbClr val="D6DEEA"/>
                </a:solidFill>
                <a:latin typeface="Montserrat"/>
                <a:ea typeface="Montserrat"/>
                <a:cs typeface="Montserrat"/>
              </a:defRPr>
            </a:lvl8pPr>
            <a:lvl9pPr algn="l">
              <a:buNone/>
              <a:defRPr sz="1350">
                <a:solidFill>
                  <a:srgbClr val="D6DEEA"/>
                </a:solidFill>
                <a:latin typeface="Montserrat"/>
                <a:ea typeface="Montserrat"/>
                <a:cs typeface="Montserrat"/>
              </a:defRPr>
            </a:lvl9pPr>
          </a:lstStyle>
          <a:p xmlns:a="http://schemas.openxmlformats.org/drawingml/2006/main">
            <a:pPr marL="0" indent="0" algn="l">
              <a:lnSpc>
                <a:spcPct val="115000"/>
              </a:lnSpc>
              <a:spcAft>
                <a:spcPts val="1000"/>
              </a:spcAft>
              <a:buNone/>
              <a:defRPr sz="1350">
                <a:solidFill>
                  <a:srgbClr val="D6DEEA"/>
                </a:solidFill>
                <a:latin typeface="Montserrat"/>
                <a:ea typeface="Montserrat"/>
                <a:cs typeface="Montserrat"/>
              </a:defRPr>
            </a:pPr>
            <a:r>
              <a:rPr sz="1350">
                <a:solidFill>
                  <a:srgbClr val="D6DEEA"/>
                </a:solidFill>
                <a:latin typeface="Montserrat"/>
                <a:ea typeface="Montserrat"/>
                <a:cs typeface="Montserrat"/>
              </a:rPr>
              <a:t>Six hours ago, the website and game were examples. Now each project has files in your GitHub, a home in Vercel, and a URL another person can open. You can plan the next change, design it, build it, test it, deploy it, and maintain what happens next.</a:t>
            </a:r>
            <a:endParaRPr sz="1350"/>
          </a:p>
        </p:txBody>
      </p:sp>
      <p:sp>
        <p:nvSpPr>
          <p:cNvPr id="10" name="Shape 5">
            <a:extLst xmlns:a="http://schemas.openxmlformats.org/drawingml/2006/main">
              <a:ext uri="{FF2B5EF4-FFF2-40B4-BE49-F238E27FC236}">
                <a16:creationId xmlns:a16="http://schemas.microsoft.com/office/drawing/2014/main" id="{00F31667-0FDC-474B-9A4E-7CED739BEF4A}"/>
              </a:ext>
            </a:extLst>
          </p:cNvPr>
          <p:cNvSpPr>
            <a:spLocks xmlns:a="http://schemas.openxmlformats.org/drawingml/2006/main" noGrp="1"/>
          </p:cNvSpPr>
          <p:nvPr/>
        </p:nvSpPr>
        <p:spPr>
          <a:xfrm xmlns:a="http://schemas.openxmlformats.org/drawingml/2006/main">
            <a:off x="640080" y="4663440"/>
            <a:ext cx="5394960" cy="868680"/>
          </a:xfrm>
          <a:prstGeom xmlns:a="http://schemas.openxmlformats.org/drawingml/2006/main" prst="rect">
            <a:avLst/>
          </a:prstGeom>
          <a:solidFill xmlns:a="http://schemas.openxmlformats.org/drawingml/2006/main">
            <a:srgbClr val="121B2B"/>
          </a:solidFill>
          <a:ln xmlns:a="http://schemas.openxmlformats.org/drawingml/2006/main" w="12700">
            <a:solidFill>
              <a:srgbClr val="EF8B39"/>
            </a:solidFill>
            <a:prstDash val="solid"/>
          </a:ln>
        </p:spPr>
      </p:sp>
      <p:sp>
        <p:nvSpPr>
          <p:cNvPr id="11" name="Text 6">
            <a:extLst xmlns:a="http://schemas.openxmlformats.org/drawingml/2006/main">
              <a:ext uri="{FF2B5EF4-FFF2-40B4-BE49-F238E27FC236}">
                <a16:creationId xmlns:a16="http://schemas.microsoft.com/office/drawing/2014/main" id="{C423CD1E-1708-44A8-BDA4-5C17610238FC}"/>
              </a:ext>
            </a:extLst>
          </p:cNvPr>
          <p:cNvSpPr>
            <a:spLocks xmlns:a="http://schemas.openxmlformats.org/drawingml/2006/main" noGrp="1"/>
          </p:cNvSpPr>
          <p:nvPr/>
        </p:nvSpPr>
        <p:spPr>
          <a:xfrm xmlns:a="http://schemas.openxmlformats.org/drawingml/2006/main">
            <a:off x="868680" y="4663440"/>
            <a:ext cx="50292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l">
              <a:defRPr sz="1125">
                <a:solidFill>
                  <a:srgbClr val="F4A261"/>
                </a:solidFill>
                <a:latin typeface="Courier New"/>
                <a:ea typeface="Courier New"/>
                <a:cs typeface="Courier New"/>
              </a:defRPr>
            </a:defPPr>
            <a:lvl1pPr algn="l">
              <a:buNone/>
              <a:defRPr sz="1125">
                <a:solidFill>
                  <a:srgbClr val="F4A261"/>
                </a:solidFill>
                <a:latin typeface="Courier New"/>
                <a:ea typeface="Courier New"/>
                <a:cs typeface="Courier New"/>
              </a:defRPr>
            </a:lvl1pPr>
            <a:lvl2pPr algn="l">
              <a:buNone/>
              <a:defRPr sz="1125">
                <a:solidFill>
                  <a:srgbClr val="F4A261"/>
                </a:solidFill>
                <a:latin typeface="Courier New"/>
                <a:ea typeface="Courier New"/>
                <a:cs typeface="Courier New"/>
              </a:defRPr>
            </a:lvl2pPr>
            <a:lvl3pPr algn="l">
              <a:buNone/>
              <a:defRPr sz="1125">
                <a:solidFill>
                  <a:srgbClr val="F4A261"/>
                </a:solidFill>
                <a:latin typeface="Courier New"/>
                <a:ea typeface="Courier New"/>
                <a:cs typeface="Courier New"/>
              </a:defRPr>
            </a:lvl3pPr>
            <a:lvl4pPr algn="l">
              <a:buNone/>
              <a:defRPr sz="1125">
                <a:solidFill>
                  <a:srgbClr val="F4A261"/>
                </a:solidFill>
                <a:latin typeface="Courier New"/>
                <a:ea typeface="Courier New"/>
                <a:cs typeface="Courier New"/>
              </a:defRPr>
            </a:lvl4pPr>
            <a:lvl5pPr algn="l">
              <a:buNone/>
              <a:defRPr sz="1125">
                <a:solidFill>
                  <a:srgbClr val="F4A261"/>
                </a:solidFill>
                <a:latin typeface="Courier New"/>
                <a:ea typeface="Courier New"/>
                <a:cs typeface="Courier New"/>
              </a:defRPr>
            </a:lvl5pPr>
            <a:lvl6pPr algn="l">
              <a:buNone/>
              <a:defRPr sz="1125">
                <a:solidFill>
                  <a:srgbClr val="F4A261"/>
                </a:solidFill>
                <a:latin typeface="Courier New"/>
                <a:ea typeface="Courier New"/>
                <a:cs typeface="Courier New"/>
              </a:defRPr>
            </a:lvl6pPr>
            <a:lvl7pPr algn="l">
              <a:buNone/>
              <a:defRPr sz="1125">
                <a:solidFill>
                  <a:srgbClr val="F4A261"/>
                </a:solidFill>
                <a:latin typeface="Courier New"/>
                <a:ea typeface="Courier New"/>
                <a:cs typeface="Courier New"/>
              </a:defRPr>
            </a:lvl7pPr>
            <a:lvl8pPr algn="l">
              <a:buNone/>
              <a:defRPr sz="1125">
                <a:solidFill>
                  <a:srgbClr val="F4A261"/>
                </a:solidFill>
                <a:latin typeface="Courier New"/>
                <a:ea typeface="Courier New"/>
                <a:cs typeface="Courier New"/>
              </a:defRPr>
            </a:lvl8pPr>
            <a:lvl9pPr algn="l">
              <a:buNone/>
              <a:defRPr sz="1125">
                <a:solidFill>
                  <a:srgbClr val="F4A261"/>
                </a:solidFill>
                <a:latin typeface="Courier New"/>
                <a:ea typeface="Courier New"/>
                <a:cs typeface="Courier New"/>
              </a:defRPr>
            </a:lvl9pPr>
          </a:lstStyle>
          <a:p xmlns:a="http://schemas.openxmlformats.org/drawingml/2006/main">
            <a:pPr marL="0" indent="0" algn="l">
              <a:lnSpc>
                <a:spcPct val="115000"/>
              </a:lnSpc>
              <a:buNone/>
              <a:defRPr sz="1125">
                <a:solidFill>
                  <a:srgbClr val="F4A261"/>
                </a:solidFill>
                <a:latin typeface="Courier New"/>
                <a:ea typeface="Courier New"/>
                <a:cs typeface="Courier New"/>
              </a:defRPr>
            </a:pPr>
            <a:r>
              <a:rPr sz="1125">
                <a:solidFill>
                  <a:srgbClr val="F4A261"/>
                </a:solidFill>
                <a:latin typeface="Courier New"/>
                <a:ea typeface="Courier New"/>
                <a:cs typeface="Courier New"/>
              </a:rPr>
              <a:t>Mark Hinkle · theaienterprise.io · AI Agents &amp; Vibe Coding · All Things Open 2026</a:t>
            </a:r>
            <a:endParaRPr sz="1000"/>
          </a:p>
        </p:txBody>
      </p:sp>
      <p:sp>
        <p:nvSpPr>
          <p:cNvPr id="12" name="Text 7">
            <a:extLst xmlns:a="http://schemas.openxmlformats.org/drawingml/2006/main">
              <a:ext uri="{FF2B5EF4-FFF2-40B4-BE49-F238E27FC236}">
                <a16:creationId xmlns:a16="http://schemas.microsoft.com/office/drawing/2014/main" id="{5124F0CA-86C5-4431-BF18-DA5F3A8F4618}"/>
              </a:ext>
            </a:extLst>
          </p:cNvPr>
          <p:cNvSpPr>
            <a:spLocks xmlns:a="http://schemas.openxmlformats.org/drawingml/2006/main" noGrp="1"/>
          </p:cNvSpPr>
          <p:nvPr/>
        </p:nvSpPr>
        <p:spPr>
          <a:xfrm xmlns:a="http://schemas.openxmlformats.org/drawingml/2006/main">
            <a:off x="6583680" y="5989320"/>
            <a:ext cx="5303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1200">
                <a:solidFill>
                  <a:srgbClr val="FFFFFF"/>
                </a:solidFill>
                <a:latin typeface="Montserrat"/>
                <a:ea typeface="Montserrat"/>
                <a:cs typeface="Montserrat"/>
              </a:defRPr>
            </a:defPPr>
            <a:lvl1pPr algn="r">
              <a:buNone/>
              <a:defRPr sz="1200">
                <a:solidFill>
                  <a:srgbClr val="FFFFFF"/>
                </a:solidFill>
                <a:latin typeface="Montserrat"/>
                <a:ea typeface="Montserrat"/>
                <a:cs typeface="Montserrat"/>
              </a:defRPr>
            </a:lvl1pPr>
            <a:lvl2pPr algn="r">
              <a:buNone/>
              <a:defRPr sz="1200">
                <a:solidFill>
                  <a:srgbClr val="FFFFFF"/>
                </a:solidFill>
                <a:latin typeface="Montserrat"/>
                <a:ea typeface="Montserrat"/>
                <a:cs typeface="Montserrat"/>
              </a:defRPr>
            </a:lvl2pPr>
            <a:lvl3pPr algn="r">
              <a:buNone/>
              <a:defRPr sz="1200">
                <a:solidFill>
                  <a:srgbClr val="FFFFFF"/>
                </a:solidFill>
                <a:latin typeface="Montserrat"/>
                <a:ea typeface="Montserrat"/>
                <a:cs typeface="Montserrat"/>
              </a:defRPr>
            </a:lvl3pPr>
            <a:lvl4pPr algn="r">
              <a:buNone/>
              <a:defRPr sz="1200">
                <a:solidFill>
                  <a:srgbClr val="FFFFFF"/>
                </a:solidFill>
                <a:latin typeface="Montserrat"/>
                <a:ea typeface="Montserrat"/>
                <a:cs typeface="Montserrat"/>
              </a:defRPr>
            </a:lvl4pPr>
            <a:lvl5pPr algn="r">
              <a:buNone/>
              <a:defRPr sz="1200">
                <a:solidFill>
                  <a:srgbClr val="FFFFFF"/>
                </a:solidFill>
                <a:latin typeface="Montserrat"/>
                <a:ea typeface="Montserrat"/>
                <a:cs typeface="Montserrat"/>
              </a:defRPr>
            </a:lvl5pPr>
            <a:lvl6pPr algn="r">
              <a:buNone/>
              <a:defRPr sz="1200">
                <a:solidFill>
                  <a:srgbClr val="FFFFFF"/>
                </a:solidFill>
                <a:latin typeface="Montserrat"/>
                <a:ea typeface="Montserrat"/>
                <a:cs typeface="Montserrat"/>
              </a:defRPr>
            </a:lvl6pPr>
            <a:lvl7pPr algn="r">
              <a:buNone/>
              <a:defRPr sz="1200">
                <a:solidFill>
                  <a:srgbClr val="FFFFFF"/>
                </a:solidFill>
                <a:latin typeface="Montserrat"/>
                <a:ea typeface="Montserrat"/>
                <a:cs typeface="Montserrat"/>
              </a:defRPr>
            </a:lvl7pPr>
            <a:lvl8pPr algn="r">
              <a:buNone/>
              <a:defRPr sz="1200">
                <a:solidFill>
                  <a:srgbClr val="FFFFFF"/>
                </a:solidFill>
                <a:latin typeface="Montserrat"/>
                <a:ea typeface="Montserrat"/>
                <a:cs typeface="Montserrat"/>
              </a:defRPr>
            </a:lvl8pPr>
            <a:lvl9pPr algn="r">
              <a:buNone/>
              <a:defRPr sz="1200">
                <a:solidFill>
                  <a:srgbClr val="FFFFFF"/>
                </a:solidFill>
                <a:latin typeface="Montserrat"/>
                <a:ea typeface="Montserrat"/>
                <a:cs typeface="Montserrat"/>
              </a:defRPr>
            </a:lvl9pPr>
          </a:lstStyle>
          <a:p xmlns:a="http://schemas.openxmlformats.org/drawingml/2006/main">
            <a:pPr marL="0" indent="0" algn="r">
              <a:buNone/>
              <a:defRPr sz="1200">
                <a:solidFill>
                  <a:srgbClr val="FFFFFF"/>
                </a:solidFill>
                <a:latin typeface="Montserrat"/>
                <a:ea typeface="Montserrat"/>
                <a:cs typeface="Montserrat"/>
              </a:defRPr>
            </a:pPr>
            <a:r>
              <a:rPr sz="1200">
                <a:solidFill>
                  <a:srgbClr val="FFFFFF"/>
                </a:solidFill>
                <a:latin typeface="Montserrat"/>
                <a:ea typeface="Montserrat"/>
                <a:cs typeface="Montserrat"/>
              </a:rPr>
              <a:t>The Triangle’s AI business community. April 18–20, 2027, Raleigh.</a:t>
            </a:r>
            <a:endParaRPr sz="1200"/>
          </a:p>
        </p:txBody>
      </p:sp>
      <p:sp>
        <p:nvSpPr>
          <p:cNvPr id="13" name="header-eyebrow-51">
            <a:extLst xmlns:a="http://schemas.openxmlformats.org/drawingml/2006/main">
              <a:ext uri="{FF2B5EF4-FFF2-40B4-BE49-F238E27FC236}">
                <a16:creationId xmlns:a16="http://schemas.microsoft.com/office/drawing/2014/main" id="{964D77CE-28B6-42CF-8AC5-B00C6901A1B0}"/>
              </a:ext>
            </a:extLst>
          </p:cNvPr>
          <p:cNvSpPr>
            <a:spLocks xmlns:a="http://schemas.openxmlformats.org/drawingml/2006/main" noGrp="1"/>
          </p:cNvSpPr>
          <p:nvPr/>
        </p:nvSpPr>
        <p:spPr>
          <a:xfrm xmlns:a="http://schemas.openxmlformats.org/drawingml/2006/main">
            <a:off x="647700" y="4953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1">
                <a:solidFill>
                  <a:srgbClr val="307FE2"/>
                </a:solidFill>
                <a:latin typeface="Montserrat"/>
                <a:ea typeface="Montserrat"/>
                <a:cs typeface="Montserrat"/>
              </a:defRPr>
            </a:defPPr>
            <a:lvl1pPr algn="l">
              <a:buNone/>
              <a:defRPr sz="1050" b="1">
                <a:solidFill>
                  <a:srgbClr val="307FE2"/>
                </a:solidFill>
                <a:latin typeface="Montserrat"/>
                <a:ea typeface="Montserrat"/>
                <a:cs typeface="Montserrat"/>
              </a:defRPr>
            </a:lvl1pPr>
            <a:lvl2pPr algn="l">
              <a:buNone/>
              <a:defRPr sz="1050" b="1">
                <a:solidFill>
                  <a:srgbClr val="307FE2"/>
                </a:solidFill>
                <a:latin typeface="Montserrat"/>
                <a:ea typeface="Montserrat"/>
                <a:cs typeface="Montserrat"/>
              </a:defRPr>
            </a:lvl2pPr>
            <a:lvl3pPr algn="l">
              <a:buNone/>
              <a:defRPr sz="1050" b="1">
                <a:solidFill>
                  <a:srgbClr val="307FE2"/>
                </a:solidFill>
                <a:latin typeface="Montserrat"/>
                <a:ea typeface="Montserrat"/>
                <a:cs typeface="Montserrat"/>
              </a:defRPr>
            </a:lvl3pPr>
            <a:lvl4pPr algn="l">
              <a:buNone/>
              <a:defRPr sz="1050" b="1">
                <a:solidFill>
                  <a:srgbClr val="307FE2"/>
                </a:solidFill>
                <a:latin typeface="Montserrat"/>
                <a:ea typeface="Montserrat"/>
                <a:cs typeface="Montserrat"/>
              </a:defRPr>
            </a:lvl4pPr>
            <a:lvl5pPr algn="l">
              <a:buNone/>
              <a:defRPr sz="1050" b="1">
                <a:solidFill>
                  <a:srgbClr val="307FE2"/>
                </a:solidFill>
                <a:latin typeface="Montserrat"/>
                <a:ea typeface="Montserrat"/>
                <a:cs typeface="Montserrat"/>
              </a:defRPr>
            </a:lvl5pPr>
            <a:lvl6pPr algn="l">
              <a:buNone/>
              <a:defRPr sz="1050" b="1">
                <a:solidFill>
                  <a:srgbClr val="307FE2"/>
                </a:solidFill>
                <a:latin typeface="Montserrat"/>
                <a:ea typeface="Montserrat"/>
                <a:cs typeface="Montserrat"/>
              </a:defRPr>
            </a:lvl6pPr>
            <a:lvl7pPr algn="l">
              <a:buNone/>
              <a:defRPr sz="1050" b="1">
                <a:solidFill>
                  <a:srgbClr val="307FE2"/>
                </a:solidFill>
                <a:latin typeface="Montserrat"/>
                <a:ea typeface="Montserrat"/>
                <a:cs typeface="Montserrat"/>
              </a:defRPr>
            </a:lvl7pPr>
            <a:lvl8pPr algn="l">
              <a:buNone/>
              <a:defRPr sz="1050" b="1">
                <a:solidFill>
                  <a:srgbClr val="307FE2"/>
                </a:solidFill>
                <a:latin typeface="Montserrat"/>
                <a:ea typeface="Montserrat"/>
                <a:cs typeface="Montserrat"/>
              </a:defRPr>
            </a:lvl8pPr>
            <a:lvl9pPr algn="l">
              <a:buNone/>
              <a:defRPr sz="1050" b="1">
                <a:solidFill>
                  <a:srgbClr val="307FE2"/>
                </a:solidFill>
                <a:latin typeface="Montserrat"/>
                <a:ea typeface="Montserrat"/>
                <a:cs typeface="Montserrat"/>
              </a:defRPr>
            </a:lvl9pPr>
          </a:lstStyle>
          <a:p xmlns:a="http://schemas.openxmlformats.org/drawingml/2006/main">
            <a:pPr algn="l">
              <a:buNone/>
              <a:defRPr sz="1050" b="1">
                <a:solidFill>
                  <a:srgbClr val="307FE2"/>
                </a:solidFill>
                <a:latin typeface="Montserrat"/>
                <a:ea typeface="Montserrat"/>
                <a:cs typeface="Montserrat"/>
              </a:defRPr>
            </a:pPr>
            <a:r>
              <a:rPr sz="1050" b="1">
                <a:solidFill>
                  <a:srgbClr val="307FE2"/>
                </a:solidFill>
                <a:latin typeface="Montserrat"/>
                <a:ea typeface="Montserrat"/>
                <a:cs typeface="Montserrat"/>
              </a:rPr>
              <a:t>// CLOSE</a:t>
            </a:r>
          </a:p>
        </p:txBody>
      </p:sp>
      <p:sp>
        <p:nvSpPr>
          <p:cNvPr id="14" name="header-time-51">
            <a:extLst xmlns:a="http://schemas.openxmlformats.org/drawingml/2006/main">
              <a:ext uri="{FF2B5EF4-FFF2-40B4-BE49-F238E27FC236}">
                <a16:creationId xmlns:a16="http://schemas.microsoft.com/office/drawing/2014/main" id="{01BA6BCF-35F5-45BA-9713-91E00B2BBB9A}"/>
              </a:ext>
            </a:extLst>
          </p:cNvPr>
          <p:cNvSpPr>
            <a:spLocks xmlns:a="http://schemas.openxmlformats.org/drawingml/2006/main" noGrp="1"/>
          </p:cNvSpPr>
          <p:nvPr/>
        </p:nvSpPr>
        <p:spPr>
          <a:xfrm xmlns:a="http://schemas.openxmlformats.org/drawingml/2006/main">
            <a:off x="8953500" y="495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00" b="0">
                <a:solidFill>
                  <a:srgbClr val="94A3B8"/>
                </a:solidFill>
                <a:latin typeface="Montserrat"/>
                <a:ea typeface="Montserrat"/>
                <a:cs typeface="Montserrat"/>
              </a:defRPr>
            </a:defPPr>
            <a:lvl1pPr algn="r">
              <a:buNone/>
              <a:defRPr sz="900" b="0">
                <a:solidFill>
                  <a:srgbClr val="94A3B8"/>
                </a:solidFill>
                <a:latin typeface="Montserrat"/>
                <a:ea typeface="Montserrat"/>
                <a:cs typeface="Montserrat"/>
              </a:defRPr>
            </a:lvl1pPr>
            <a:lvl2pPr algn="r">
              <a:buNone/>
              <a:defRPr sz="900" b="0">
                <a:solidFill>
                  <a:srgbClr val="94A3B8"/>
                </a:solidFill>
                <a:latin typeface="Montserrat"/>
                <a:ea typeface="Montserrat"/>
                <a:cs typeface="Montserrat"/>
              </a:defRPr>
            </a:lvl2pPr>
            <a:lvl3pPr algn="r">
              <a:buNone/>
              <a:defRPr sz="900" b="0">
                <a:solidFill>
                  <a:srgbClr val="94A3B8"/>
                </a:solidFill>
                <a:latin typeface="Montserrat"/>
                <a:ea typeface="Montserrat"/>
                <a:cs typeface="Montserrat"/>
              </a:defRPr>
            </a:lvl3pPr>
            <a:lvl4pPr algn="r">
              <a:buNone/>
              <a:defRPr sz="900" b="0">
                <a:solidFill>
                  <a:srgbClr val="94A3B8"/>
                </a:solidFill>
                <a:latin typeface="Montserrat"/>
                <a:ea typeface="Montserrat"/>
                <a:cs typeface="Montserrat"/>
              </a:defRPr>
            </a:lvl4pPr>
            <a:lvl5pPr algn="r">
              <a:buNone/>
              <a:defRPr sz="900" b="0">
                <a:solidFill>
                  <a:srgbClr val="94A3B8"/>
                </a:solidFill>
                <a:latin typeface="Montserrat"/>
                <a:ea typeface="Montserrat"/>
                <a:cs typeface="Montserrat"/>
              </a:defRPr>
            </a:lvl5pPr>
            <a:lvl6pPr algn="r">
              <a:buNone/>
              <a:defRPr sz="900" b="0">
                <a:solidFill>
                  <a:srgbClr val="94A3B8"/>
                </a:solidFill>
                <a:latin typeface="Montserrat"/>
                <a:ea typeface="Montserrat"/>
                <a:cs typeface="Montserrat"/>
              </a:defRPr>
            </a:lvl6pPr>
            <a:lvl7pPr algn="r">
              <a:buNone/>
              <a:defRPr sz="900" b="0">
                <a:solidFill>
                  <a:srgbClr val="94A3B8"/>
                </a:solidFill>
                <a:latin typeface="Montserrat"/>
                <a:ea typeface="Montserrat"/>
                <a:cs typeface="Montserrat"/>
              </a:defRPr>
            </a:lvl7pPr>
            <a:lvl8pPr algn="r">
              <a:buNone/>
              <a:defRPr sz="900" b="0">
                <a:solidFill>
                  <a:srgbClr val="94A3B8"/>
                </a:solidFill>
                <a:latin typeface="Montserrat"/>
                <a:ea typeface="Montserrat"/>
                <a:cs typeface="Montserrat"/>
              </a:defRPr>
            </a:lvl8pPr>
            <a:lvl9pPr algn="r">
              <a:buNone/>
              <a:defRPr sz="900" b="0">
                <a:solidFill>
                  <a:srgbClr val="94A3B8"/>
                </a:solidFill>
                <a:latin typeface="Montserrat"/>
                <a:ea typeface="Montserrat"/>
                <a:cs typeface="Montserrat"/>
              </a:defRPr>
            </a:lvl9pPr>
          </a:lstStyle>
          <a:p xmlns:a="http://schemas.openxmlformats.org/drawingml/2006/main">
            <a:pPr algn="r">
              <a:buNone/>
              <a:defRPr sz="900" b="0">
                <a:solidFill>
                  <a:srgbClr val="94A3B8"/>
                </a:solidFill>
                <a:latin typeface="Montserrat"/>
                <a:ea typeface="Montserrat"/>
                <a:cs typeface="Montserrat"/>
              </a:defRPr>
            </a:pPr>
            <a:r>
              <a:rPr sz="900" b="0">
                <a:solidFill>
                  <a:srgbClr val="94A3B8"/>
                </a:solidFill>
                <a:latin typeface="Montserrat"/>
                <a:ea typeface="Montserrat"/>
                <a:cs typeface="Montserrat"/>
              </a:rPr>
              <a:t>6:00</a:t>
            </a:r>
          </a:p>
        </p:txBody>
      </p:sp>
      <p:sp>
        <p:nvSpPr>
          <p:cNvPr id="15" name="header-title-51">
            <a:extLst xmlns:a="http://schemas.openxmlformats.org/drawingml/2006/main">
              <a:ext uri="{FF2B5EF4-FFF2-40B4-BE49-F238E27FC236}">
                <a16:creationId xmlns:a16="http://schemas.microsoft.com/office/drawing/2014/main" id="{9F5F9DFA-E7C2-4355-B57A-8F793BEC37D2}"/>
              </a:ext>
            </a:extLst>
          </p:cNvPr>
          <p:cNvSpPr>
            <a:spLocks xmlns:a="http://schemas.openxmlformats.org/drawingml/2006/main" noGrp="1"/>
          </p:cNvSpPr>
          <p:nvPr/>
        </p:nvSpPr>
        <p:spPr>
          <a:xfrm xmlns:a="http://schemas.openxmlformats.org/drawingml/2006/main">
            <a:off x="647700" y="866775"/>
            <a:ext cx="666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a:solidFill>
                  <a:srgbClr val="FFFFFF"/>
                </a:solidFill>
                <a:latin typeface="Verdana"/>
                <a:ea typeface="Verdana"/>
                <a:cs typeface="Verdana"/>
              </a:defRPr>
            </a:defPPr>
            <a:lvl1pPr algn="l">
              <a:buNone/>
              <a:defRPr sz="3150" b="1">
                <a:solidFill>
                  <a:srgbClr val="FFFFFF"/>
                </a:solidFill>
                <a:latin typeface="Verdana"/>
                <a:ea typeface="Verdana"/>
                <a:cs typeface="Verdana"/>
              </a:defRPr>
            </a:lvl1pPr>
            <a:lvl2pPr algn="l">
              <a:buNone/>
              <a:defRPr sz="3150" b="1">
                <a:solidFill>
                  <a:srgbClr val="FFFFFF"/>
                </a:solidFill>
                <a:latin typeface="Verdana"/>
                <a:ea typeface="Verdana"/>
                <a:cs typeface="Verdana"/>
              </a:defRPr>
            </a:lvl2pPr>
            <a:lvl3pPr algn="l">
              <a:buNone/>
              <a:defRPr sz="3150" b="1">
                <a:solidFill>
                  <a:srgbClr val="FFFFFF"/>
                </a:solidFill>
                <a:latin typeface="Verdana"/>
                <a:ea typeface="Verdana"/>
                <a:cs typeface="Verdana"/>
              </a:defRPr>
            </a:lvl3pPr>
            <a:lvl4pPr algn="l">
              <a:buNone/>
              <a:defRPr sz="3150" b="1">
                <a:solidFill>
                  <a:srgbClr val="FFFFFF"/>
                </a:solidFill>
                <a:latin typeface="Verdana"/>
                <a:ea typeface="Verdana"/>
                <a:cs typeface="Verdana"/>
              </a:defRPr>
            </a:lvl4pPr>
            <a:lvl5pPr algn="l">
              <a:buNone/>
              <a:defRPr sz="3150" b="1">
                <a:solidFill>
                  <a:srgbClr val="FFFFFF"/>
                </a:solidFill>
                <a:latin typeface="Verdana"/>
                <a:ea typeface="Verdana"/>
                <a:cs typeface="Verdana"/>
              </a:defRPr>
            </a:lvl5pPr>
            <a:lvl6pPr algn="l">
              <a:buNone/>
              <a:defRPr sz="3150" b="1">
                <a:solidFill>
                  <a:srgbClr val="FFFFFF"/>
                </a:solidFill>
                <a:latin typeface="Verdana"/>
                <a:ea typeface="Verdana"/>
                <a:cs typeface="Verdana"/>
              </a:defRPr>
            </a:lvl6pPr>
            <a:lvl7pPr algn="l">
              <a:buNone/>
              <a:defRPr sz="3150" b="1">
                <a:solidFill>
                  <a:srgbClr val="FFFFFF"/>
                </a:solidFill>
                <a:latin typeface="Verdana"/>
                <a:ea typeface="Verdana"/>
                <a:cs typeface="Verdana"/>
              </a:defRPr>
            </a:lvl7pPr>
            <a:lvl8pPr algn="l">
              <a:buNone/>
              <a:defRPr sz="3150" b="1">
                <a:solidFill>
                  <a:srgbClr val="FFFFFF"/>
                </a:solidFill>
                <a:latin typeface="Verdana"/>
                <a:ea typeface="Verdana"/>
                <a:cs typeface="Verdana"/>
              </a:defRPr>
            </a:lvl8pPr>
            <a:lvl9pPr algn="l">
              <a:buNone/>
              <a:defRPr sz="3150" b="1">
                <a:solidFill>
                  <a:srgbClr val="FFFFFF"/>
                </a:solidFill>
                <a:latin typeface="Verdana"/>
                <a:ea typeface="Verdana"/>
                <a:cs typeface="Verdana"/>
              </a:defRPr>
            </a:lvl9pPr>
          </a:lstStyle>
          <a:p xmlns:a="http://schemas.openxmlformats.org/drawingml/2006/main">
            <a:pPr algn="l">
              <a:buNone/>
              <a:defRPr sz="3150" b="1">
                <a:solidFill>
                  <a:srgbClr val="FFFFFF"/>
                </a:solidFill>
                <a:latin typeface="Verdana"/>
                <a:ea typeface="Verdana"/>
                <a:cs typeface="Verdana"/>
              </a:defRPr>
            </a:pPr>
            <a:r>
              <a:rPr sz="3150" b="1">
                <a:solidFill>
                  <a:srgbClr val="FFFFFF"/>
                </a:solidFill>
                <a:latin typeface="Verdana"/>
                <a:ea typeface="Verdana"/>
                <a:cs typeface="Verdana"/>
              </a:rPr>
              <a:t>You own the work</a:t>
            </a:r>
          </a:p>
        </p:txBody>
      </p:sp>
    </p:spTree>
    <p:extLst>
      <p:ext uri="{BB962C8B-B14F-4D97-AF65-F5344CB8AC3E}">
        <p14:creationId xmlns:p14="http://schemas.microsoft.com/office/powerpoint/2010/main" val="57619261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Montserrat"/>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Montserrat"/>
        <a:font script="Hebr" typeface="Montserrat"/>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Montserrat"/>
        <a:font script="Uigh" typeface="Microsoft Uighur"/>
        <a:font script="Geor" typeface="Sylfaen"/>
        <a:font script="Armn" typeface="Montserrat"/>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2026-10-19T03:00:47.4940000Z</dcterms:created>
  <dcterms:modified xsi:type="dcterms:W3CDTF">2026-10-19T03:00:47.4940000Z</dcterms:modified>
</coreProperties>
</file>